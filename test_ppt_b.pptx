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小数乘整数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小学数学五年级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小数乘法概念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小数 × 整数 = 按整数乘法计算，再点小数点</a:t>
            </a:r>
          </a:p>
          <a:p>
            <a:r>
              <a:t>如：3.5 × 2 = 7.0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练习1：2.5 × 4 = ?</a:t>
            </a:r>
          </a:p>
          <a:p>
            <a:r>
              <a:t>练习2：1.25 × 8 =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