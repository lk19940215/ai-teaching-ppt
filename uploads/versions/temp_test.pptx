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7" name="图片占位符 6"/>
              <p:cNvPicPr>
                <a:picLocks noGrp="1" noChangeAspect="1"/>
              </p:cNvPicPr>
              <p:nvPr>
                <p:ph type="pic" sz="quarter" idx="12"/>
              </p:nvPr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54" r="25054"/>
              <a:stretch>
                <a:fillRect/>
              </a:stretch>
            </p:blipFill>
            <p:spPr>
              <a:xfrm>
                <a:off x="4572000" y="0"/>
                <a:ext cx="4572000" cy="5143500"/>
              </a:xfrm>
            </p:spPr>
          </p:pic>
          <p:sp>
            <p:nvSpPr>
              <p:cNvPr id="8" name="Rectangle 7"/>
              <p:cNvSpPr/>
              <p:nvPr/>
            </p:nvSpPr>
            <p:spPr>
              <a:xfrm>
                <a:off x="-43031" y="0"/>
                <a:ext cx="4399766" cy="51435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dirty="0">
                  <a:solidFill>
                    <a:srgbClr val="F0F0F0"/>
                  </a:solidFill>
                  <a:latin typeface="楷体" charset="0"/>
                  <a:ea typeface="楷体" charset="0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4571987" y="0"/>
                <a:ext cx="4582933" cy="5143500"/>
              </a:xfrm>
              <a:prstGeom prst="rect">
                <a:avLst/>
              </a:prstGeom>
              <a:solidFill>
                <a:srgbClr val="F0F0F0">
                  <a:alpha val="6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noAutofit/>
              </a:bodyPr>
              <a:lstStyle/>
              <a:p>
                <a:pPr algn="ctr">
                  <a:spcBef>
                    <a:spcPts val="750"/>
                  </a:spcBef>
                </a:pPr>
                <a:endParaRPr kumimoji="1" lang="zh-CN" altLang="en-US" sz="1050" dirty="0">
                  <a:solidFill>
                    <a:schemeClr val="tx1"/>
                  </a:solidFill>
                  <a:latin typeface="楷体" charset="0"/>
                  <a:ea typeface="楷体" charset="0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4104600" y="4008889"/>
                <a:ext cx="1078865" cy="2324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90000"/>
                  </a:lnSpc>
                  <a:spcBef>
                    <a:spcPct val="0"/>
                  </a:spcBef>
                  <a:spcAft>
                    <a:spcPts val="450"/>
                  </a:spcAft>
                </a:pPr>
                <a:r>
                  <a:rPr lang="en-US" altLang="zh-CN" sz="1015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楷体" charset="0"/>
                    <a:ea typeface="楷体" charset="0"/>
                  </a:rPr>
                  <a:t>2022 October.</a:t>
                </a:r>
                <a:endParaRPr lang="en-US" altLang="zh-CN" sz="101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楷体" charset="0"/>
                  <a:ea typeface="楷体" charset="0"/>
                </a:endParaRPr>
              </a:p>
            </p:txBody>
          </p:sp>
          <p:sp>
            <p:nvSpPr>
              <p:cNvPr id="9" name="Freeform 27"/>
              <p:cNvSpPr>
                <a:spLocks noEditPoints="1"/>
              </p:cNvSpPr>
              <p:nvPr/>
            </p:nvSpPr>
            <p:spPr bwMode="auto">
              <a:xfrm>
                <a:off x="4407344" y="4347733"/>
                <a:ext cx="329313" cy="332184"/>
              </a:xfrm>
              <a:custGeom>
                <a:avLst/>
                <a:gdLst>
                  <a:gd name="T0" fmla="*/ 160 w 160"/>
                  <a:gd name="T1" fmla="*/ 80 h 160"/>
                  <a:gd name="T2" fmla="*/ 80 w 160"/>
                  <a:gd name="T3" fmla="*/ 0 h 160"/>
                  <a:gd name="T4" fmla="*/ 0 w 160"/>
                  <a:gd name="T5" fmla="*/ 80 h 160"/>
                  <a:gd name="T6" fmla="*/ 80 w 160"/>
                  <a:gd name="T7" fmla="*/ 160 h 160"/>
                  <a:gd name="T8" fmla="*/ 160 w 160"/>
                  <a:gd name="T9" fmla="*/ 80 h 160"/>
                  <a:gd name="T10" fmla="*/ 8 w 160"/>
                  <a:gd name="T11" fmla="*/ 80 h 160"/>
                  <a:gd name="T12" fmla="*/ 80 w 160"/>
                  <a:gd name="T13" fmla="*/ 8 h 160"/>
                  <a:gd name="T14" fmla="*/ 152 w 160"/>
                  <a:gd name="T15" fmla="*/ 80 h 160"/>
                  <a:gd name="T16" fmla="*/ 80 w 160"/>
                  <a:gd name="T17" fmla="*/ 152 h 160"/>
                  <a:gd name="T18" fmla="*/ 8 w 160"/>
                  <a:gd name="T19" fmla="*/ 80 h 160"/>
                  <a:gd name="T20" fmla="*/ 83 w 160"/>
                  <a:gd name="T21" fmla="*/ 118 h 160"/>
                  <a:gd name="T22" fmla="*/ 105 w 160"/>
                  <a:gd name="T23" fmla="*/ 95 h 160"/>
                  <a:gd name="T24" fmla="*/ 105 w 160"/>
                  <a:gd name="T25" fmla="*/ 89 h 160"/>
                  <a:gd name="T26" fmla="*/ 100 w 160"/>
                  <a:gd name="T27" fmla="*/ 89 h 160"/>
                  <a:gd name="T28" fmla="*/ 84 w 160"/>
                  <a:gd name="T29" fmla="*/ 105 h 160"/>
                  <a:gd name="T30" fmla="*/ 84 w 160"/>
                  <a:gd name="T31" fmla="*/ 45 h 160"/>
                  <a:gd name="T32" fmla="*/ 80 w 160"/>
                  <a:gd name="T33" fmla="*/ 41 h 160"/>
                  <a:gd name="T34" fmla="*/ 76 w 160"/>
                  <a:gd name="T35" fmla="*/ 45 h 160"/>
                  <a:gd name="T36" fmla="*/ 76 w 160"/>
                  <a:gd name="T37" fmla="*/ 105 h 160"/>
                  <a:gd name="T38" fmla="*/ 60 w 160"/>
                  <a:gd name="T39" fmla="*/ 89 h 160"/>
                  <a:gd name="T40" fmla="*/ 55 w 160"/>
                  <a:gd name="T41" fmla="*/ 89 h 160"/>
                  <a:gd name="T42" fmla="*/ 55 w 160"/>
                  <a:gd name="T43" fmla="*/ 95 h 160"/>
                  <a:gd name="T44" fmla="*/ 77 w 160"/>
                  <a:gd name="T45" fmla="*/ 118 h 160"/>
                  <a:gd name="T46" fmla="*/ 80 w 160"/>
                  <a:gd name="T47" fmla="*/ 119 h 160"/>
                  <a:gd name="T48" fmla="*/ 83 w 160"/>
                  <a:gd name="T49" fmla="*/ 118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0" h="160">
                    <a:moveTo>
                      <a:pt x="160" y="80"/>
                    </a:moveTo>
                    <a:cubicBezTo>
                      <a:pt x="160" y="36"/>
                      <a:pt x="124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60"/>
                      <a:pt x="80" y="160"/>
                    </a:cubicBezTo>
                    <a:cubicBezTo>
                      <a:pt x="124" y="160"/>
                      <a:pt x="160" y="124"/>
                      <a:pt x="160" y="80"/>
                    </a:cubicBezTo>
                    <a:close/>
                    <a:moveTo>
                      <a:pt x="8" y="80"/>
                    </a:moveTo>
                    <a:cubicBezTo>
                      <a:pt x="8" y="40"/>
                      <a:pt x="40" y="8"/>
                      <a:pt x="80" y="8"/>
                    </a:cubicBezTo>
                    <a:cubicBezTo>
                      <a:pt x="120" y="8"/>
                      <a:pt x="152" y="40"/>
                      <a:pt x="152" y="80"/>
                    </a:cubicBezTo>
                    <a:cubicBezTo>
                      <a:pt x="152" y="120"/>
                      <a:pt x="120" y="152"/>
                      <a:pt x="80" y="152"/>
                    </a:cubicBezTo>
                    <a:cubicBezTo>
                      <a:pt x="40" y="152"/>
                      <a:pt x="8" y="120"/>
                      <a:pt x="8" y="80"/>
                    </a:cubicBezTo>
                    <a:close/>
                    <a:moveTo>
                      <a:pt x="83" y="118"/>
                    </a:moveTo>
                    <a:cubicBezTo>
                      <a:pt x="105" y="95"/>
                      <a:pt x="105" y="95"/>
                      <a:pt x="105" y="95"/>
                    </a:cubicBezTo>
                    <a:cubicBezTo>
                      <a:pt x="107" y="94"/>
                      <a:pt x="107" y="91"/>
                      <a:pt x="105" y="89"/>
                    </a:cubicBezTo>
                    <a:cubicBezTo>
                      <a:pt x="104" y="88"/>
                      <a:pt x="101" y="88"/>
                      <a:pt x="100" y="89"/>
                    </a:cubicBezTo>
                    <a:cubicBezTo>
                      <a:pt x="84" y="105"/>
                      <a:pt x="84" y="105"/>
                      <a:pt x="84" y="105"/>
                    </a:cubicBezTo>
                    <a:cubicBezTo>
                      <a:pt x="84" y="45"/>
                      <a:pt x="84" y="45"/>
                      <a:pt x="84" y="45"/>
                    </a:cubicBezTo>
                    <a:cubicBezTo>
                      <a:pt x="84" y="43"/>
                      <a:pt x="82" y="41"/>
                      <a:pt x="80" y="41"/>
                    </a:cubicBezTo>
                    <a:cubicBezTo>
                      <a:pt x="78" y="41"/>
                      <a:pt x="76" y="43"/>
                      <a:pt x="76" y="45"/>
                    </a:cubicBezTo>
                    <a:cubicBezTo>
                      <a:pt x="76" y="105"/>
                      <a:pt x="76" y="105"/>
                      <a:pt x="76" y="105"/>
                    </a:cubicBezTo>
                    <a:cubicBezTo>
                      <a:pt x="60" y="89"/>
                      <a:pt x="60" y="89"/>
                      <a:pt x="60" y="89"/>
                    </a:cubicBezTo>
                    <a:cubicBezTo>
                      <a:pt x="59" y="88"/>
                      <a:pt x="56" y="88"/>
                      <a:pt x="55" y="89"/>
                    </a:cubicBezTo>
                    <a:cubicBezTo>
                      <a:pt x="53" y="91"/>
                      <a:pt x="53" y="94"/>
                      <a:pt x="55" y="95"/>
                    </a:cubicBezTo>
                    <a:cubicBezTo>
                      <a:pt x="77" y="118"/>
                      <a:pt x="77" y="118"/>
                      <a:pt x="77" y="118"/>
                    </a:cubicBezTo>
                    <a:cubicBezTo>
                      <a:pt x="78" y="118"/>
                      <a:pt x="79" y="119"/>
                      <a:pt x="80" y="119"/>
                    </a:cubicBezTo>
                    <a:cubicBezTo>
                      <a:pt x="81" y="119"/>
                      <a:pt x="82" y="118"/>
                      <a:pt x="83" y="118"/>
                    </a:cubicBezTo>
                    <a:close/>
                  </a:path>
                </a:pathLst>
              </a:custGeom>
              <a:solidFill>
                <a:srgbClr val="FF0002"/>
              </a:solidFill>
              <a:ln>
                <a:noFill/>
              </a:ln>
              <a:effectLst>
                <a:outerShdw blurRad="254000" dist="152400" dir="5400000" algn="t" rotWithShape="0">
                  <a:prstClr val="black">
                    <a:alpha val="30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/>
              <a:lstStyle/>
              <a:p>
                <a:pPr defTabSz="685800">
                  <a:defRPr/>
                </a:pPr>
                <a:endParaRPr lang="en-US" dirty="0">
                  <a:solidFill>
                    <a:srgbClr val="222222"/>
                  </a:solidFill>
                  <a:latin typeface="楷体" charset="0"/>
                  <a:ea typeface="楷体" charset="0"/>
                </a:endParaRPr>
              </a:p>
            </p:txBody>
          </p:sp>
          <p:sp>
            <p:nvSpPr>
              <p:cNvPr id="4" name="Title 2"/>
              <p:cNvSpPr>
                <a:spLocks noGrp="1"/>
              </p:cNvSpPr>
              <p:nvPr/>
            </p:nvSpPr>
            <p:spPr>
              <a:xfrm>
                <a:off x="-628018" y="1288163"/>
                <a:ext cx="10543637" cy="1969225"/>
              </a:xfrm>
              <a:prstGeom prst="rect">
                <a:avLst/>
              </a:prstGeom>
              <a:noFill/>
              <a:effectLst/>
            </p:spPr>
            <p:txBody>
              <a:bodyPr>
                <a:normAutofit fontScale="70000"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9600" b="1" i="0" kern="1200">
                    <a:solidFill>
                      <a:schemeClr val="tx1"/>
                    </a:solidFill>
                    <a:latin typeface="Arial Black" panose="020B0A04020102020204" pitchFamily="34" charset="0"/>
                    <a:ea typeface="Arial Black" panose="020B0A04020102020204" pitchFamily="34" charset="0"/>
                    <a:cs typeface="Arial Black" panose="020B0A04020102020204" pitchFamily="34" charset="0"/>
                  </a:defRPr>
                </a:lvl1pPr>
              </a:lstStyle>
              <a:p>
                <a:r>
                  <a:rPr lang="en-US" altLang="zh-CN" sz="7065" spc="-100" dirty="0">
                    <a:solidFill>
                      <a:srgbClr val="FF0002"/>
                    </a:solidFill>
                    <a:latin typeface="楷体" charset="0"/>
                    <a:ea typeface="楷体" charset="0"/>
                    <a:cs typeface="楷体" charset="0"/>
                  </a:rPr>
                  <a:t>AKULAKU</a:t>
                </a:r>
                <a:br>
                  <a:rPr lang="en-US" altLang="zh-CN" sz="6600" spc="-100" dirty="0">
                    <a:solidFill>
                      <a:srgbClr val="FF0002"/>
                    </a:solidFill>
                    <a:latin typeface="楷体" charset="0"/>
                    <a:ea typeface="楷体" charset="0"/>
                    <a:cs typeface="楷体" charset="0"/>
                  </a:rPr>
                </a:br>
                <a:br>
                  <a:rPr lang="en-US" altLang="zh-CN" sz="6600" spc="-100" dirty="0">
                    <a:solidFill>
                      <a:srgbClr val="FF0002"/>
                    </a:solidFill>
                    <a:latin typeface="楷体" charset="0"/>
                    <a:ea typeface="楷体" charset="0"/>
                    <a:cs typeface="楷体" charset="0"/>
                  </a:rPr>
                </a:br>
                <a:r>
                  <a:rPr lang="zh-CN" altLang="en-US" sz="4800" spc="-100" dirty="0">
                    <a:solidFill>
                      <a:schemeClr val="tx1"/>
                    </a:solidFill>
                    <a:latin typeface="楷体" charset="0"/>
                    <a:ea typeface="楷体" charset="0"/>
                    <a:cs typeface="楷体" charset="0"/>
                  </a:rPr>
                  <a:t>专业职级评定答辩报告</a:t>
                </a:r>
                <a:endParaRPr lang="zh-CN" altLang="en-US" sz="4800" spc="-100" dirty="0">
                  <a:solidFill>
                    <a:schemeClr val="tx1"/>
                  </a:solidFill>
                  <a:latin typeface="楷体" charset="0"/>
                  <a:ea typeface="楷体" charset="0"/>
                  <a:cs typeface="楷体" charset="0"/>
                </a:endParaRPr>
              </a:p>
            </p:txBody>
          </p:sp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00392" y="0"/>
                <a:ext cx="993474" cy="993474"/>
              </a:xfrm>
              <a:prstGeom prst="rect">
                <a:avLst/>
              </a:prstGeom>
            </p:spPr>
          </p:pic>
          <p:sp>
            <p:nvSpPr>
              <p:cNvPr id="5" name="文本框 4"/>
              <p:cNvSpPr txBox="1"/>
              <p:nvPr/>
            </p:nvSpPr>
            <p:spPr>
              <a:xfrm>
                <a:off x="3310255" y="3257550"/>
                <a:ext cx="252349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dirty="0" smtClean="0">
                    <a:latin typeface="楷体" charset="0"/>
                    <a:ea typeface="楷体" charset="0"/>
                    <a:cs typeface="楷体" charset="0"/>
                  </a:rPr>
                  <a:t>一级部门：</a:t>
                </a:r>
                <a:r>
                  <a:rPr lang="en-US" dirty="0" smtClean="0">
                    <a:latin typeface="楷体" charset="0"/>
                    <a:ea typeface="楷体" charset="0"/>
                    <a:cs typeface="楷体" charset="0"/>
                  </a:rPr>
                  <a:t>111</a:t>
                </a:r>
                <a:endParaRPr lang="zh-CN" altLang="en-US" dirty="0">
                  <a:latin typeface="楷体" charset="0"/>
                  <a:ea typeface="楷体" charset="0"/>
                  <a:cs typeface="楷体" charset="0"/>
                </a:endParaRPr>
              </a:p>
              <a:p>
                <a:pPr algn="dist"/>
                <a:r>
                  <a:rPr lang="zh-CN" altLang="en-US" dirty="0" smtClean="0">
                    <a:latin typeface="楷体" charset="0"/>
                    <a:ea typeface="楷体" charset="0"/>
                    <a:cs typeface="楷体" charset="0"/>
                  </a:rPr>
                  <a:t>答辩人：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楷体" charset="0"/>
                    <a:ea typeface="楷体" charset="0"/>
                    <a:cs typeface="楷体" charset="0"/>
                  </a:rPr>
                  <a:t>111</a:t>
                </a:r>
                <a:endParaRPr lang="en-US" altLang="zh-CN" dirty="0" smtClean="0">
                  <a:solidFill>
                    <a:schemeClr val="tx1"/>
                  </a:solidFill>
                  <a:latin typeface="楷体" charset="0"/>
                  <a:ea typeface="楷体" charset="0"/>
                  <a:cs typeface="楷体" charset="0"/>
                </a:endParaRPr>
              </a:p>
            </p:txBody>
          </p:sp>
        </p:spTree>
      </p:cSld>
      <p:clrMapOvr>
        <a:masterClrMapping/>
      </p:clrMapOvr>
      <mc:AlternateContent xmlns:mc="http://schemas.openxmlformats.org/markup-compatibility/2006">
        <mc:Choice xmlns:p14="http://schemas.microsoft.com/office/powerpoint/2010/main" Requires="p14">
          <p:transition p14:dur="500" advClick="0">
            <p14:flip dir="r"/>
          </p:transition>
        </mc:Choice>
        <mc:Fallback>
          <p:transition advClick="0">
            <p:fade/>
          </p:transition>
        </mc:Fallback>
      </mc:AlternateContent>
      <p:timing>
        <p:tnLst>
          <p:par>
            <p:cTn id="1" dur="indefinite" restart="never" nodeType="tmRoot"/>
          </p:par>
        </p:tnLst>
        <p:bldLst>
          <p:bldP spid="9" grpId="0" bldLvl="0" animBg="1"/>
        </p:bldLst>
      </p:timing>
    </p:sld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