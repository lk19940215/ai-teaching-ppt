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保留 PPT A 的标题“学习目标”,将 PPT B 第2页“物理定律”的内容作为示例加入正文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了解基本概念</a:t>
            </a:r>
          </a:p>
          <a:p>
            <a:pPr>
              <a:defRPr sz="1400"/>
            </a:pPr>
            <a:r>
              <a:t>掌握解题方法</a:t>
            </a:r>
          </a:p>
          <a:p>
            <a:pPr>
              <a:defRPr sz="1400"/>
            </a:pPr>
            <a:r>
              <a:t>完成练习题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物理定律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牛顿第一定律</a:t>
            </a:r>
          </a:p>
          <a:p>
            <a:pPr>
              <a:defRPr sz="1400"/>
            </a:pPr>
            <a:r>
              <a:t>牛顿第二定律</a:t>
            </a:r>
          </a:p>
          <a:p>
            <a:pPr>
              <a:defRPr sz="1400"/>
            </a:pPr>
            <a:r>
              <a:t>牛顿第三定律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