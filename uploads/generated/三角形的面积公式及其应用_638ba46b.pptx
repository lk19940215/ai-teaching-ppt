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三角形的面积公式及其应用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三角形的面积公式及其应用</a:t>
            </a:r>
          </a:p>
          <a:p>
            <a:pPr>
              <a:defRPr sz="2400"/>
            </a:pPr>
            <a:r>
              <a:t>3. 认识三角形</a:t>
            </a:r>
          </a:p>
          <a:p>
            <a:pPr>
              <a:defRPr sz="2400"/>
            </a:pPr>
            <a:r>
              <a:t>4. 常见错误分析</a:t>
            </a:r>
          </a:p>
          <a:p>
            <a:pPr>
              <a:defRPr sz="2400"/>
            </a:pPr>
            <a:r>
              <a:t>5. 三角形面积公式图示</a:t>
            </a:r>
          </a:p>
          <a:p>
            <a:pPr>
              <a:defRPr sz="2400"/>
            </a:pPr>
            <a:r>
              <a:t>6. 变式练习</a:t>
            </a:r>
          </a:p>
          <a:p>
            <a:pPr>
              <a:defRPr sz="2400"/>
            </a:pPr>
            <a:r>
              <a:t>7. 校园里的三角形</a:t>
            </a:r>
          </a:p>
          <a:p>
            <a:pPr>
              <a:defRPr sz="2400"/>
            </a:pPr>
            <a:r>
              <a:t>8. 三角形面积公式推导（一）</a:t>
            </a:r>
          </a:p>
          <a:p>
            <a:pPr>
              <a:defRPr sz="2400"/>
            </a:pPr>
            <a:r>
              <a:t>9. 不同类型三角形面积计算示例</a:t>
            </a:r>
          </a:p>
          <a:p>
            <a:pPr>
              <a:defRPr sz="2400"/>
            </a:pPr>
            <a:r>
              <a:t>10. 课堂练习</a:t>
            </a:r>
          </a:p>
          <a:p>
            <a:pPr>
              <a:defRPr sz="2400"/>
            </a:pPr>
            <a:r>
              <a:t>11. 课堂小结</a:t>
            </a:r>
          </a:p>
          <a:p>
            <a:pPr>
              <a:defRPr sz="2400"/>
            </a:pPr>
            <a:r>
              <a:t>12. 三角形面积公式推导（二）</a:t>
            </a:r>
          </a:p>
          <a:p>
            <a:pPr>
              <a:defRPr sz="2400"/>
            </a:pPr>
            <a:r>
              <a:t>13. 例题：计算三角形面积</a:t>
            </a:r>
          </a:p>
          <a:p>
            <a:pPr>
              <a:defRPr sz="2400"/>
            </a:pPr>
            <a:r>
              <a:t>14. 课后思考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回顾三角形的定义和基本特征</a:t>
            </a:r>
          </a:p>
          <a:p>
            <a:pPr>
              <a:defRPr sz="2400"/>
            </a:pPr>
            <a:r>
              <a:t>通过直观模型感知三角形面积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面积 = 8 × 5 = 40（忘记除以2）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对公式记忆不牢，忽略除以2的步骤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面积 = 8 × 5 ÷ 2 = 20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牢记公式口诀“底乘高，除以二”，计算后检查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3498DB"/>
                </a:solidFill>
              </a:defRPr>
            </a:pPr>
            <a:r>
              <a:t>三角形面积公式图示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变式练习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通过不同变式，巩固三角形面积计算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校园里的三角形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学校要重新布置操场，需要计算一块三角形花坛的面积来购买草皮。花坛的形状是一个直角三角形，底边长6米，高4米。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你能帮学校计算出这块三角形花坛的面积吗？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视觉建议：操场平面图，标注三角形花坛的底和高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从平行四边形面积出发，探究三角形面积</a:t>
            </a:r>
          </a:p>
          <a:p>
            <a:pPr>
              <a:defRPr sz="2400"/>
            </a:pPr>
            <a:r>
              <a:t>通过拼图活动，发现三角形与平行四边形的关系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448AFF"/>
                </a:solidFill>
              </a:defRPr>
            </a:pPr>
            <a:r>
              <a:t>不同类型三角形面积计算示例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通过分层练习，巩固所学知识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【★】一个三角形的底是7分米，高是4分米，面积是______平方分米。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【★】判断：两个三角形只要底相等，面积就一定相等。（ 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【★★】一个三角形面积是18平方米，高是6米，底是多少米？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答案：6米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【★★】比较两个三角形：一个底10cm高4cm，另一个底8cm高5cm。哪个面积大？为什么？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9495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答案：第一个面积20平方厘米，第二个面积20平方厘米，一样大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52159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【★★★】设计一个三角形花坛，使它的面积是12平方米。写出至少两种不同的底和高组合。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799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答案：例如：底6米高4米；底8米高3米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3" presetID="8" presetClass="entr" presetSubtype="0" fill="hold" nodeType="mainSeq">
          <p:dur val="400"/>
          <p:stM val="6000"/>
          <p:childTnLst>
            <ns2:parTimeNode id="112" fill="hold">
              <ns2:dur val="400"/>
              <ns2:stM val="0"/>
              <p:childTnLst>
                <ns2:setTimeNode id="21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本节课学习了三角形面积公式，通过生活情境引入，从平行四边形推导出公式，强调底和高的对应。通过例题和变式练习巩固应用，培养数形结合和转化思想，提升解决实际问题的能力。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掌握三角形面积公式及其推导过程</a:t>
            </a:r>
          </a:p>
          <a:p>
            <a:pPr>
              <a:defRPr sz="2400"/>
            </a:pPr>
            <a:r>
              <a:t>• 理解底和高的对应关系</a:t>
            </a:r>
          </a:p>
          <a:p>
            <a:pPr>
              <a:defRPr sz="2400"/>
            </a:pPr>
            <a:r>
              <a:t>• 能应用公式解决实际问题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三角形面积公式推导（二）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推导出三角形面积公式</a:t>
            </a:r>
          </a:p>
          <a:p>
            <a:pPr>
              <a:defRPr sz="2400"/>
            </a:pPr>
            <a:r>
              <a:t>强调公式中底和高的对应关系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例题：计算三角形面积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审题：提取已知条件，明确求解目标</a:t>
            </a:r>
          </a:p>
          <a:p>
            <a:pPr>
              <a:defRPr sz="2400"/>
            </a:pPr>
            <a:r>
              <a:t>分析：联想三角形面积公式，制定解题策略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本节课学习了三角形面积公式，通过生活情境引入，从平行四边形推导出公式，强调底和高的对应。通过例题和变式练习巩固应用，培养数形结合和转化思想，提升解决实际问题的能力。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掌握三角形面积公式及其推导过程</a:t>
            </a:r>
          </a:p>
          <a:p>
            <a:pPr>
              <a:defRPr sz="2400"/>
            </a:pPr>
            <a:r>
              <a:t>• 理解底和高的对应关系</a:t>
            </a:r>
          </a:p>
          <a:p>
            <a:pPr>
              <a:defRPr sz="2400"/>
            </a:pPr>
            <a:r>
              <a:t>• 能应用公式解决实际问题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