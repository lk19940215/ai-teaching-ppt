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易错点提醒</a:t>
            </a:r>
          </a:p>
          <a:p>
            <a:pPr>
              <a:defRPr sz="2400"/>
            </a:pPr>
            <a:r>
              <a:t>5. 变式训练：基础变式</a:t>
            </a:r>
          </a:p>
          <a:p>
            <a:pPr>
              <a:defRPr sz="2400"/>
            </a:pPr>
            <a:r>
              <a:t>6. 校园花坛设计</a:t>
            </a:r>
          </a:p>
          <a:p>
            <a:pPr>
              <a:defRPr sz="2400"/>
            </a:pPr>
            <a:r>
              <a:t>7. 三角形面积公式推导（一）</a:t>
            </a:r>
          </a:p>
          <a:p>
            <a:pPr>
              <a:defRPr sz="2400"/>
            </a:pPr>
            <a:r>
              <a:t>8. 变式训练：情境变式</a:t>
            </a:r>
          </a:p>
          <a:p>
            <a:pPr>
              <a:defRPr sz="2400"/>
            </a:pPr>
            <a:r>
              <a:t>9. 三角形面积公式推导（二）</a:t>
            </a:r>
          </a:p>
          <a:p>
            <a:pPr>
              <a:defRPr sz="2400"/>
            </a:pPr>
            <a:r>
              <a:t>10. 课堂练习：基础题</a:t>
            </a:r>
          </a:p>
          <a:p>
            <a:pPr>
              <a:defRPr sz="2400"/>
            </a:pPr>
            <a:r>
              <a:t>11. 例题：计算三角形花坛面积</a:t>
            </a:r>
          </a:p>
          <a:p>
            <a:pPr>
              <a:defRPr sz="2400"/>
            </a:pPr>
            <a:r>
              <a:t>12. 课堂练习：提高题</a:t>
            </a:r>
          </a:p>
          <a:p>
            <a:pPr>
              <a:defRPr sz="2400"/>
            </a:pPr>
            <a:r>
              <a:t>13. 课堂练习：拓展题</a:t>
            </a:r>
          </a:p>
          <a:p>
            <a:pPr>
              <a:defRPr sz="2400"/>
            </a:pPr>
            <a:r>
              <a:t>14.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三角形的底：任意一条边都可以作为底。</a:t>
            </a:r>
          </a:p>
          <a:p>
            <a:pPr>
              <a:defRPr sz="2400"/>
            </a:pPr>
            <a:r>
              <a:t>三角形的高：从底的对角顶点向底边作垂线，垂线段的长度就是高。</a:t>
            </a:r>
          </a:p>
          <a:p>
            <a:pPr>
              <a:defRPr sz="2400"/>
            </a:pPr>
            <a:r>
              <a:t>底和高是计算三角形面积的关键要素。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易错点提醒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计算三角形面积时，底是 12 厘米，高是 5 厘米，学生计算：12 × 5 = 60 平方厘米（忘记除以 2）。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对公式记忆不牢，忽略了“除以 2”的关键步骤。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面积 = 12 × 5 ÷ 2 = 30 平方厘米。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背诵口诀“底乘高，除以二”，做题时先写公式再代入计算。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变式训练：基础变式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改变数字，练习公式应用。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学校美化校园，计划建造一个三角形花坛。园艺师需要知道花坛的面积来准备材料。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视觉建议：展示一个三角形花坛的平面图，标注底和高。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回顾：平行四边形的面积 = 底 × 高。</a:t>
            </a:r>
          </a:p>
          <a:p>
            <a:pPr>
              <a:defRPr sz="2400"/>
            </a:pPr>
            <a:r>
              <a:t>思考：如何将三角形转化为平行四边形？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变式训练：情境变式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改变问题背景，本质仍是计算三角形面积。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平行四边形的面积 = 底 × 高。</a:t>
            </a:r>
          </a:p>
          <a:p>
            <a:pPr>
              <a:defRPr sz="2400"/>
            </a:pPr>
            <a:r>
              <a:t>三角形的面积与平行四边形面积的关系是什么？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课堂练习：基础题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直接应用公式，巩固记忆。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 7 米，高是 4 米，面积是多少平方米？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【★】判断：三角形的面积等于底乘以高。（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已知：三角形花坛的底是 8 米，高是 5 米。</a:t>
            </a:r>
          </a:p>
          <a:p>
            <a:pPr>
              <a:defRPr sz="2400"/>
            </a:pPr>
            <a:r>
              <a:t>求：花坛的面积。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课堂练习：提高题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理解原理，综合应用。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【★★】一个三角形的面积是 18 平方厘米，高是 6 厘米，求底的长度。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18 × 2 ÷ 6 = 6 厘米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【★★】比较两个三角形：三角形 A 底 10 cm、高 4 cm；三角形 B 底 8 cm、高 5 cm。哪个面积更大？为什么？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 A 面积 = 10 × 4 ÷ 2 = 20 平方厘米；三角形 B 面积 = 8 × 5 ÷ 2 = 20 平方厘米；面积一样大。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课堂练习：拓展题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分析评价，创造迁移。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【★★★】设计一个三角形花坛，使它的面积是 12 平方米。列出至少两种不同的底和高组合，并说明你的设计思路。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答案：例如：底 6 米、高 4 米；底 8 米、高 3 米。思路：根据面积公式，选择整数底和高使乘积为 24（因为面积 × 2 = 底 × 高）。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本节课学习了三角形的面积公式：底乘以高除以 2。通过情境导入、公式推导、例题讲解和变式训练，学生掌握了公式的应用，并体会了转化和数形结合的数学思想。练习设计从基础到拓展，兼顾了不同认知层级，提升了问题解决能力。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理解三角形的底和高的定义</a:t>
            </a:r>
          </a:p>
          <a:p>
            <a:pPr>
              <a:defRPr sz="2400"/>
            </a:pPr>
            <a:r>
              <a:t>• 掌握三角形面积公式：底 × 高 ÷ 2</a:t>
            </a:r>
          </a:p>
          <a:p>
            <a:pPr>
              <a:defRPr sz="2400"/>
            </a:pPr>
            <a:r>
              <a:t>• 能正确应用公式计算三角形面积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