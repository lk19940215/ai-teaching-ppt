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周末，小明和妈妈去超市购物，买了3个苹果，每个苹果的价格是2.5元。他们需要计算总价。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你能帮小明算出买3个苹果一共需要多少钱吗？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视觉建议：展示超市购物场景图，包括苹果货架和标价牌（2.5元/个）。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认识小数乘法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