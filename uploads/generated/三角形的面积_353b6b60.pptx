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校园绿化设计师</a:t>
            </a:r>
          </a:p>
          <a:p>
            <a:pPr>
              <a:defRPr sz="2400"/>
            </a:pPr>
            <a:r>
              <a:t>7. 探究三角形面积公式（一）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探究三角形面积公式（二）</a:t>
            </a:r>
          </a:p>
          <a:p>
            <a:pPr>
              <a:defRPr sz="2400"/>
            </a:pPr>
            <a:r>
              <a:t>10. 更多练习</a:t>
            </a:r>
          </a:p>
          <a:p>
            <a:pPr>
              <a:defRPr sz="2400"/>
            </a:pPr>
            <a:r>
              <a:t>11. 例题：计算三角形面积</a:t>
            </a:r>
          </a:p>
          <a:p>
            <a:pPr>
              <a:defRPr sz="2400"/>
            </a:pPr>
            <a:r>
              <a:t>12. 例题：解决实际问题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三角形的底：任意一条边都可以作为底</a:t>
            </a:r>
          </a:p>
          <a:p>
            <a:pPr>
              <a:defRPr sz="2400"/>
            </a:pPr>
            <a:r>
              <a:t>三角形的高：从底的对角顶点向底边作的垂直线段</a:t>
            </a:r>
          </a:p>
          <a:p>
            <a:pPr>
              <a:defRPr sz="2400"/>
            </a:pPr>
            <a:r>
              <a:t>每个三角形有三组对应的底和高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计算三角形面积时，用底乘高，忘记除以2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没有理解公式推导过程，误记成平行四边形面积公式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牢记公式 S = (b × h) ÷ 2，理解除以2的原因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通过拼图操作加深理解，做题时默念“底乘高除以2”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学校要美化校园，计划在花坛里种植三角形草坪。作为小小设计师，你需要计算草坪的面积来购买草皮。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如何计算这块三角形草坪的面积呢？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视觉建议：展示校园平面图，标注一个三角形花坛区域，并给出底和高的数据（如底6米，高4米）。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探究三角形面积公式（一）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回顾：平行四边形的面积 = 底 × 高</a:t>
            </a:r>
          </a:p>
          <a:p>
            <a:pPr>
              <a:defRPr sz="2400"/>
            </a:pPr>
            <a:r>
              <a:t>思考：两个完全一样的三角形可以拼成什么图形？</a:t>
            </a:r>
          </a:p>
          <a:p>
            <a:pPr>
              <a:defRPr sz="2400"/>
            </a:pPr>
            <a:r>
              <a:t>动手操作：用两个完全一样的三角形拼一拼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答案：底×高÷2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【★】一个三角形底是7厘米，高是4厘米，面积是（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【★★】判断：两个面积相等的三角形一定可以拼成一个平行四边形。（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【★★】一个三角形面积是18平方分米，高是6分米，底是多少分米？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答案：6分米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【★★★】设计一个三角形花坛，使它的面积是12平方米。画出草图并标注底和高。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答案：答案多样，如底6米高4米，或底8米高3米等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探究三角形面积公式（二）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观察：拼成的平行四边形与原来三角形的关系</a:t>
            </a:r>
          </a:p>
          <a:p>
            <a:pPr>
              <a:defRPr sz="2400"/>
            </a:pPr>
            <a:r>
              <a:t>推导：平行四边形的面积是三角形面积的2倍</a:t>
            </a:r>
          </a:p>
          <a:p>
            <a:pPr>
              <a:defRPr sz="2400"/>
            </a:pPr>
            <a:r>
              <a:t>结论：三角形面积 = 底 × 高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【★】选择：计算三角形面积时，必须知道（    ）。 A. 底和高 B. 三条边 C. 两个角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【★★】一个三角形广告牌，底3米，高2米，如果每平方米油漆10元，油漆这个广告牌需要多少元？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【★★★】比较：一个平行四边形和一个三角形等底等高，平行四边形的面积是三角形面积的几倍？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答案：2倍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已知：一个三角形的底是8厘米，高是5厘米</a:t>
            </a:r>
          </a:p>
          <a:p>
            <a:pPr>
              <a:defRPr sz="2400"/>
            </a:pPr>
            <a:r>
              <a:t>求：这个三角形的面积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例题：解决实际问题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情境：学校三角形花坛，底8米，高5米</a:t>
            </a:r>
          </a:p>
          <a:p>
            <a:pPr>
              <a:defRPr sz="2400"/>
            </a:pPr>
            <a:r>
              <a:t>问题：每平方米需要2千克肥料，共需多少千克？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本节课学习了三角形面积公式底×高÷2，通过拼图探究推导，理解公式来源，并应用公式解决生活问题，培养了空间观念和解决问题的能力。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理解三角形底和高的对应关系</a:t>
            </a:r>
          </a:p>
          <a:p>
            <a:pPr>
              <a:defRPr sz="2400"/>
            </a:pPr>
            <a:r>
              <a:t>• 掌握三角形面积公式及其推导过程</a:t>
            </a:r>
          </a:p>
          <a:p>
            <a:pPr>
              <a:defRPr sz="2400"/>
            </a:pPr>
            <a:r>
              <a:t>• 能正确应用公式解决实际问题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本节课学习了三角形面积公式底×高÷2，通过拼图探究推导，理解公式来源，并应用公式解决生活问题，培养了空间观念和解决问题的能力。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理解三角形底和高的对应关系</a:t>
            </a:r>
          </a:p>
          <a:p>
            <a:pPr>
              <a:defRPr sz="2400"/>
            </a:pPr>
            <a:r>
              <a:t>• 掌握三角形面积公式及其推导过程</a:t>
            </a:r>
          </a:p>
          <a:p>
            <a:pPr>
              <a:defRPr sz="2400"/>
            </a:pPr>
            <a:r>
              <a:t>• 能正确应用公式解决实际问题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