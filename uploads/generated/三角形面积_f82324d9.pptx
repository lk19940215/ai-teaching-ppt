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三角形面积</a:t>
            </a:r>
          </a:p>
          <a:p>
            <a:pPr>
              <a:defRPr sz="2400"/>
            </a:pPr>
            <a:r>
              <a:t>3. 认识三角形面积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校园花坛设计</a:t>
            </a:r>
          </a:p>
          <a:p>
            <a:pPr>
              <a:defRPr sz="2400"/>
            </a:pPr>
            <a:r>
              <a:t>7. 三角形面积公式推导（一）</a:t>
            </a:r>
          </a:p>
          <a:p>
            <a:pPr>
              <a:defRPr sz="2400"/>
            </a:pPr>
            <a:r>
              <a:t>8. 课堂练习</a:t>
            </a:r>
          </a:p>
          <a:p>
            <a:pPr>
              <a:defRPr sz="2400"/>
            </a:pPr>
            <a:r>
              <a:t>9. 三角形面积公式推导（二）</a:t>
            </a:r>
          </a:p>
          <a:p>
            <a:pPr>
              <a:defRPr sz="2400"/>
            </a:pPr>
            <a:r>
              <a:t>10. 例题：计算三角形面积</a:t>
            </a:r>
          </a:p>
          <a:p>
            <a:pPr>
              <a:defRPr sz="2400"/>
            </a:pPr>
            <a:r>
              <a:t>11.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面积：平面图形所占平面的大小</a:t>
            </a:r>
          </a:p>
          <a:p>
            <a:pPr>
              <a:defRPr sz="2400"/>
            </a:pPr>
            <a:r>
              <a:t>2. 三角形：由三条线段围成的封闭图形</a:t>
            </a:r>
          </a:p>
          <a:p>
            <a:pPr>
              <a:defRPr sz="2400"/>
            </a:pPr>
            <a:r>
              <a:t>3. 直观感知：用方格纸或拼图展示三角形面积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 6 × 4 ÷ 2 时，先算 4 ÷ 2 = 2，再算 6 × 2 = 12，但正确是 6 × 4 = 24，24 ÷ 2 = 12。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运算顺序错误，但巧合结果相同；应遵循乘除从左到右。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按顺序计算：6 × 4 = 24，24 ÷ 2 = 12。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明确运算顺序，或使用括号确保正确。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练习不同情境下的三角形面积计算</a:t>
            </a:r>
          </a:p>
          <a:p>
            <a:pPr>
              <a:defRPr sz="2400"/>
            </a:pPr>
            <a:r>
              <a:t>包含基础、提高、拓展题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校园花坛设计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学校要美化校园，计划在操场边建造一个三角形的花坛。园艺师傅需要计算花坛的面积来购买草皮和花卉。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视觉建议：展示一个三角形花坛的平面图，标注底和高。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回顾：平行四边形面积 = 底 × 高</a:t>
            </a:r>
          </a:p>
          <a:p>
            <a:pPr>
              <a:defRPr sz="2400"/>
            </a:pPr>
            <a:r>
              <a:t>2. 观察：两个完全相同的三角形可以拼成一个平行四边形</a:t>
            </a:r>
          </a:p>
          <a:p>
            <a:pPr>
              <a:defRPr sz="2400"/>
            </a:pPr>
            <a:r>
              <a:t>3. 思考：三角形面积与平行四边形面积的关系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巩固三角形面积计算</a:t>
            </a:r>
          </a:p>
          <a:p>
            <a:pPr>
              <a:defRPr sz="2400"/>
            </a:pPr>
            <a:r>
              <a:t>包含不同难度和认知层级的题目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 7 cm，高 3 cm，面积是多少？【记忆】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答案：10.5 平方厘米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【★★】解释为什么三角形面积公式要除以 2。【理解】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答案：因为两个完全相同的三角形可以拼成一个平行四边形，三角形面积是平行四边形面积的一半。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【★★】小明有一块三角形菜地，底 5 米，高 2 米，如果每平方米种 4 棵菜，共能种多少棵？【应用】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答案：先求面积：S = 5 × 2 ÷ 2 = 5 平方米；再求棵数：5 × 4 = 20 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【★★★】比较三角形和平行四边形面积公式的异同。【分析】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答案：相同点：都涉及底和高；不同点：平行四边形面积 = 底 × 高，三角形面积 = (底 × 高) ÷ 2。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推导：三角形面积 = (底 × 高) ÷ 2</a:t>
            </a:r>
          </a:p>
          <a:p>
            <a:pPr>
              <a:defRPr sz="2400"/>
            </a:pPr>
            <a:r>
              <a:t>2. 符号表示：S = a × h ÷ 2</a:t>
            </a:r>
          </a:p>
          <a:p>
            <a:pPr>
              <a:defRPr sz="2400"/>
            </a:pPr>
            <a:r>
              <a:t>3. 理解：底和高必须对应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已知：底 = 8 cm，高 = 5 cm</a:t>
            </a:r>
          </a:p>
          <a:p>
            <a:pPr>
              <a:defRPr sz="2400"/>
            </a:pPr>
            <a:r>
              <a:t>求：三角形面积</a:t>
            </a:r>
          </a:p>
          <a:p>
            <a:pPr>
              <a:defRPr sz="2400"/>
            </a:pPr>
            <a:r>
              <a:t>步骤：应用公式 S = a × h ÷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</a:p>
          <a:p>
            <a:br/>
            <a:pPr>
              <a:defRPr sz="2400" b="1"/>
            </a:pPr>
            <a:r>
              <a:t>重点：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