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707" r:id="rId3"/>
  </p:sldMasterIdLst>
  <p:notesMasterIdLst>
    <p:notesMasterId r:id="rId6"/>
  </p:notesMasterIdLst>
  <p:sldIdLst>
    <p:sldId id="436" r:id="rId4"/>
    <p:sldId id="387" r:id="rId5"/>
    <p:sldId id="385" r:id="rId7"/>
    <p:sldId id="395" r:id="rId8"/>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复盘" id="{C7EC6A0F-B8D4-D348-AC24-415682D484B9}">
          <p14:sldIdLst>
            <p14:sldId id="436"/>
            <p14:sldId id="387"/>
            <p14:sldId id="385"/>
            <p14:sldId id="395"/>
          </p14:sldIdLst>
        </p14:section>
      </p14:sectionLst>
    </p:ext>
    <p:ext uri="{EFAFB233-063F-42B5-8137-9DF3F51BA10A}">
      <p15:sldGuideLst xmlns:p15="http://schemas.microsoft.com/office/powerpoint/2012/main">
        <p15:guide id="1" orient="horz" pos="3008" userDrawn="1">
          <p15:clr>
            <a:srgbClr val="A4A3A4"/>
          </p15:clr>
        </p15:guide>
        <p15:guide id="2" pos="40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5959"/>
    <a:srgbClr val="FF4B4B"/>
    <a:srgbClr val="FF0002"/>
    <a:srgbClr val="E3000F"/>
    <a:srgbClr val="373D42"/>
    <a:srgbClr val="E3000D"/>
    <a:srgbClr val="010000"/>
    <a:srgbClr val="E3020D"/>
    <a:srgbClr val="FE0000"/>
    <a:srgbClr val="FF0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78" autoAdjust="0"/>
    <p:restoredTop sz="94353" autoAdjust="0"/>
  </p:normalViewPr>
  <p:slideViewPr>
    <p:cSldViewPr showGuides="1">
      <p:cViewPr varScale="1">
        <p:scale>
          <a:sx n="118" d="100"/>
          <a:sy n="118" d="100"/>
        </p:scale>
        <p:origin x="408" y="184"/>
      </p:cViewPr>
      <p:guideLst>
        <p:guide orient="horz" pos="3008"/>
        <p:guide pos="403"/>
      </p:guideLst>
    </p:cSldViewPr>
  </p:slideViewPr>
  <p:notesTextViewPr>
    <p:cViewPr>
      <p:scale>
        <a:sx n="1" d="1"/>
        <a:sy n="1" d="1"/>
      </p:scale>
      <p:origin x="0" y="0"/>
    </p:cViewPr>
  </p:notesTextViewPr>
  <p:sorterViewPr>
    <p:cViewPr>
      <p:scale>
        <a:sx n="125" d="100"/>
        <a:sy n="125"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presProps" Target="presProps.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notesMaster" Target="notesMasters/notesMaster1.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1" Type="http://schemas.openxmlformats.org/officeDocument/2006/relationships/tableStyles" Target="tableStyles.xml"/><Relationship Id="rId10" Type="http://schemas.openxmlformats.org/officeDocument/2006/relationships/viewProps" Target="viewProp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D2ADE4-C905-4279-92A0-BB8328283B14}"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097D95-DFA6-41B2-AA9D-5964AF413B8B}"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kumimoji="1" lang="zh-CN" altLang="en-US" dirty="0"/>
              <a:t>分隔页</a:t>
            </a:r>
            <a:endParaRPr kumimoji="1"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kumimoji="1" lang="zh-CN" altLang="en-US" dirty="0"/>
              <a:t>分隔页</a:t>
            </a:r>
            <a:endParaRPr kumimoji="1"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Title Slide">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advClick="0">
        <p14:flip dir="r"/>
      </p:transition>
    </mc:Choice>
    <mc:Fallback>
      <p:transition advClick="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标题占位符 4"/>
          <p:cNvSpPr>
            <a:spLocks noGrp="1"/>
          </p:cNvSpPr>
          <p:nvPr>
            <p:ph type="title" hasCustomPrompt="1"/>
          </p:nvPr>
        </p:nvSpPr>
        <p:spPr>
          <a:xfrm>
            <a:off x="866276" y="273846"/>
            <a:ext cx="7425349" cy="375503"/>
          </a:xfrm>
          <a:prstGeom prst="rect">
            <a:avLst/>
          </a:prstGeom>
        </p:spPr>
        <p:txBody>
          <a:bodyPr vert="horz" lIns="91440" tIns="45720" rIns="91440" bIns="45720" rtlCol="0" anchor="ctr">
            <a:normAutofit/>
          </a:bodyPr>
          <a:lstStyle/>
          <a:p>
            <a:pPr marL="0" lvl="0" algn="l" defTabSz="685800" rtl="0" eaLnBrk="1" latinLnBrk="0" hangingPunct="1">
              <a:lnSpc>
                <a:spcPct val="90000"/>
              </a:lnSpc>
              <a:buClr>
                <a:srgbClr val="000000"/>
              </a:buClr>
              <a:buSzPts val="9200"/>
            </a:pPr>
            <a:r>
              <a:rPr kumimoji="1" lang="en-GB" altLang="zh-CN" dirty="0"/>
              <a:t>Click here to edit the master title style</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500" advClick="0">
        <p14:flip dir="r"/>
      </p:transition>
    </mc:Choice>
    <mc:Fallback>
      <p:transition advClick="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6" name="Picture Placeholder 5"/>
          <p:cNvSpPr>
            <a:spLocks noGrp="1"/>
          </p:cNvSpPr>
          <p:nvPr>
            <p:ph type="pic" sz="quarter" idx="11"/>
          </p:nvPr>
        </p:nvSpPr>
        <p:spPr>
          <a:xfrm>
            <a:off x="668145" y="1611630"/>
            <a:ext cx="2489033" cy="1531620"/>
          </a:xfrm>
          <a:custGeom>
            <a:avLst/>
            <a:gdLst>
              <a:gd name="connsiteX0" fmla="*/ 20319 w 3318710"/>
              <a:gd name="connsiteY0" fmla="*/ 0 h 2042160"/>
              <a:gd name="connsiteX1" fmla="*/ 3298390 w 3318710"/>
              <a:gd name="connsiteY1" fmla="*/ 0 h 2042160"/>
              <a:gd name="connsiteX2" fmla="*/ 3318710 w 3318710"/>
              <a:gd name="connsiteY2" fmla="*/ 20319 h 2042160"/>
              <a:gd name="connsiteX3" fmla="*/ 3318710 w 3318710"/>
              <a:gd name="connsiteY3" fmla="*/ 2021841 h 2042160"/>
              <a:gd name="connsiteX4" fmla="*/ 3298390 w 3318710"/>
              <a:gd name="connsiteY4" fmla="*/ 2042160 h 2042160"/>
              <a:gd name="connsiteX5" fmla="*/ 20319 w 3318710"/>
              <a:gd name="connsiteY5" fmla="*/ 2042160 h 2042160"/>
              <a:gd name="connsiteX6" fmla="*/ 0 w 3318710"/>
              <a:gd name="connsiteY6" fmla="*/ 2021841 h 2042160"/>
              <a:gd name="connsiteX7" fmla="*/ 0 w 3318710"/>
              <a:gd name="connsiteY7" fmla="*/ 20319 h 2042160"/>
              <a:gd name="connsiteX8" fmla="*/ 20319 w 3318710"/>
              <a:gd name="connsiteY8" fmla="*/ 0 h 2042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8710" h="2042160">
                <a:moveTo>
                  <a:pt x="20319" y="0"/>
                </a:moveTo>
                <a:lnTo>
                  <a:pt x="3298390" y="0"/>
                </a:lnTo>
                <a:cubicBezTo>
                  <a:pt x="3309613" y="0"/>
                  <a:pt x="3318710" y="9097"/>
                  <a:pt x="3318710" y="20319"/>
                </a:cubicBezTo>
                <a:lnTo>
                  <a:pt x="3318710" y="2021841"/>
                </a:lnTo>
                <a:cubicBezTo>
                  <a:pt x="3318710" y="2033063"/>
                  <a:pt x="3309613" y="2042160"/>
                  <a:pt x="3298390" y="2042160"/>
                </a:cubicBezTo>
                <a:lnTo>
                  <a:pt x="20319" y="2042160"/>
                </a:lnTo>
                <a:cubicBezTo>
                  <a:pt x="9097" y="2042160"/>
                  <a:pt x="0" y="2033063"/>
                  <a:pt x="0" y="2021841"/>
                </a:cubicBezTo>
                <a:lnTo>
                  <a:pt x="0" y="20319"/>
                </a:lnTo>
                <a:cubicBezTo>
                  <a:pt x="0" y="9097"/>
                  <a:pt x="9097" y="0"/>
                  <a:pt x="20319" y="0"/>
                </a:cubicBezTo>
                <a:close/>
              </a:path>
            </a:pathLst>
          </a:custGeom>
          <a:solidFill>
            <a:schemeClr val="bg1">
              <a:lumMod val="95000"/>
              <a:alpha val="40000"/>
            </a:schemeClr>
          </a:solidFill>
        </p:spPr>
        <p:txBody>
          <a:bodyPr wrap="square">
            <a:noAutofit/>
          </a:bodyPr>
          <a:lstStyle>
            <a:lvl1pPr marL="0" indent="0" algn="ctr">
              <a:buNone/>
              <a:defRPr sz="1050" b="0" i="0">
                <a:solidFill>
                  <a:schemeClr val="tx1">
                    <a:lumMod val="65000"/>
                    <a:lumOff val="35000"/>
                  </a:schemeClr>
                </a:solidFill>
                <a:latin typeface="Arial" panose="020B0604020202090204" pitchFamily="34" charset="0"/>
              </a:defRPr>
            </a:lvl1pPr>
          </a:lstStyle>
          <a:p>
            <a:endParaRPr lang="id-ID" dirty="0"/>
          </a:p>
        </p:txBody>
      </p:sp>
      <p:sp>
        <p:nvSpPr>
          <p:cNvPr id="7" name="Picture Placeholder 6"/>
          <p:cNvSpPr>
            <a:spLocks noGrp="1"/>
          </p:cNvSpPr>
          <p:nvPr>
            <p:ph type="pic" sz="quarter" idx="12"/>
          </p:nvPr>
        </p:nvSpPr>
        <p:spPr>
          <a:xfrm>
            <a:off x="3327485" y="1611630"/>
            <a:ext cx="2489033" cy="1531620"/>
          </a:xfrm>
          <a:custGeom>
            <a:avLst/>
            <a:gdLst>
              <a:gd name="connsiteX0" fmla="*/ 20319 w 3318710"/>
              <a:gd name="connsiteY0" fmla="*/ 0 h 2042160"/>
              <a:gd name="connsiteX1" fmla="*/ 3298390 w 3318710"/>
              <a:gd name="connsiteY1" fmla="*/ 0 h 2042160"/>
              <a:gd name="connsiteX2" fmla="*/ 3318710 w 3318710"/>
              <a:gd name="connsiteY2" fmla="*/ 20319 h 2042160"/>
              <a:gd name="connsiteX3" fmla="*/ 3318710 w 3318710"/>
              <a:gd name="connsiteY3" fmla="*/ 2021841 h 2042160"/>
              <a:gd name="connsiteX4" fmla="*/ 3298390 w 3318710"/>
              <a:gd name="connsiteY4" fmla="*/ 2042160 h 2042160"/>
              <a:gd name="connsiteX5" fmla="*/ 20319 w 3318710"/>
              <a:gd name="connsiteY5" fmla="*/ 2042160 h 2042160"/>
              <a:gd name="connsiteX6" fmla="*/ 0 w 3318710"/>
              <a:gd name="connsiteY6" fmla="*/ 2021841 h 2042160"/>
              <a:gd name="connsiteX7" fmla="*/ 0 w 3318710"/>
              <a:gd name="connsiteY7" fmla="*/ 20319 h 2042160"/>
              <a:gd name="connsiteX8" fmla="*/ 20319 w 3318710"/>
              <a:gd name="connsiteY8" fmla="*/ 0 h 2042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8710" h="2042160">
                <a:moveTo>
                  <a:pt x="20319" y="0"/>
                </a:moveTo>
                <a:lnTo>
                  <a:pt x="3298390" y="0"/>
                </a:lnTo>
                <a:cubicBezTo>
                  <a:pt x="3309613" y="0"/>
                  <a:pt x="3318710" y="9097"/>
                  <a:pt x="3318710" y="20319"/>
                </a:cubicBezTo>
                <a:lnTo>
                  <a:pt x="3318710" y="2021841"/>
                </a:lnTo>
                <a:cubicBezTo>
                  <a:pt x="3318710" y="2033063"/>
                  <a:pt x="3309613" y="2042160"/>
                  <a:pt x="3298390" y="2042160"/>
                </a:cubicBezTo>
                <a:lnTo>
                  <a:pt x="20319" y="2042160"/>
                </a:lnTo>
                <a:cubicBezTo>
                  <a:pt x="9097" y="2042160"/>
                  <a:pt x="0" y="2033063"/>
                  <a:pt x="0" y="2021841"/>
                </a:cubicBezTo>
                <a:lnTo>
                  <a:pt x="0" y="20319"/>
                </a:lnTo>
                <a:cubicBezTo>
                  <a:pt x="0" y="9097"/>
                  <a:pt x="9097" y="0"/>
                  <a:pt x="20319" y="0"/>
                </a:cubicBezTo>
                <a:close/>
              </a:path>
            </a:pathLst>
          </a:custGeom>
          <a:solidFill>
            <a:schemeClr val="bg1">
              <a:lumMod val="95000"/>
              <a:alpha val="40000"/>
            </a:schemeClr>
          </a:solidFill>
        </p:spPr>
        <p:txBody>
          <a:bodyPr wrap="square">
            <a:noAutofit/>
          </a:bodyPr>
          <a:lstStyle>
            <a:lvl1pPr marL="0" indent="0" algn="ctr">
              <a:buNone/>
              <a:defRPr sz="1050" b="0" i="0">
                <a:solidFill>
                  <a:schemeClr val="tx1">
                    <a:lumMod val="65000"/>
                    <a:lumOff val="35000"/>
                  </a:schemeClr>
                </a:solidFill>
                <a:latin typeface="Arial" panose="020B0604020202090204" pitchFamily="34" charset="0"/>
              </a:defRPr>
            </a:lvl1pPr>
          </a:lstStyle>
          <a:p>
            <a:endParaRPr lang="id-ID" dirty="0"/>
          </a:p>
        </p:txBody>
      </p:sp>
      <p:sp>
        <p:nvSpPr>
          <p:cNvPr id="8" name="Picture Placeholder 7"/>
          <p:cNvSpPr>
            <a:spLocks noGrp="1"/>
          </p:cNvSpPr>
          <p:nvPr>
            <p:ph type="pic" sz="quarter" idx="13"/>
          </p:nvPr>
        </p:nvSpPr>
        <p:spPr>
          <a:xfrm>
            <a:off x="5986827" y="1611630"/>
            <a:ext cx="2489033" cy="1531620"/>
          </a:xfrm>
          <a:custGeom>
            <a:avLst/>
            <a:gdLst>
              <a:gd name="connsiteX0" fmla="*/ 20319 w 3318710"/>
              <a:gd name="connsiteY0" fmla="*/ 0 h 2042160"/>
              <a:gd name="connsiteX1" fmla="*/ 3298390 w 3318710"/>
              <a:gd name="connsiteY1" fmla="*/ 0 h 2042160"/>
              <a:gd name="connsiteX2" fmla="*/ 3318710 w 3318710"/>
              <a:gd name="connsiteY2" fmla="*/ 20319 h 2042160"/>
              <a:gd name="connsiteX3" fmla="*/ 3318710 w 3318710"/>
              <a:gd name="connsiteY3" fmla="*/ 2021841 h 2042160"/>
              <a:gd name="connsiteX4" fmla="*/ 3298390 w 3318710"/>
              <a:gd name="connsiteY4" fmla="*/ 2042160 h 2042160"/>
              <a:gd name="connsiteX5" fmla="*/ 20319 w 3318710"/>
              <a:gd name="connsiteY5" fmla="*/ 2042160 h 2042160"/>
              <a:gd name="connsiteX6" fmla="*/ 0 w 3318710"/>
              <a:gd name="connsiteY6" fmla="*/ 2021841 h 2042160"/>
              <a:gd name="connsiteX7" fmla="*/ 0 w 3318710"/>
              <a:gd name="connsiteY7" fmla="*/ 20319 h 2042160"/>
              <a:gd name="connsiteX8" fmla="*/ 20319 w 3318710"/>
              <a:gd name="connsiteY8" fmla="*/ 0 h 2042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8710" h="2042160">
                <a:moveTo>
                  <a:pt x="20319" y="0"/>
                </a:moveTo>
                <a:lnTo>
                  <a:pt x="3298390" y="0"/>
                </a:lnTo>
                <a:cubicBezTo>
                  <a:pt x="3309613" y="0"/>
                  <a:pt x="3318710" y="9097"/>
                  <a:pt x="3318710" y="20319"/>
                </a:cubicBezTo>
                <a:lnTo>
                  <a:pt x="3318710" y="2021841"/>
                </a:lnTo>
                <a:cubicBezTo>
                  <a:pt x="3318710" y="2033063"/>
                  <a:pt x="3309613" y="2042160"/>
                  <a:pt x="3298390" y="2042160"/>
                </a:cubicBezTo>
                <a:lnTo>
                  <a:pt x="20319" y="2042160"/>
                </a:lnTo>
                <a:cubicBezTo>
                  <a:pt x="9097" y="2042160"/>
                  <a:pt x="0" y="2033063"/>
                  <a:pt x="0" y="2021841"/>
                </a:cubicBezTo>
                <a:lnTo>
                  <a:pt x="0" y="20319"/>
                </a:lnTo>
                <a:cubicBezTo>
                  <a:pt x="0" y="9097"/>
                  <a:pt x="9097" y="0"/>
                  <a:pt x="20319" y="0"/>
                </a:cubicBezTo>
                <a:close/>
              </a:path>
            </a:pathLst>
          </a:custGeom>
          <a:solidFill>
            <a:schemeClr val="bg1">
              <a:lumMod val="95000"/>
              <a:alpha val="40000"/>
            </a:schemeClr>
          </a:solidFill>
        </p:spPr>
        <p:txBody>
          <a:bodyPr wrap="square">
            <a:noAutofit/>
          </a:bodyPr>
          <a:lstStyle>
            <a:lvl1pPr marL="0" indent="0" algn="ctr">
              <a:buNone/>
              <a:defRPr sz="1050" b="0" i="0">
                <a:solidFill>
                  <a:schemeClr val="tx1">
                    <a:lumMod val="65000"/>
                    <a:lumOff val="35000"/>
                  </a:schemeClr>
                </a:solidFill>
                <a:latin typeface="Arial" panose="020B0604020202090204" pitchFamily="34" charset="0"/>
              </a:defRPr>
            </a:lvl1pPr>
          </a:lstStyle>
          <a:p>
            <a:endParaRPr lang="id-ID" dirty="0"/>
          </a:p>
        </p:txBody>
      </p:sp>
      <p:sp>
        <p:nvSpPr>
          <p:cNvPr id="5" name="标题占位符 4"/>
          <p:cNvSpPr>
            <a:spLocks noGrp="1"/>
          </p:cNvSpPr>
          <p:nvPr>
            <p:ph type="title" hasCustomPrompt="1"/>
          </p:nvPr>
        </p:nvSpPr>
        <p:spPr>
          <a:xfrm>
            <a:off x="866276" y="273846"/>
            <a:ext cx="7425349" cy="375503"/>
          </a:xfrm>
          <a:prstGeom prst="rect">
            <a:avLst/>
          </a:prstGeom>
        </p:spPr>
        <p:txBody>
          <a:bodyPr vert="horz" lIns="91440" tIns="45720" rIns="91440" bIns="45720" rtlCol="0" anchor="ctr">
            <a:normAutofit/>
          </a:bodyPr>
          <a:lstStyle/>
          <a:p>
            <a:pPr marL="0" lvl="0" algn="l" defTabSz="685800" rtl="0" eaLnBrk="1" latinLnBrk="0" hangingPunct="1">
              <a:lnSpc>
                <a:spcPct val="90000"/>
              </a:lnSpc>
              <a:buClr>
                <a:srgbClr val="000000"/>
              </a:buClr>
              <a:buSzPts val="9200"/>
            </a:pPr>
            <a:r>
              <a:rPr kumimoji="1" lang="en-GB" altLang="zh-CN" dirty="0"/>
              <a:t>Click here to edit the master title style</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500" advClick="0">
        <p14:flip dir="r"/>
      </p:transition>
    </mc:Choice>
    <mc:Fallback>
      <p:transition advClick="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7_Title Slide">
    <p:spTree>
      <p:nvGrpSpPr>
        <p:cNvPr id="1" name=""/>
        <p:cNvGrpSpPr/>
        <p:nvPr/>
      </p:nvGrpSpPr>
      <p:grpSpPr>
        <a:xfrm>
          <a:off x="0" y="0"/>
          <a:ext cx="0" cy="0"/>
          <a:chOff x="0" y="0"/>
          <a:chExt cx="0" cy="0"/>
        </a:xfrm>
      </p:grpSpPr>
      <p:sp>
        <p:nvSpPr>
          <p:cNvPr id="7" name="Picture Placeholder 36"/>
          <p:cNvSpPr>
            <a:spLocks noGrp="1"/>
          </p:cNvSpPr>
          <p:nvPr>
            <p:ph type="pic" sz="quarter" idx="11"/>
          </p:nvPr>
        </p:nvSpPr>
        <p:spPr>
          <a:xfrm>
            <a:off x="1097183" y="1894492"/>
            <a:ext cx="898673" cy="924533"/>
          </a:xfrm>
          <a:custGeom>
            <a:avLst/>
            <a:gdLst>
              <a:gd name="connsiteX0" fmla="*/ 716294 w 4297680"/>
              <a:gd name="connsiteY0" fmla="*/ 0 h 4297680"/>
              <a:gd name="connsiteX1" fmla="*/ 3581386 w 4297680"/>
              <a:gd name="connsiteY1" fmla="*/ 0 h 4297680"/>
              <a:gd name="connsiteX2" fmla="*/ 4297680 w 4297680"/>
              <a:gd name="connsiteY2" fmla="*/ 716294 h 4297680"/>
              <a:gd name="connsiteX3" fmla="*/ 4297680 w 4297680"/>
              <a:gd name="connsiteY3" fmla="*/ 3581386 h 4297680"/>
              <a:gd name="connsiteX4" fmla="*/ 3581386 w 4297680"/>
              <a:gd name="connsiteY4" fmla="*/ 4297680 h 4297680"/>
              <a:gd name="connsiteX5" fmla="*/ 716294 w 4297680"/>
              <a:gd name="connsiteY5" fmla="*/ 4297680 h 4297680"/>
              <a:gd name="connsiteX6" fmla="*/ 0 w 4297680"/>
              <a:gd name="connsiteY6" fmla="*/ 3581386 h 4297680"/>
              <a:gd name="connsiteX7" fmla="*/ 0 w 4297680"/>
              <a:gd name="connsiteY7" fmla="*/ 716294 h 4297680"/>
              <a:gd name="connsiteX8" fmla="*/ 716294 w 4297680"/>
              <a:gd name="connsiteY8" fmla="*/ 0 h 429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97680" h="4297680">
                <a:moveTo>
                  <a:pt x="716294" y="0"/>
                </a:moveTo>
                <a:lnTo>
                  <a:pt x="3581386" y="0"/>
                </a:lnTo>
                <a:cubicBezTo>
                  <a:pt x="3976984" y="0"/>
                  <a:pt x="4297680" y="320696"/>
                  <a:pt x="4297680" y="716294"/>
                </a:cubicBezTo>
                <a:lnTo>
                  <a:pt x="4297680" y="3581386"/>
                </a:lnTo>
                <a:cubicBezTo>
                  <a:pt x="4297680" y="3976984"/>
                  <a:pt x="3976984" y="4297680"/>
                  <a:pt x="3581386" y="4297680"/>
                </a:cubicBezTo>
                <a:lnTo>
                  <a:pt x="716294" y="4297680"/>
                </a:lnTo>
                <a:cubicBezTo>
                  <a:pt x="320696" y="4297680"/>
                  <a:pt x="0" y="3976984"/>
                  <a:pt x="0" y="3581386"/>
                </a:cubicBezTo>
                <a:lnTo>
                  <a:pt x="0" y="716294"/>
                </a:lnTo>
                <a:cubicBezTo>
                  <a:pt x="0" y="320696"/>
                  <a:pt x="320696" y="0"/>
                  <a:pt x="716294" y="0"/>
                </a:cubicBezTo>
                <a:close/>
              </a:path>
            </a:pathLst>
          </a:custGeom>
          <a:solidFill>
            <a:schemeClr val="bg1">
              <a:lumMod val="95000"/>
            </a:schemeClr>
          </a:solidFill>
          <a:effectLst/>
        </p:spPr>
        <p:txBody>
          <a:bodyPr wrap="square">
            <a:noAutofit/>
          </a:bodyPr>
          <a:lstStyle>
            <a:lvl1pPr marL="0" indent="0" algn="ctr">
              <a:buNone/>
              <a:defRPr sz="1050" b="0" i="0">
                <a:solidFill>
                  <a:schemeClr val="bg1">
                    <a:lumMod val="50000"/>
                  </a:schemeClr>
                </a:solidFill>
                <a:latin typeface="Arial" panose="020B0604020202090204" pitchFamily="34" charset="0"/>
              </a:defRPr>
            </a:lvl1pPr>
          </a:lstStyle>
          <a:p>
            <a:endParaRPr lang="id-ID" dirty="0"/>
          </a:p>
        </p:txBody>
      </p:sp>
      <p:sp>
        <p:nvSpPr>
          <p:cNvPr id="8" name="Picture Placeholder 36"/>
          <p:cNvSpPr>
            <a:spLocks noGrp="1"/>
          </p:cNvSpPr>
          <p:nvPr>
            <p:ph type="pic" sz="quarter" idx="12"/>
          </p:nvPr>
        </p:nvSpPr>
        <p:spPr>
          <a:xfrm>
            <a:off x="2248864" y="1894492"/>
            <a:ext cx="898673" cy="924533"/>
          </a:xfrm>
          <a:custGeom>
            <a:avLst/>
            <a:gdLst>
              <a:gd name="connsiteX0" fmla="*/ 716294 w 4297680"/>
              <a:gd name="connsiteY0" fmla="*/ 0 h 4297680"/>
              <a:gd name="connsiteX1" fmla="*/ 3581386 w 4297680"/>
              <a:gd name="connsiteY1" fmla="*/ 0 h 4297680"/>
              <a:gd name="connsiteX2" fmla="*/ 4297680 w 4297680"/>
              <a:gd name="connsiteY2" fmla="*/ 716294 h 4297680"/>
              <a:gd name="connsiteX3" fmla="*/ 4297680 w 4297680"/>
              <a:gd name="connsiteY3" fmla="*/ 3581386 h 4297680"/>
              <a:gd name="connsiteX4" fmla="*/ 3581386 w 4297680"/>
              <a:gd name="connsiteY4" fmla="*/ 4297680 h 4297680"/>
              <a:gd name="connsiteX5" fmla="*/ 716294 w 4297680"/>
              <a:gd name="connsiteY5" fmla="*/ 4297680 h 4297680"/>
              <a:gd name="connsiteX6" fmla="*/ 0 w 4297680"/>
              <a:gd name="connsiteY6" fmla="*/ 3581386 h 4297680"/>
              <a:gd name="connsiteX7" fmla="*/ 0 w 4297680"/>
              <a:gd name="connsiteY7" fmla="*/ 716294 h 4297680"/>
              <a:gd name="connsiteX8" fmla="*/ 716294 w 4297680"/>
              <a:gd name="connsiteY8" fmla="*/ 0 h 429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97680" h="4297680">
                <a:moveTo>
                  <a:pt x="716294" y="0"/>
                </a:moveTo>
                <a:lnTo>
                  <a:pt x="3581386" y="0"/>
                </a:lnTo>
                <a:cubicBezTo>
                  <a:pt x="3976984" y="0"/>
                  <a:pt x="4297680" y="320696"/>
                  <a:pt x="4297680" y="716294"/>
                </a:cubicBezTo>
                <a:lnTo>
                  <a:pt x="4297680" y="3581386"/>
                </a:lnTo>
                <a:cubicBezTo>
                  <a:pt x="4297680" y="3976984"/>
                  <a:pt x="3976984" y="4297680"/>
                  <a:pt x="3581386" y="4297680"/>
                </a:cubicBezTo>
                <a:lnTo>
                  <a:pt x="716294" y="4297680"/>
                </a:lnTo>
                <a:cubicBezTo>
                  <a:pt x="320696" y="4297680"/>
                  <a:pt x="0" y="3976984"/>
                  <a:pt x="0" y="3581386"/>
                </a:cubicBezTo>
                <a:lnTo>
                  <a:pt x="0" y="716294"/>
                </a:lnTo>
                <a:cubicBezTo>
                  <a:pt x="0" y="320696"/>
                  <a:pt x="320696" y="0"/>
                  <a:pt x="716294" y="0"/>
                </a:cubicBezTo>
                <a:close/>
              </a:path>
            </a:pathLst>
          </a:custGeom>
          <a:solidFill>
            <a:schemeClr val="bg1">
              <a:lumMod val="95000"/>
            </a:schemeClr>
          </a:solidFill>
          <a:effectLst/>
        </p:spPr>
        <p:txBody>
          <a:bodyPr wrap="square">
            <a:noAutofit/>
          </a:bodyPr>
          <a:lstStyle>
            <a:lvl1pPr marL="0" indent="0" algn="ctr">
              <a:buNone/>
              <a:defRPr sz="1050" b="0" i="0">
                <a:solidFill>
                  <a:schemeClr val="bg1">
                    <a:lumMod val="50000"/>
                  </a:schemeClr>
                </a:solidFill>
                <a:latin typeface="Arial" panose="020B0604020202090204" pitchFamily="34" charset="0"/>
              </a:defRPr>
            </a:lvl1pPr>
          </a:lstStyle>
          <a:p>
            <a:endParaRPr lang="id-ID" dirty="0"/>
          </a:p>
        </p:txBody>
      </p:sp>
      <p:sp>
        <p:nvSpPr>
          <p:cNvPr id="9" name="Picture Placeholder 36"/>
          <p:cNvSpPr>
            <a:spLocks noGrp="1"/>
          </p:cNvSpPr>
          <p:nvPr>
            <p:ph type="pic" sz="quarter" idx="13"/>
          </p:nvPr>
        </p:nvSpPr>
        <p:spPr>
          <a:xfrm>
            <a:off x="3400544" y="1894492"/>
            <a:ext cx="898673" cy="924533"/>
          </a:xfrm>
          <a:custGeom>
            <a:avLst/>
            <a:gdLst>
              <a:gd name="connsiteX0" fmla="*/ 716294 w 4297680"/>
              <a:gd name="connsiteY0" fmla="*/ 0 h 4297680"/>
              <a:gd name="connsiteX1" fmla="*/ 3581386 w 4297680"/>
              <a:gd name="connsiteY1" fmla="*/ 0 h 4297680"/>
              <a:gd name="connsiteX2" fmla="*/ 4297680 w 4297680"/>
              <a:gd name="connsiteY2" fmla="*/ 716294 h 4297680"/>
              <a:gd name="connsiteX3" fmla="*/ 4297680 w 4297680"/>
              <a:gd name="connsiteY3" fmla="*/ 3581386 h 4297680"/>
              <a:gd name="connsiteX4" fmla="*/ 3581386 w 4297680"/>
              <a:gd name="connsiteY4" fmla="*/ 4297680 h 4297680"/>
              <a:gd name="connsiteX5" fmla="*/ 716294 w 4297680"/>
              <a:gd name="connsiteY5" fmla="*/ 4297680 h 4297680"/>
              <a:gd name="connsiteX6" fmla="*/ 0 w 4297680"/>
              <a:gd name="connsiteY6" fmla="*/ 3581386 h 4297680"/>
              <a:gd name="connsiteX7" fmla="*/ 0 w 4297680"/>
              <a:gd name="connsiteY7" fmla="*/ 716294 h 4297680"/>
              <a:gd name="connsiteX8" fmla="*/ 716294 w 4297680"/>
              <a:gd name="connsiteY8" fmla="*/ 0 h 429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97680" h="4297680">
                <a:moveTo>
                  <a:pt x="716294" y="0"/>
                </a:moveTo>
                <a:lnTo>
                  <a:pt x="3581386" y="0"/>
                </a:lnTo>
                <a:cubicBezTo>
                  <a:pt x="3976984" y="0"/>
                  <a:pt x="4297680" y="320696"/>
                  <a:pt x="4297680" y="716294"/>
                </a:cubicBezTo>
                <a:lnTo>
                  <a:pt x="4297680" y="3581386"/>
                </a:lnTo>
                <a:cubicBezTo>
                  <a:pt x="4297680" y="3976984"/>
                  <a:pt x="3976984" y="4297680"/>
                  <a:pt x="3581386" y="4297680"/>
                </a:cubicBezTo>
                <a:lnTo>
                  <a:pt x="716294" y="4297680"/>
                </a:lnTo>
                <a:cubicBezTo>
                  <a:pt x="320696" y="4297680"/>
                  <a:pt x="0" y="3976984"/>
                  <a:pt x="0" y="3581386"/>
                </a:cubicBezTo>
                <a:lnTo>
                  <a:pt x="0" y="716294"/>
                </a:lnTo>
                <a:cubicBezTo>
                  <a:pt x="0" y="320696"/>
                  <a:pt x="320696" y="0"/>
                  <a:pt x="716294" y="0"/>
                </a:cubicBezTo>
                <a:close/>
              </a:path>
            </a:pathLst>
          </a:custGeom>
          <a:solidFill>
            <a:schemeClr val="bg1">
              <a:lumMod val="95000"/>
            </a:schemeClr>
          </a:solidFill>
          <a:effectLst/>
        </p:spPr>
        <p:txBody>
          <a:bodyPr wrap="square">
            <a:noAutofit/>
          </a:bodyPr>
          <a:lstStyle>
            <a:lvl1pPr marL="0" indent="0" algn="ctr">
              <a:buNone/>
              <a:defRPr sz="1050" b="0" i="0">
                <a:solidFill>
                  <a:schemeClr val="bg1">
                    <a:lumMod val="50000"/>
                  </a:schemeClr>
                </a:solidFill>
                <a:latin typeface="Arial" panose="020B0604020202090204" pitchFamily="34" charset="0"/>
              </a:defRPr>
            </a:lvl1pPr>
          </a:lstStyle>
          <a:p>
            <a:endParaRPr lang="id-ID" dirty="0"/>
          </a:p>
        </p:txBody>
      </p:sp>
      <p:sp>
        <p:nvSpPr>
          <p:cNvPr id="10" name="Picture Placeholder 36"/>
          <p:cNvSpPr>
            <a:spLocks noGrp="1"/>
          </p:cNvSpPr>
          <p:nvPr>
            <p:ph type="pic" sz="quarter" idx="14"/>
          </p:nvPr>
        </p:nvSpPr>
        <p:spPr>
          <a:xfrm>
            <a:off x="4552225" y="1894492"/>
            <a:ext cx="898673" cy="924533"/>
          </a:xfrm>
          <a:custGeom>
            <a:avLst/>
            <a:gdLst>
              <a:gd name="connsiteX0" fmla="*/ 716294 w 4297680"/>
              <a:gd name="connsiteY0" fmla="*/ 0 h 4297680"/>
              <a:gd name="connsiteX1" fmla="*/ 3581386 w 4297680"/>
              <a:gd name="connsiteY1" fmla="*/ 0 h 4297680"/>
              <a:gd name="connsiteX2" fmla="*/ 4297680 w 4297680"/>
              <a:gd name="connsiteY2" fmla="*/ 716294 h 4297680"/>
              <a:gd name="connsiteX3" fmla="*/ 4297680 w 4297680"/>
              <a:gd name="connsiteY3" fmla="*/ 3581386 h 4297680"/>
              <a:gd name="connsiteX4" fmla="*/ 3581386 w 4297680"/>
              <a:gd name="connsiteY4" fmla="*/ 4297680 h 4297680"/>
              <a:gd name="connsiteX5" fmla="*/ 716294 w 4297680"/>
              <a:gd name="connsiteY5" fmla="*/ 4297680 h 4297680"/>
              <a:gd name="connsiteX6" fmla="*/ 0 w 4297680"/>
              <a:gd name="connsiteY6" fmla="*/ 3581386 h 4297680"/>
              <a:gd name="connsiteX7" fmla="*/ 0 w 4297680"/>
              <a:gd name="connsiteY7" fmla="*/ 716294 h 4297680"/>
              <a:gd name="connsiteX8" fmla="*/ 716294 w 4297680"/>
              <a:gd name="connsiteY8" fmla="*/ 0 h 429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97680" h="4297680">
                <a:moveTo>
                  <a:pt x="716294" y="0"/>
                </a:moveTo>
                <a:lnTo>
                  <a:pt x="3581386" y="0"/>
                </a:lnTo>
                <a:cubicBezTo>
                  <a:pt x="3976984" y="0"/>
                  <a:pt x="4297680" y="320696"/>
                  <a:pt x="4297680" y="716294"/>
                </a:cubicBezTo>
                <a:lnTo>
                  <a:pt x="4297680" y="3581386"/>
                </a:lnTo>
                <a:cubicBezTo>
                  <a:pt x="4297680" y="3976984"/>
                  <a:pt x="3976984" y="4297680"/>
                  <a:pt x="3581386" y="4297680"/>
                </a:cubicBezTo>
                <a:lnTo>
                  <a:pt x="716294" y="4297680"/>
                </a:lnTo>
                <a:cubicBezTo>
                  <a:pt x="320696" y="4297680"/>
                  <a:pt x="0" y="3976984"/>
                  <a:pt x="0" y="3581386"/>
                </a:cubicBezTo>
                <a:lnTo>
                  <a:pt x="0" y="716294"/>
                </a:lnTo>
                <a:cubicBezTo>
                  <a:pt x="0" y="320696"/>
                  <a:pt x="320696" y="0"/>
                  <a:pt x="716294" y="0"/>
                </a:cubicBezTo>
                <a:close/>
              </a:path>
            </a:pathLst>
          </a:custGeom>
          <a:solidFill>
            <a:schemeClr val="bg1">
              <a:lumMod val="95000"/>
            </a:schemeClr>
          </a:solidFill>
          <a:effectLst/>
        </p:spPr>
        <p:txBody>
          <a:bodyPr wrap="square">
            <a:noAutofit/>
          </a:bodyPr>
          <a:lstStyle>
            <a:lvl1pPr marL="0" indent="0" algn="ctr">
              <a:buNone/>
              <a:defRPr sz="1050" b="0" i="0">
                <a:solidFill>
                  <a:schemeClr val="bg1">
                    <a:lumMod val="50000"/>
                  </a:schemeClr>
                </a:solidFill>
                <a:latin typeface="Arial" panose="020B0604020202090204" pitchFamily="34" charset="0"/>
              </a:defRPr>
            </a:lvl1pPr>
          </a:lstStyle>
          <a:p>
            <a:endParaRPr lang="id-ID" dirty="0"/>
          </a:p>
        </p:txBody>
      </p:sp>
      <p:sp>
        <p:nvSpPr>
          <p:cNvPr id="6" name="标题占位符 4"/>
          <p:cNvSpPr>
            <a:spLocks noGrp="1"/>
          </p:cNvSpPr>
          <p:nvPr>
            <p:ph type="title" hasCustomPrompt="1"/>
          </p:nvPr>
        </p:nvSpPr>
        <p:spPr>
          <a:xfrm>
            <a:off x="866276" y="273846"/>
            <a:ext cx="7425349" cy="375503"/>
          </a:xfrm>
          <a:prstGeom prst="rect">
            <a:avLst/>
          </a:prstGeom>
        </p:spPr>
        <p:txBody>
          <a:bodyPr vert="horz" lIns="91440" tIns="45720" rIns="91440" bIns="45720" rtlCol="0" anchor="ctr">
            <a:normAutofit/>
          </a:bodyPr>
          <a:lstStyle/>
          <a:p>
            <a:pPr marL="0" lvl="0" algn="l" defTabSz="685800" rtl="0" eaLnBrk="1" latinLnBrk="0" hangingPunct="1">
              <a:lnSpc>
                <a:spcPct val="90000"/>
              </a:lnSpc>
              <a:buClr>
                <a:srgbClr val="000000"/>
              </a:buClr>
              <a:buSzPts val="9200"/>
            </a:pPr>
            <a:r>
              <a:rPr kumimoji="1" lang="en-GB" altLang="zh-CN" dirty="0"/>
              <a:t>Click here to edit the master title style</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500" advClick="0">
        <p14:flip dir="r"/>
      </p:transition>
    </mc:Choice>
    <mc:Fallback>
      <p:transition advClick="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9_Title Slide">
    <p:spTree>
      <p:nvGrpSpPr>
        <p:cNvPr id="1" name=""/>
        <p:cNvGrpSpPr/>
        <p:nvPr/>
      </p:nvGrpSpPr>
      <p:grpSpPr>
        <a:xfrm>
          <a:off x="0" y="0"/>
          <a:ext cx="0" cy="0"/>
          <a:chOff x="0" y="0"/>
          <a:chExt cx="0" cy="0"/>
        </a:xfrm>
      </p:grpSpPr>
      <p:sp>
        <p:nvSpPr>
          <p:cNvPr id="4" name="Picture Placeholder 6"/>
          <p:cNvSpPr>
            <a:spLocks noGrp="1"/>
          </p:cNvSpPr>
          <p:nvPr>
            <p:ph type="pic" sz="quarter" idx="10"/>
          </p:nvPr>
        </p:nvSpPr>
        <p:spPr>
          <a:xfrm>
            <a:off x="3537173" y="3864505"/>
            <a:ext cx="588633" cy="587724"/>
          </a:xfrm>
          <a:custGeom>
            <a:avLst/>
            <a:gdLst>
              <a:gd name="connsiteX0" fmla="*/ 501446 w 1002892"/>
              <a:gd name="connsiteY0" fmla="*/ 0 h 1002892"/>
              <a:gd name="connsiteX1" fmla="*/ 1002892 w 1002892"/>
              <a:gd name="connsiteY1" fmla="*/ 501446 h 1002892"/>
              <a:gd name="connsiteX2" fmla="*/ 501446 w 1002892"/>
              <a:gd name="connsiteY2" fmla="*/ 1002892 h 1002892"/>
              <a:gd name="connsiteX3" fmla="*/ 0 w 1002892"/>
              <a:gd name="connsiteY3" fmla="*/ 501446 h 1002892"/>
              <a:gd name="connsiteX4" fmla="*/ 501446 w 1002892"/>
              <a:gd name="connsiteY4" fmla="*/ 0 h 1002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2892" h="1002892">
                <a:moveTo>
                  <a:pt x="501446" y="0"/>
                </a:moveTo>
                <a:cubicBezTo>
                  <a:pt x="778387" y="0"/>
                  <a:pt x="1002892" y="224505"/>
                  <a:pt x="1002892" y="501446"/>
                </a:cubicBezTo>
                <a:cubicBezTo>
                  <a:pt x="1002892" y="778387"/>
                  <a:pt x="778387" y="1002892"/>
                  <a:pt x="501446" y="1002892"/>
                </a:cubicBezTo>
                <a:cubicBezTo>
                  <a:pt x="224505" y="1002892"/>
                  <a:pt x="0" y="778387"/>
                  <a:pt x="0" y="501446"/>
                </a:cubicBezTo>
                <a:cubicBezTo>
                  <a:pt x="0" y="224505"/>
                  <a:pt x="224505" y="0"/>
                  <a:pt x="501446" y="0"/>
                </a:cubicBezTo>
                <a:close/>
              </a:path>
            </a:pathLst>
          </a:custGeom>
          <a:solidFill>
            <a:schemeClr val="bg1"/>
          </a:solidFill>
        </p:spPr>
        <p:txBody>
          <a:bodyPr wrap="square">
            <a:noAutofit/>
          </a:bodyPr>
          <a:lstStyle>
            <a:lvl1pPr marL="0" indent="0" algn="ctr">
              <a:buNone/>
              <a:defRPr sz="940" b="0" i="0">
                <a:solidFill>
                  <a:schemeClr val="tx1">
                    <a:lumMod val="50000"/>
                    <a:lumOff val="50000"/>
                  </a:schemeClr>
                </a:solidFill>
                <a:latin typeface="Arial" panose="020B0604020202090204" pitchFamily="34" charset="0"/>
              </a:defRPr>
            </a:lvl1pPr>
          </a:lstStyle>
          <a:p>
            <a:endParaRPr lang="id-ID" dirty="0"/>
          </a:p>
        </p:txBody>
      </p:sp>
      <p:sp>
        <p:nvSpPr>
          <p:cNvPr id="5" name="Picture Placeholder 6"/>
          <p:cNvSpPr>
            <a:spLocks noGrp="1"/>
          </p:cNvSpPr>
          <p:nvPr>
            <p:ph type="pic" sz="quarter" idx="11"/>
          </p:nvPr>
        </p:nvSpPr>
        <p:spPr>
          <a:xfrm>
            <a:off x="6728591" y="3864505"/>
            <a:ext cx="588633" cy="587724"/>
          </a:xfrm>
          <a:custGeom>
            <a:avLst/>
            <a:gdLst>
              <a:gd name="connsiteX0" fmla="*/ 501446 w 1002892"/>
              <a:gd name="connsiteY0" fmla="*/ 0 h 1002892"/>
              <a:gd name="connsiteX1" fmla="*/ 1002892 w 1002892"/>
              <a:gd name="connsiteY1" fmla="*/ 501446 h 1002892"/>
              <a:gd name="connsiteX2" fmla="*/ 501446 w 1002892"/>
              <a:gd name="connsiteY2" fmla="*/ 1002892 h 1002892"/>
              <a:gd name="connsiteX3" fmla="*/ 0 w 1002892"/>
              <a:gd name="connsiteY3" fmla="*/ 501446 h 1002892"/>
              <a:gd name="connsiteX4" fmla="*/ 501446 w 1002892"/>
              <a:gd name="connsiteY4" fmla="*/ 0 h 1002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2892" h="1002892">
                <a:moveTo>
                  <a:pt x="501446" y="0"/>
                </a:moveTo>
                <a:cubicBezTo>
                  <a:pt x="778387" y="0"/>
                  <a:pt x="1002892" y="224505"/>
                  <a:pt x="1002892" y="501446"/>
                </a:cubicBezTo>
                <a:cubicBezTo>
                  <a:pt x="1002892" y="778387"/>
                  <a:pt x="778387" y="1002892"/>
                  <a:pt x="501446" y="1002892"/>
                </a:cubicBezTo>
                <a:cubicBezTo>
                  <a:pt x="224505" y="1002892"/>
                  <a:pt x="0" y="778387"/>
                  <a:pt x="0" y="501446"/>
                </a:cubicBezTo>
                <a:cubicBezTo>
                  <a:pt x="0" y="224505"/>
                  <a:pt x="224505" y="0"/>
                  <a:pt x="501446" y="0"/>
                </a:cubicBezTo>
                <a:close/>
              </a:path>
            </a:pathLst>
          </a:custGeom>
          <a:solidFill>
            <a:schemeClr val="bg1"/>
          </a:solidFill>
        </p:spPr>
        <p:txBody>
          <a:bodyPr wrap="square">
            <a:noAutofit/>
          </a:bodyPr>
          <a:lstStyle>
            <a:lvl1pPr marL="0" indent="0" algn="ctr">
              <a:buNone/>
              <a:defRPr sz="940" b="0" i="0">
                <a:solidFill>
                  <a:schemeClr val="tx1">
                    <a:lumMod val="50000"/>
                    <a:lumOff val="50000"/>
                  </a:schemeClr>
                </a:solidFill>
                <a:latin typeface="Arial" panose="020B0604020202090204" pitchFamily="34" charset="0"/>
              </a:defRPr>
            </a:lvl1pPr>
          </a:lstStyle>
          <a:p>
            <a:endParaRPr lang="id-ID" dirty="0"/>
          </a:p>
        </p:txBody>
      </p:sp>
      <p:sp>
        <p:nvSpPr>
          <p:cNvPr id="6" name="标题占位符 4"/>
          <p:cNvSpPr>
            <a:spLocks noGrp="1"/>
          </p:cNvSpPr>
          <p:nvPr>
            <p:ph type="title" hasCustomPrompt="1"/>
          </p:nvPr>
        </p:nvSpPr>
        <p:spPr>
          <a:xfrm>
            <a:off x="866276" y="273846"/>
            <a:ext cx="7425349" cy="375503"/>
          </a:xfrm>
          <a:prstGeom prst="rect">
            <a:avLst/>
          </a:prstGeom>
        </p:spPr>
        <p:txBody>
          <a:bodyPr vert="horz" lIns="91440" tIns="45720" rIns="91440" bIns="45720" rtlCol="0" anchor="ctr">
            <a:normAutofit/>
          </a:bodyPr>
          <a:lstStyle/>
          <a:p>
            <a:pPr marL="0" lvl="0" algn="l" defTabSz="685800" rtl="0" eaLnBrk="1" latinLnBrk="0" hangingPunct="1">
              <a:lnSpc>
                <a:spcPct val="90000"/>
              </a:lnSpc>
              <a:buClr>
                <a:srgbClr val="000000"/>
              </a:buClr>
              <a:buSzPts val="9200"/>
            </a:pPr>
            <a:r>
              <a:rPr kumimoji="1" lang="en-GB" altLang="zh-CN" dirty="0"/>
              <a:t>Click here to edit the master title style</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500" advClick="0">
        <p14:flip dir="r"/>
      </p:transition>
    </mc:Choice>
    <mc:Fallback>
      <p:transition advClick="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0_Title Slide">
    <p:spTree>
      <p:nvGrpSpPr>
        <p:cNvPr id="1" name=""/>
        <p:cNvGrpSpPr/>
        <p:nvPr/>
      </p:nvGrpSpPr>
      <p:grpSpPr>
        <a:xfrm>
          <a:off x="0" y="0"/>
          <a:ext cx="0" cy="0"/>
          <a:chOff x="0" y="0"/>
          <a:chExt cx="0" cy="0"/>
        </a:xfrm>
      </p:grpSpPr>
      <p:sp>
        <p:nvSpPr>
          <p:cNvPr id="3" name="Picture Placeholder 3"/>
          <p:cNvSpPr>
            <a:spLocks noGrp="1"/>
          </p:cNvSpPr>
          <p:nvPr>
            <p:ph type="pic" sz="quarter" idx="11"/>
          </p:nvPr>
        </p:nvSpPr>
        <p:spPr>
          <a:xfrm>
            <a:off x="0" y="1"/>
            <a:ext cx="9144000" cy="5143500"/>
          </a:xfrm>
          <a:custGeom>
            <a:avLst/>
            <a:gdLst>
              <a:gd name="connsiteX0" fmla="*/ 0 w 4203290"/>
              <a:gd name="connsiteY0" fmla="*/ 0 h 6858000"/>
              <a:gd name="connsiteX1" fmla="*/ 4203290 w 4203290"/>
              <a:gd name="connsiteY1" fmla="*/ 0 h 6858000"/>
              <a:gd name="connsiteX2" fmla="*/ 4203290 w 4203290"/>
              <a:gd name="connsiteY2" fmla="*/ 6858000 h 6858000"/>
              <a:gd name="connsiteX3" fmla="*/ 0 w 420329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203290" h="6858000">
                <a:moveTo>
                  <a:pt x="0" y="0"/>
                </a:moveTo>
                <a:lnTo>
                  <a:pt x="4203290" y="0"/>
                </a:lnTo>
                <a:lnTo>
                  <a:pt x="4203290" y="6858000"/>
                </a:lnTo>
                <a:lnTo>
                  <a:pt x="0" y="6858000"/>
                </a:lnTo>
                <a:close/>
              </a:path>
            </a:pathLst>
          </a:custGeom>
          <a:solidFill>
            <a:schemeClr val="bg1">
              <a:lumMod val="95000"/>
              <a:alpha val="40000"/>
            </a:schemeClr>
          </a:solidFill>
        </p:spPr>
        <p:txBody>
          <a:bodyPr wrap="square">
            <a:noAutofit/>
          </a:bodyPr>
          <a:lstStyle>
            <a:lvl1pPr marL="0" indent="0" algn="ctr">
              <a:buNone/>
              <a:defRPr sz="1050" b="0" i="0">
                <a:solidFill>
                  <a:schemeClr val="tx1">
                    <a:lumMod val="65000"/>
                    <a:lumOff val="35000"/>
                  </a:schemeClr>
                </a:solidFill>
                <a:latin typeface="Arial" panose="020B0604020202090204" pitchFamily="34" charset="0"/>
              </a:defRPr>
            </a:lvl1pPr>
          </a:lstStyle>
          <a:p>
            <a:endParaRPr lang="id-ID" dirty="0"/>
          </a:p>
        </p:txBody>
      </p:sp>
      <p:sp>
        <p:nvSpPr>
          <p:cNvPr id="4" name="Picture Placeholder 6"/>
          <p:cNvSpPr>
            <a:spLocks noGrp="1"/>
          </p:cNvSpPr>
          <p:nvPr>
            <p:ph type="pic" sz="quarter" idx="10"/>
          </p:nvPr>
        </p:nvSpPr>
        <p:spPr>
          <a:xfrm>
            <a:off x="5297886" y="3472577"/>
            <a:ext cx="713046" cy="711945"/>
          </a:xfrm>
          <a:custGeom>
            <a:avLst/>
            <a:gdLst>
              <a:gd name="connsiteX0" fmla="*/ 501446 w 1002892"/>
              <a:gd name="connsiteY0" fmla="*/ 0 h 1002892"/>
              <a:gd name="connsiteX1" fmla="*/ 1002892 w 1002892"/>
              <a:gd name="connsiteY1" fmla="*/ 501446 h 1002892"/>
              <a:gd name="connsiteX2" fmla="*/ 501446 w 1002892"/>
              <a:gd name="connsiteY2" fmla="*/ 1002892 h 1002892"/>
              <a:gd name="connsiteX3" fmla="*/ 0 w 1002892"/>
              <a:gd name="connsiteY3" fmla="*/ 501446 h 1002892"/>
              <a:gd name="connsiteX4" fmla="*/ 501446 w 1002892"/>
              <a:gd name="connsiteY4" fmla="*/ 0 h 1002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2892" h="1002892">
                <a:moveTo>
                  <a:pt x="501446" y="0"/>
                </a:moveTo>
                <a:cubicBezTo>
                  <a:pt x="778387" y="0"/>
                  <a:pt x="1002892" y="224505"/>
                  <a:pt x="1002892" y="501446"/>
                </a:cubicBezTo>
                <a:cubicBezTo>
                  <a:pt x="1002892" y="778387"/>
                  <a:pt x="778387" y="1002892"/>
                  <a:pt x="501446" y="1002892"/>
                </a:cubicBezTo>
                <a:cubicBezTo>
                  <a:pt x="224505" y="1002892"/>
                  <a:pt x="0" y="778387"/>
                  <a:pt x="0" y="501446"/>
                </a:cubicBezTo>
                <a:cubicBezTo>
                  <a:pt x="0" y="224505"/>
                  <a:pt x="224505" y="0"/>
                  <a:pt x="501446" y="0"/>
                </a:cubicBezTo>
                <a:close/>
              </a:path>
            </a:pathLst>
          </a:custGeom>
          <a:solidFill>
            <a:schemeClr val="bg1"/>
          </a:solidFill>
        </p:spPr>
        <p:txBody>
          <a:bodyPr wrap="square">
            <a:noAutofit/>
          </a:bodyPr>
          <a:lstStyle>
            <a:lvl1pPr marL="0" indent="0" algn="ctr">
              <a:buNone/>
              <a:defRPr sz="940" b="0" i="0">
                <a:solidFill>
                  <a:schemeClr val="tx1">
                    <a:lumMod val="50000"/>
                    <a:lumOff val="50000"/>
                  </a:schemeClr>
                </a:solidFill>
                <a:latin typeface="Arial" panose="020B0604020202090204" pitchFamily="34" charset="0"/>
              </a:defRPr>
            </a:lvl1pPr>
          </a:lstStyle>
          <a:p>
            <a:endParaRPr lang="id-ID" dirty="0"/>
          </a:p>
        </p:txBody>
      </p:sp>
    </p:spTree>
  </p:cSld>
  <p:clrMapOvr>
    <a:masterClrMapping/>
  </p:clrMapOvr>
  <mc:AlternateContent xmlns:mc="http://schemas.openxmlformats.org/markup-compatibility/2006">
    <mc:Choice xmlns:p14="http://schemas.microsoft.com/office/powerpoint/2010/main" Requires="p14">
      <p:transition p14:dur="500" advClick="0">
        <p14:flip dir="r"/>
      </p:transition>
    </mc:Choice>
    <mc:Fallback>
      <p:transition advClick="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1_Title Slide">
    <p:spTree>
      <p:nvGrpSpPr>
        <p:cNvPr id="1" name=""/>
        <p:cNvGrpSpPr/>
        <p:nvPr/>
      </p:nvGrpSpPr>
      <p:grpSpPr>
        <a:xfrm>
          <a:off x="0" y="0"/>
          <a:ext cx="0" cy="0"/>
          <a:chOff x="0" y="0"/>
          <a:chExt cx="0" cy="0"/>
        </a:xfrm>
      </p:grpSpPr>
      <p:sp>
        <p:nvSpPr>
          <p:cNvPr id="3" name="Picture Placeholder 3"/>
          <p:cNvSpPr>
            <a:spLocks noGrp="1"/>
          </p:cNvSpPr>
          <p:nvPr>
            <p:ph type="pic" sz="quarter" idx="11"/>
          </p:nvPr>
        </p:nvSpPr>
        <p:spPr>
          <a:xfrm>
            <a:off x="0" y="3"/>
            <a:ext cx="9144000" cy="2643187"/>
          </a:xfrm>
          <a:custGeom>
            <a:avLst/>
            <a:gdLst>
              <a:gd name="connsiteX0" fmla="*/ 0 w 4203290"/>
              <a:gd name="connsiteY0" fmla="*/ 0 h 6858000"/>
              <a:gd name="connsiteX1" fmla="*/ 4203290 w 4203290"/>
              <a:gd name="connsiteY1" fmla="*/ 0 h 6858000"/>
              <a:gd name="connsiteX2" fmla="*/ 4203290 w 4203290"/>
              <a:gd name="connsiteY2" fmla="*/ 6858000 h 6858000"/>
              <a:gd name="connsiteX3" fmla="*/ 0 w 420329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203290" h="6858000">
                <a:moveTo>
                  <a:pt x="0" y="0"/>
                </a:moveTo>
                <a:lnTo>
                  <a:pt x="4203290" y="0"/>
                </a:lnTo>
                <a:lnTo>
                  <a:pt x="4203290" y="6858000"/>
                </a:lnTo>
                <a:lnTo>
                  <a:pt x="0" y="6858000"/>
                </a:lnTo>
                <a:close/>
              </a:path>
            </a:pathLst>
          </a:custGeom>
          <a:solidFill>
            <a:schemeClr val="bg1">
              <a:lumMod val="95000"/>
              <a:alpha val="40000"/>
            </a:schemeClr>
          </a:solidFill>
        </p:spPr>
        <p:txBody>
          <a:bodyPr wrap="square">
            <a:noAutofit/>
          </a:bodyPr>
          <a:lstStyle>
            <a:lvl1pPr marL="0" indent="0" algn="ctr">
              <a:buNone/>
              <a:defRPr sz="1050" b="0" i="0">
                <a:solidFill>
                  <a:schemeClr val="tx1">
                    <a:lumMod val="65000"/>
                    <a:lumOff val="35000"/>
                  </a:schemeClr>
                </a:solidFill>
                <a:latin typeface="Arial" panose="020B0604020202090204" pitchFamily="34" charset="0"/>
              </a:defRPr>
            </a:lvl1pPr>
          </a:lstStyle>
          <a:p>
            <a:endParaRPr lang="id-ID" dirty="0"/>
          </a:p>
        </p:txBody>
      </p:sp>
    </p:spTree>
  </p:cSld>
  <p:clrMapOvr>
    <a:masterClrMapping/>
  </p:clrMapOvr>
  <mc:AlternateContent xmlns:mc="http://schemas.openxmlformats.org/markup-compatibility/2006">
    <mc:Choice xmlns:p14="http://schemas.microsoft.com/office/powerpoint/2010/main" Requires="p14">
      <p:transition p14:dur="500" advClick="0">
        <p14:flip dir="r"/>
      </p:transition>
    </mc:Choice>
    <mc:Fallback>
      <p:transition advClick="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2_Title Slide">
    <p:spTree>
      <p:nvGrpSpPr>
        <p:cNvPr id="1" name=""/>
        <p:cNvGrpSpPr/>
        <p:nvPr/>
      </p:nvGrpSpPr>
      <p:grpSpPr>
        <a:xfrm>
          <a:off x="0" y="0"/>
          <a:ext cx="0" cy="0"/>
          <a:chOff x="0" y="0"/>
          <a:chExt cx="0" cy="0"/>
        </a:xfrm>
      </p:grpSpPr>
      <p:sp>
        <p:nvSpPr>
          <p:cNvPr id="5" name="Picture Placeholder 6"/>
          <p:cNvSpPr>
            <a:spLocks noGrp="1"/>
          </p:cNvSpPr>
          <p:nvPr>
            <p:ph type="pic" sz="quarter" idx="11"/>
          </p:nvPr>
        </p:nvSpPr>
        <p:spPr>
          <a:xfrm>
            <a:off x="5830569" y="2178779"/>
            <a:ext cx="675413" cy="674370"/>
          </a:xfrm>
          <a:custGeom>
            <a:avLst/>
            <a:gdLst>
              <a:gd name="connsiteX0" fmla="*/ 501446 w 1002892"/>
              <a:gd name="connsiteY0" fmla="*/ 0 h 1002892"/>
              <a:gd name="connsiteX1" fmla="*/ 1002892 w 1002892"/>
              <a:gd name="connsiteY1" fmla="*/ 501446 h 1002892"/>
              <a:gd name="connsiteX2" fmla="*/ 501446 w 1002892"/>
              <a:gd name="connsiteY2" fmla="*/ 1002892 h 1002892"/>
              <a:gd name="connsiteX3" fmla="*/ 0 w 1002892"/>
              <a:gd name="connsiteY3" fmla="*/ 501446 h 1002892"/>
              <a:gd name="connsiteX4" fmla="*/ 501446 w 1002892"/>
              <a:gd name="connsiteY4" fmla="*/ 0 h 1002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2892" h="1002892">
                <a:moveTo>
                  <a:pt x="501446" y="0"/>
                </a:moveTo>
                <a:cubicBezTo>
                  <a:pt x="778387" y="0"/>
                  <a:pt x="1002892" y="224505"/>
                  <a:pt x="1002892" y="501446"/>
                </a:cubicBezTo>
                <a:cubicBezTo>
                  <a:pt x="1002892" y="778387"/>
                  <a:pt x="778387" y="1002892"/>
                  <a:pt x="501446" y="1002892"/>
                </a:cubicBezTo>
                <a:cubicBezTo>
                  <a:pt x="224505" y="1002892"/>
                  <a:pt x="0" y="778387"/>
                  <a:pt x="0" y="501446"/>
                </a:cubicBezTo>
                <a:cubicBezTo>
                  <a:pt x="0" y="224505"/>
                  <a:pt x="224505" y="0"/>
                  <a:pt x="501446" y="0"/>
                </a:cubicBezTo>
                <a:close/>
              </a:path>
            </a:pathLst>
          </a:custGeom>
          <a:solidFill>
            <a:schemeClr val="bg1">
              <a:lumMod val="95000"/>
            </a:schemeClr>
          </a:solidFill>
        </p:spPr>
        <p:txBody>
          <a:bodyPr wrap="square">
            <a:noAutofit/>
          </a:bodyPr>
          <a:lstStyle>
            <a:lvl1pPr marL="0" indent="0" algn="ctr">
              <a:buNone/>
              <a:defRPr sz="940" b="0" i="0">
                <a:solidFill>
                  <a:schemeClr val="tx1">
                    <a:lumMod val="50000"/>
                    <a:lumOff val="50000"/>
                  </a:schemeClr>
                </a:solidFill>
                <a:latin typeface="Arial" panose="020B0604020202090204" pitchFamily="34" charset="0"/>
              </a:defRPr>
            </a:lvl1pPr>
          </a:lstStyle>
          <a:p>
            <a:endParaRPr lang="id-ID" dirty="0"/>
          </a:p>
        </p:txBody>
      </p:sp>
      <p:sp>
        <p:nvSpPr>
          <p:cNvPr id="4" name="Picture Placeholder 6"/>
          <p:cNvSpPr>
            <a:spLocks noGrp="1"/>
          </p:cNvSpPr>
          <p:nvPr>
            <p:ph type="pic" sz="quarter" idx="10"/>
          </p:nvPr>
        </p:nvSpPr>
        <p:spPr>
          <a:xfrm>
            <a:off x="2638020" y="2178779"/>
            <a:ext cx="675413" cy="674370"/>
          </a:xfrm>
          <a:custGeom>
            <a:avLst/>
            <a:gdLst>
              <a:gd name="connsiteX0" fmla="*/ 501446 w 1002892"/>
              <a:gd name="connsiteY0" fmla="*/ 0 h 1002892"/>
              <a:gd name="connsiteX1" fmla="*/ 1002892 w 1002892"/>
              <a:gd name="connsiteY1" fmla="*/ 501446 h 1002892"/>
              <a:gd name="connsiteX2" fmla="*/ 501446 w 1002892"/>
              <a:gd name="connsiteY2" fmla="*/ 1002892 h 1002892"/>
              <a:gd name="connsiteX3" fmla="*/ 0 w 1002892"/>
              <a:gd name="connsiteY3" fmla="*/ 501446 h 1002892"/>
              <a:gd name="connsiteX4" fmla="*/ 501446 w 1002892"/>
              <a:gd name="connsiteY4" fmla="*/ 0 h 1002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2892" h="1002892">
                <a:moveTo>
                  <a:pt x="501446" y="0"/>
                </a:moveTo>
                <a:cubicBezTo>
                  <a:pt x="778387" y="0"/>
                  <a:pt x="1002892" y="224505"/>
                  <a:pt x="1002892" y="501446"/>
                </a:cubicBezTo>
                <a:cubicBezTo>
                  <a:pt x="1002892" y="778387"/>
                  <a:pt x="778387" y="1002892"/>
                  <a:pt x="501446" y="1002892"/>
                </a:cubicBezTo>
                <a:cubicBezTo>
                  <a:pt x="224505" y="1002892"/>
                  <a:pt x="0" y="778387"/>
                  <a:pt x="0" y="501446"/>
                </a:cubicBezTo>
                <a:cubicBezTo>
                  <a:pt x="0" y="224505"/>
                  <a:pt x="224505" y="0"/>
                  <a:pt x="501446" y="0"/>
                </a:cubicBezTo>
                <a:close/>
              </a:path>
            </a:pathLst>
          </a:custGeom>
          <a:solidFill>
            <a:schemeClr val="bg1">
              <a:lumMod val="95000"/>
            </a:schemeClr>
          </a:solidFill>
        </p:spPr>
        <p:txBody>
          <a:bodyPr wrap="square">
            <a:noAutofit/>
          </a:bodyPr>
          <a:lstStyle>
            <a:lvl1pPr marL="0" indent="0" algn="ctr">
              <a:buNone/>
              <a:defRPr sz="940" b="0" i="0">
                <a:solidFill>
                  <a:schemeClr val="tx1">
                    <a:lumMod val="50000"/>
                    <a:lumOff val="50000"/>
                  </a:schemeClr>
                </a:solidFill>
                <a:latin typeface="Arial" panose="020B0604020202090204" pitchFamily="34" charset="0"/>
              </a:defRPr>
            </a:lvl1pPr>
          </a:lstStyle>
          <a:p>
            <a:endParaRPr lang="id-ID" dirty="0"/>
          </a:p>
        </p:txBody>
      </p:sp>
      <p:sp>
        <p:nvSpPr>
          <p:cNvPr id="6" name="标题占位符 4"/>
          <p:cNvSpPr>
            <a:spLocks noGrp="1"/>
          </p:cNvSpPr>
          <p:nvPr>
            <p:ph type="title" hasCustomPrompt="1"/>
          </p:nvPr>
        </p:nvSpPr>
        <p:spPr>
          <a:xfrm>
            <a:off x="866276" y="273846"/>
            <a:ext cx="7425349" cy="375503"/>
          </a:xfrm>
          <a:prstGeom prst="rect">
            <a:avLst/>
          </a:prstGeom>
        </p:spPr>
        <p:txBody>
          <a:bodyPr vert="horz" lIns="91440" tIns="45720" rIns="91440" bIns="45720" rtlCol="0" anchor="ctr">
            <a:normAutofit/>
          </a:bodyPr>
          <a:lstStyle/>
          <a:p>
            <a:pPr marL="0" lvl="0" algn="l" defTabSz="685800" rtl="0" eaLnBrk="1" latinLnBrk="0" hangingPunct="1">
              <a:lnSpc>
                <a:spcPct val="90000"/>
              </a:lnSpc>
              <a:buClr>
                <a:srgbClr val="000000"/>
              </a:buClr>
              <a:buSzPts val="9200"/>
            </a:pPr>
            <a:r>
              <a:rPr kumimoji="1" lang="en-GB" altLang="zh-CN" dirty="0"/>
              <a:t>Click here to edit the master title style</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500" advClick="0">
        <p14:flip dir="r"/>
      </p:transition>
    </mc:Choice>
    <mc:Fallback>
      <p:transition advClick="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3_Title Slide">
    <p:spTree>
      <p:nvGrpSpPr>
        <p:cNvPr id="1" name=""/>
        <p:cNvGrpSpPr/>
        <p:nvPr/>
      </p:nvGrpSpPr>
      <p:grpSpPr>
        <a:xfrm>
          <a:off x="0" y="0"/>
          <a:ext cx="0" cy="0"/>
          <a:chOff x="0" y="0"/>
          <a:chExt cx="0" cy="0"/>
        </a:xfrm>
      </p:grpSpPr>
      <p:sp>
        <p:nvSpPr>
          <p:cNvPr id="2" name="Picture Placeholder 3"/>
          <p:cNvSpPr>
            <a:spLocks noGrp="1"/>
          </p:cNvSpPr>
          <p:nvPr>
            <p:ph type="pic" sz="quarter" idx="11"/>
          </p:nvPr>
        </p:nvSpPr>
        <p:spPr>
          <a:xfrm>
            <a:off x="4280844" y="1234217"/>
            <a:ext cx="5497217" cy="3077115"/>
          </a:xfrm>
          <a:custGeom>
            <a:avLst/>
            <a:gdLst>
              <a:gd name="connsiteX0" fmla="*/ 0 w 4203290"/>
              <a:gd name="connsiteY0" fmla="*/ 0 h 6858000"/>
              <a:gd name="connsiteX1" fmla="*/ 4203290 w 4203290"/>
              <a:gd name="connsiteY1" fmla="*/ 0 h 6858000"/>
              <a:gd name="connsiteX2" fmla="*/ 4203290 w 4203290"/>
              <a:gd name="connsiteY2" fmla="*/ 6858000 h 6858000"/>
              <a:gd name="connsiteX3" fmla="*/ 0 w 420329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203290" h="6858000">
                <a:moveTo>
                  <a:pt x="0" y="0"/>
                </a:moveTo>
                <a:lnTo>
                  <a:pt x="4203290" y="0"/>
                </a:lnTo>
                <a:lnTo>
                  <a:pt x="4203290" y="6858000"/>
                </a:lnTo>
                <a:lnTo>
                  <a:pt x="0" y="6858000"/>
                </a:lnTo>
                <a:close/>
              </a:path>
            </a:pathLst>
          </a:custGeom>
          <a:solidFill>
            <a:schemeClr val="bg1">
              <a:lumMod val="95000"/>
            </a:schemeClr>
          </a:solidFill>
          <a:effectLst>
            <a:outerShdw blurRad="1270000" sx="90000" sy="90000" algn="ctr" rotWithShape="0">
              <a:schemeClr val="bg1">
                <a:lumMod val="50000"/>
                <a:alpha val="40000"/>
              </a:schemeClr>
            </a:outerShdw>
          </a:effectLst>
        </p:spPr>
        <p:txBody>
          <a:bodyPr wrap="square">
            <a:noAutofit/>
          </a:bodyPr>
          <a:lstStyle>
            <a:lvl1pPr marL="0" indent="0" algn="ctr">
              <a:buNone/>
              <a:defRPr sz="1050" b="0" i="0">
                <a:solidFill>
                  <a:schemeClr val="tx1">
                    <a:lumMod val="65000"/>
                    <a:lumOff val="35000"/>
                  </a:schemeClr>
                </a:solidFill>
                <a:latin typeface="Arial" panose="020B0604020202090204" pitchFamily="34" charset="0"/>
              </a:defRPr>
            </a:lvl1pPr>
          </a:lstStyle>
          <a:p>
            <a:endParaRPr lang="id-ID" dirty="0"/>
          </a:p>
        </p:txBody>
      </p:sp>
      <p:sp>
        <p:nvSpPr>
          <p:cNvPr id="11" name="标题占位符 4"/>
          <p:cNvSpPr>
            <a:spLocks noGrp="1"/>
          </p:cNvSpPr>
          <p:nvPr>
            <p:ph type="title" hasCustomPrompt="1"/>
          </p:nvPr>
        </p:nvSpPr>
        <p:spPr>
          <a:xfrm>
            <a:off x="866276" y="273846"/>
            <a:ext cx="7425349" cy="375503"/>
          </a:xfrm>
          <a:prstGeom prst="rect">
            <a:avLst/>
          </a:prstGeom>
        </p:spPr>
        <p:txBody>
          <a:bodyPr vert="horz" lIns="91440" tIns="45720" rIns="91440" bIns="45720" rtlCol="0" anchor="ctr">
            <a:normAutofit/>
          </a:bodyPr>
          <a:lstStyle/>
          <a:p>
            <a:pPr marL="0" lvl="0" algn="l" defTabSz="685800" rtl="0" eaLnBrk="1" latinLnBrk="0" hangingPunct="1">
              <a:lnSpc>
                <a:spcPct val="90000"/>
              </a:lnSpc>
              <a:buClr>
                <a:srgbClr val="000000"/>
              </a:buClr>
              <a:buSzPts val="9200"/>
            </a:pPr>
            <a:r>
              <a:rPr kumimoji="1" lang="en-GB" altLang="zh-CN" dirty="0"/>
              <a:t>Click here to edit the master title style</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500" advClick="0">
        <p14:flip dir="r"/>
      </p:transition>
    </mc:Choice>
    <mc:Fallback>
      <p:transition advClick="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4_Title Slide">
    <p:spTree>
      <p:nvGrpSpPr>
        <p:cNvPr id="1" name=""/>
        <p:cNvGrpSpPr/>
        <p:nvPr/>
      </p:nvGrpSpPr>
      <p:grpSpPr>
        <a:xfrm>
          <a:off x="0" y="0"/>
          <a:ext cx="0" cy="0"/>
          <a:chOff x="0" y="0"/>
          <a:chExt cx="0" cy="0"/>
        </a:xfrm>
      </p:grpSpPr>
      <p:sp>
        <p:nvSpPr>
          <p:cNvPr id="8" name="Picture Placeholder 7"/>
          <p:cNvSpPr>
            <a:spLocks noGrp="1"/>
          </p:cNvSpPr>
          <p:nvPr>
            <p:ph type="pic" sz="quarter" idx="11"/>
          </p:nvPr>
        </p:nvSpPr>
        <p:spPr>
          <a:xfrm>
            <a:off x="4280038" y="837331"/>
            <a:ext cx="4157750" cy="3635132"/>
          </a:xfrm>
          <a:custGeom>
            <a:avLst/>
            <a:gdLst>
              <a:gd name="connsiteX0" fmla="*/ 1456042 w 5543667"/>
              <a:gd name="connsiteY0" fmla="*/ 61 h 4846843"/>
              <a:gd name="connsiteX1" fmla="*/ 2254209 w 5543667"/>
              <a:gd name="connsiteY1" fmla="*/ 234962 h 4846843"/>
              <a:gd name="connsiteX2" fmla="*/ 3353395 w 5543667"/>
              <a:gd name="connsiteY2" fmla="*/ 478574 h 4846843"/>
              <a:gd name="connsiteX3" fmla="*/ 3480149 w 5543667"/>
              <a:gd name="connsiteY3" fmla="*/ 493116 h 4846843"/>
              <a:gd name="connsiteX4" fmla="*/ 4685255 w 5543667"/>
              <a:gd name="connsiteY4" fmla="*/ 1074150 h 4846843"/>
              <a:gd name="connsiteX5" fmla="*/ 5481485 w 5543667"/>
              <a:gd name="connsiteY5" fmla="*/ 2246976 h 4846843"/>
              <a:gd name="connsiteX6" fmla="*/ 5395406 w 5543667"/>
              <a:gd name="connsiteY6" fmla="*/ 3817917 h 4846843"/>
              <a:gd name="connsiteX7" fmla="*/ 3802945 w 5543667"/>
              <a:gd name="connsiteY7" fmla="*/ 4829345 h 4846843"/>
              <a:gd name="connsiteX8" fmla="*/ 2006047 w 5543667"/>
              <a:gd name="connsiteY8" fmla="*/ 3153077 h 4846843"/>
              <a:gd name="connsiteX9" fmla="*/ 118689 w 5543667"/>
              <a:gd name="connsiteY9" fmla="*/ 2055653 h 4846843"/>
              <a:gd name="connsiteX10" fmla="*/ 792416 w 5543667"/>
              <a:gd name="connsiteY10" fmla="*/ 134255 h 4846843"/>
              <a:gd name="connsiteX11" fmla="*/ 1456042 w 5543667"/>
              <a:gd name="connsiteY11" fmla="*/ 61 h 4846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43667" h="4846843">
                <a:moveTo>
                  <a:pt x="1456042" y="61"/>
                </a:moveTo>
                <a:cubicBezTo>
                  <a:pt x="1830281" y="3860"/>
                  <a:pt x="2000678" y="185530"/>
                  <a:pt x="2254209" y="234962"/>
                </a:cubicBezTo>
                <a:cubicBezTo>
                  <a:pt x="2676920" y="317380"/>
                  <a:pt x="3149071" y="435549"/>
                  <a:pt x="3353395" y="478574"/>
                </a:cubicBezTo>
                <a:cubicBezTo>
                  <a:pt x="3395218" y="479808"/>
                  <a:pt x="3437558" y="484375"/>
                  <a:pt x="3480149" y="493116"/>
                </a:cubicBezTo>
                <a:cubicBezTo>
                  <a:pt x="3820878" y="563056"/>
                  <a:pt x="4348111" y="789012"/>
                  <a:pt x="4685255" y="1074150"/>
                </a:cubicBezTo>
                <a:cubicBezTo>
                  <a:pt x="5022397" y="1359287"/>
                  <a:pt x="5363126" y="1789682"/>
                  <a:pt x="5481485" y="2246976"/>
                </a:cubicBezTo>
                <a:cubicBezTo>
                  <a:pt x="5599843" y="2704270"/>
                  <a:pt x="5537077" y="3405455"/>
                  <a:pt x="5395406" y="3817917"/>
                </a:cubicBezTo>
                <a:cubicBezTo>
                  <a:pt x="5115649" y="4248312"/>
                  <a:pt x="4900520" y="4968188"/>
                  <a:pt x="3802945" y="4829345"/>
                </a:cubicBezTo>
                <a:cubicBezTo>
                  <a:pt x="2705370" y="4690502"/>
                  <a:pt x="2704197" y="3587322"/>
                  <a:pt x="2006047" y="3153077"/>
                </a:cubicBezTo>
                <a:cubicBezTo>
                  <a:pt x="1307896" y="2718831"/>
                  <a:pt x="320961" y="2558790"/>
                  <a:pt x="118689" y="2055653"/>
                </a:cubicBezTo>
                <a:cubicBezTo>
                  <a:pt x="-83583" y="1552515"/>
                  <a:pt x="-122900" y="462571"/>
                  <a:pt x="792416" y="134255"/>
                </a:cubicBezTo>
                <a:cubicBezTo>
                  <a:pt x="1073708" y="33357"/>
                  <a:pt x="1285933" y="-1666"/>
                  <a:pt x="1456042" y="61"/>
                </a:cubicBezTo>
                <a:close/>
              </a:path>
            </a:pathLst>
          </a:custGeom>
          <a:solidFill>
            <a:schemeClr val="bg1">
              <a:lumMod val="95000"/>
              <a:alpha val="40000"/>
            </a:schemeClr>
          </a:solidFill>
        </p:spPr>
        <p:txBody>
          <a:bodyPr wrap="square">
            <a:noAutofit/>
          </a:bodyPr>
          <a:lstStyle>
            <a:lvl1pPr marL="0" indent="0" algn="ctr">
              <a:buNone/>
              <a:defRPr sz="1050" b="0" i="0">
                <a:solidFill>
                  <a:schemeClr val="tx1">
                    <a:lumMod val="65000"/>
                    <a:lumOff val="35000"/>
                  </a:schemeClr>
                </a:solidFill>
                <a:latin typeface="Arial" panose="020B0604020202090204" pitchFamily="34" charset="0"/>
              </a:defRPr>
            </a:lvl1pPr>
          </a:lstStyle>
          <a:p>
            <a:endParaRPr lang="id-ID" dirty="0"/>
          </a:p>
        </p:txBody>
      </p:sp>
      <p:sp>
        <p:nvSpPr>
          <p:cNvPr id="3" name="标题占位符 4"/>
          <p:cNvSpPr>
            <a:spLocks noGrp="1"/>
          </p:cNvSpPr>
          <p:nvPr>
            <p:ph type="title" hasCustomPrompt="1"/>
          </p:nvPr>
        </p:nvSpPr>
        <p:spPr>
          <a:xfrm>
            <a:off x="866276" y="273846"/>
            <a:ext cx="7425349" cy="375503"/>
          </a:xfrm>
          <a:prstGeom prst="rect">
            <a:avLst/>
          </a:prstGeom>
        </p:spPr>
        <p:txBody>
          <a:bodyPr vert="horz" lIns="91440" tIns="45720" rIns="91440" bIns="45720" rtlCol="0" anchor="ctr">
            <a:normAutofit/>
          </a:bodyPr>
          <a:lstStyle/>
          <a:p>
            <a:pPr marL="0" lvl="0" algn="l" defTabSz="685800" rtl="0" eaLnBrk="1" latinLnBrk="0" hangingPunct="1">
              <a:lnSpc>
                <a:spcPct val="90000"/>
              </a:lnSpc>
              <a:buClr>
                <a:srgbClr val="000000"/>
              </a:buClr>
              <a:buSzPts val="9200"/>
            </a:pPr>
            <a:r>
              <a:rPr kumimoji="1" lang="en-GB" altLang="zh-CN" dirty="0"/>
              <a:t>Click here to edit the master title style</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500" advClick="0">
        <p14:flip dir="r"/>
      </p:transition>
    </mc:Choice>
    <mc:Fallback>
      <p:transition advClick="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5_Title Slide">
    <p:spTree>
      <p:nvGrpSpPr>
        <p:cNvPr id="1" name=""/>
        <p:cNvGrpSpPr/>
        <p:nvPr/>
      </p:nvGrpSpPr>
      <p:grpSpPr>
        <a:xfrm>
          <a:off x="0" y="0"/>
          <a:ext cx="0" cy="0"/>
          <a:chOff x="0" y="0"/>
          <a:chExt cx="0" cy="0"/>
        </a:xfrm>
      </p:grpSpPr>
      <p:sp>
        <p:nvSpPr>
          <p:cNvPr id="3" name="Picture Placeholder 3"/>
          <p:cNvSpPr>
            <a:spLocks noGrp="1"/>
          </p:cNvSpPr>
          <p:nvPr>
            <p:ph type="pic" sz="quarter" idx="11"/>
          </p:nvPr>
        </p:nvSpPr>
        <p:spPr>
          <a:xfrm>
            <a:off x="2" y="3"/>
            <a:ext cx="4468761" cy="5143499"/>
          </a:xfrm>
          <a:custGeom>
            <a:avLst/>
            <a:gdLst>
              <a:gd name="connsiteX0" fmla="*/ 0 w 4203290"/>
              <a:gd name="connsiteY0" fmla="*/ 0 h 6858000"/>
              <a:gd name="connsiteX1" fmla="*/ 4203290 w 4203290"/>
              <a:gd name="connsiteY1" fmla="*/ 0 h 6858000"/>
              <a:gd name="connsiteX2" fmla="*/ 4203290 w 4203290"/>
              <a:gd name="connsiteY2" fmla="*/ 6858000 h 6858000"/>
              <a:gd name="connsiteX3" fmla="*/ 0 w 420329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203290" h="6858000">
                <a:moveTo>
                  <a:pt x="0" y="0"/>
                </a:moveTo>
                <a:lnTo>
                  <a:pt x="4203290" y="0"/>
                </a:lnTo>
                <a:lnTo>
                  <a:pt x="4203290" y="6858000"/>
                </a:lnTo>
                <a:lnTo>
                  <a:pt x="0" y="6858000"/>
                </a:lnTo>
                <a:close/>
              </a:path>
            </a:pathLst>
          </a:custGeom>
          <a:solidFill>
            <a:schemeClr val="bg1">
              <a:lumMod val="95000"/>
              <a:alpha val="40000"/>
            </a:schemeClr>
          </a:solidFill>
        </p:spPr>
        <p:txBody>
          <a:bodyPr wrap="square">
            <a:noAutofit/>
          </a:bodyPr>
          <a:lstStyle>
            <a:lvl1pPr marL="0" indent="0" algn="ctr">
              <a:buNone/>
              <a:defRPr sz="1050" b="0" i="0">
                <a:solidFill>
                  <a:schemeClr val="tx1">
                    <a:lumMod val="65000"/>
                    <a:lumOff val="35000"/>
                  </a:schemeClr>
                </a:solidFill>
                <a:latin typeface="Arial" panose="020B0604020202090204" pitchFamily="34" charset="0"/>
              </a:defRPr>
            </a:lvl1pPr>
          </a:lstStyle>
          <a:p>
            <a:endParaRPr lang="id-ID" dirty="0"/>
          </a:p>
        </p:txBody>
      </p:sp>
    </p:spTree>
  </p:cSld>
  <p:clrMapOvr>
    <a:masterClrMapping/>
  </p:clrMapOvr>
  <mc:AlternateContent xmlns:mc="http://schemas.openxmlformats.org/markup-compatibility/2006">
    <mc:Choice xmlns:p14="http://schemas.microsoft.com/office/powerpoint/2010/main" Requires="p14">
      <p:transition p14:dur="500" advClick="0">
        <p14:flip dir="r"/>
      </p:transition>
    </mc:Choice>
    <mc:Fallback>
      <p:transition advClick="0">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9_Title Slide">
    <p:spTree>
      <p:nvGrpSpPr>
        <p:cNvPr id="1" name=""/>
        <p:cNvGrpSpPr/>
        <p:nvPr/>
      </p:nvGrpSpPr>
      <p:grpSpPr>
        <a:xfrm>
          <a:off x="0" y="0"/>
          <a:ext cx="0" cy="0"/>
          <a:chOff x="0" y="0"/>
          <a:chExt cx="0" cy="0"/>
        </a:xfrm>
      </p:grpSpPr>
      <p:sp>
        <p:nvSpPr>
          <p:cNvPr id="6" name="Picture Placeholder 3"/>
          <p:cNvSpPr>
            <a:spLocks noGrp="1"/>
          </p:cNvSpPr>
          <p:nvPr>
            <p:ph type="pic" sz="quarter" idx="11"/>
          </p:nvPr>
        </p:nvSpPr>
        <p:spPr>
          <a:xfrm>
            <a:off x="915693" y="2571752"/>
            <a:ext cx="1827647" cy="1607107"/>
          </a:xfrm>
          <a:custGeom>
            <a:avLst/>
            <a:gdLst>
              <a:gd name="connsiteX0" fmla="*/ 0 w 4203290"/>
              <a:gd name="connsiteY0" fmla="*/ 0 h 6858000"/>
              <a:gd name="connsiteX1" fmla="*/ 4203290 w 4203290"/>
              <a:gd name="connsiteY1" fmla="*/ 0 h 6858000"/>
              <a:gd name="connsiteX2" fmla="*/ 4203290 w 4203290"/>
              <a:gd name="connsiteY2" fmla="*/ 6858000 h 6858000"/>
              <a:gd name="connsiteX3" fmla="*/ 0 w 420329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203290" h="6858000">
                <a:moveTo>
                  <a:pt x="0" y="0"/>
                </a:moveTo>
                <a:lnTo>
                  <a:pt x="4203290" y="0"/>
                </a:lnTo>
                <a:lnTo>
                  <a:pt x="4203290" y="6858000"/>
                </a:lnTo>
                <a:lnTo>
                  <a:pt x="0" y="6858000"/>
                </a:lnTo>
                <a:close/>
              </a:path>
            </a:pathLst>
          </a:custGeom>
          <a:solidFill>
            <a:schemeClr val="bg1">
              <a:lumMod val="95000"/>
              <a:alpha val="40000"/>
            </a:schemeClr>
          </a:solidFill>
        </p:spPr>
        <p:txBody>
          <a:bodyPr wrap="square">
            <a:noAutofit/>
          </a:bodyPr>
          <a:lstStyle>
            <a:lvl1pPr marL="0" indent="0" algn="ctr">
              <a:buNone/>
              <a:defRPr sz="1050" b="0" i="0">
                <a:solidFill>
                  <a:schemeClr val="tx1">
                    <a:lumMod val="65000"/>
                    <a:lumOff val="35000"/>
                  </a:schemeClr>
                </a:solidFill>
                <a:latin typeface="Arial" panose="020B0604020202090204" pitchFamily="34" charset="0"/>
              </a:defRPr>
            </a:lvl1pPr>
          </a:lstStyle>
          <a:p>
            <a:endParaRPr lang="id-ID" dirty="0"/>
          </a:p>
        </p:txBody>
      </p:sp>
      <p:sp>
        <p:nvSpPr>
          <p:cNvPr id="7" name="Picture Placeholder 3"/>
          <p:cNvSpPr>
            <a:spLocks noGrp="1"/>
          </p:cNvSpPr>
          <p:nvPr>
            <p:ph type="pic" sz="quarter" idx="12"/>
          </p:nvPr>
        </p:nvSpPr>
        <p:spPr>
          <a:xfrm>
            <a:off x="4573019" y="2571752"/>
            <a:ext cx="1827647" cy="1607107"/>
          </a:xfrm>
          <a:custGeom>
            <a:avLst/>
            <a:gdLst>
              <a:gd name="connsiteX0" fmla="*/ 0 w 4203290"/>
              <a:gd name="connsiteY0" fmla="*/ 0 h 6858000"/>
              <a:gd name="connsiteX1" fmla="*/ 4203290 w 4203290"/>
              <a:gd name="connsiteY1" fmla="*/ 0 h 6858000"/>
              <a:gd name="connsiteX2" fmla="*/ 4203290 w 4203290"/>
              <a:gd name="connsiteY2" fmla="*/ 6858000 h 6858000"/>
              <a:gd name="connsiteX3" fmla="*/ 0 w 420329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203290" h="6858000">
                <a:moveTo>
                  <a:pt x="0" y="0"/>
                </a:moveTo>
                <a:lnTo>
                  <a:pt x="4203290" y="0"/>
                </a:lnTo>
                <a:lnTo>
                  <a:pt x="4203290" y="6858000"/>
                </a:lnTo>
                <a:lnTo>
                  <a:pt x="0" y="6858000"/>
                </a:lnTo>
                <a:close/>
              </a:path>
            </a:pathLst>
          </a:custGeom>
          <a:solidFill>
            <a:schemeClr val="bg1">
              <a:lumMod val="95000"/>
              <a:alpha val="40000"/>
            </a:schemeClr>
          </a:solidFill>
        </p:spPr>
        <p:txBody>
          <a:bodyPr wrap="square">
            <a:noAutofit/>
          </a:bodyPr>
          <a:lstStyle>
            <a:lvl1pPr marL="0" indent="0" algn="ctr">
              <a:buNone/>
              <a:defRPr sz="1050" b="0" i="0">
                <a:solidFill>
                  <a:schemeClr val="tx1">
                    <a:lumMod val="65000"/>
                    <a:lumOff val="35000"/>
                  </a:schemeClr>
                </a:solidFill>
                <a:latin typeface="Arial" panose="020B0604020202090204" pitchFamily="34" charset="0"/>
              </a:defRPr>
            </a:lvl1pPr>
          </a:lstStyle>
          <a:p>
            <a:endParaRPr lang="id-ID" dirty="0"/>
          </a:p>
        </p:txBody>
      </p:sp>
      <p:sp>
        <p:nvSpPr>
          <p:cNvPr id="8" name="Picture Placeholder 3"/>
          <p:cNvSpPr>
            <a:spLocks noGrp="1"/>
          </p:cNvSpPr>
          <p:nvPr>
            <p:ph type="pic" sz="quarter" idx="13"/>
          </p:nvPr>
        </p:nvSpPr>
        <p:spPr>
          <a:xfrm>
            <a:off x="2743339" y="964646"/>
            <a:ext cx="1827647" cy="1607107"/>
          </a:xfrm>
          <a:custGeom>
            <a:avLst/>
            <a:gdLst>
              <a:gd name="connsiteX0" fmla="*/ 0 w 4203290"/>
              <a:gd name="connsiteY0" fmla="*/ 0 h 6858000"/>
              <a:gd name="connsiteX1" fmla="*/ 4203290 w 4203290"/>
              <a:gd name="connsiteY1" fmla="*/ 0 h 6858000"/>
              <a:gd name="connsiteX2" fmla="*/ 4203290 w 4203290"/>
              <a:gd name="connsiteY2" fmla="*/ 6858000 h 6858000"/>
              <a:gd name="connsiteX3" fmla="*/ 0 w 420329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203290" h="6858000">
                <a:moveTo>
                  <a:pt x="0" y="0"/>
                </a:moveTo>
                <a:lnTo>
                  <a:pt x="4203290" y="0"/>
                </a:lnTo>
                <a:lnTo>
                  <a:pt x="4203290" y="6858000"/>
                </a:lnTo>
                <a:lnTo>
                  <a:pt x="0" y="6858000"/>
                </a:lnTo>
                <a:close/>
              </a:path>
            </a:pathLst>
          </a:custGeom>
          <a:solidFill>
            <a:schemeClr val="bg1">
              <a:lumMod val="95000"/>
              <a:alpha val="40000"/>
            </a:schemeClr>
          </a:solidFill>
        </p:spPr>
        <p:txBody>
          <a:bodyPr wrap="square">
            <a:noAutofit/>
          </a:bodyPr>
          <a:lstStyle>
            <a:lvl1pPr marL="0" indent="0" algn="ctr">
              <a:buNone/>
              <a:defRPr sz="1050" b="0" i="0">
                <a:solidFill>
                  <a:schemeClr val="tx1">
                    <a:lumMod val="65000"/>
                    <a:lumOff val="35000"/>
                  </a:schemeClr>
                </a:solidFill>
                <a:latin typeface="Arial" panose="020B0604020202090204" pitchFamily="34" charset="0"/>
              </a:defRPr>
            </a:lvl1pPr>
          </a:lstStyle>
          <a:p>
            <a:endParaRPr lang="id-ID" dirty="0"/>
          </a:p>
        </p:txBody>
      </p:sp>
      <p:sp>
        <p:nvSpPr>
          <p:cNvPr id="9" name="Picture Placeholder 3"/>
          <p:cNvSpPr>
            <a:spLocks noGrp="1"/>
          </p:cNvSpPr>
          <p:nvPr>
            <p:ph type="pic" sz="quarter" idx="14"/>
          </p:nvPr>
        </p:nvSpPr>
        <p:spPr>
          <a:xfrm>
            <a:off x="6400665" y="964646"/>
            <a:ext cx="1827647" cy="1607107"/>
          </a:xfrm>
          <a:custGeom>
            <a:avLst/>
            <a:gdLst>
              <a:gd name="connsiteX0" fmla="*/ 0 w 4203290"/>
              <a:gd name="connsiteY0" fmla="*/ 0 h 6858000"/>
              <a:gd name="connsiteX1" fmla="*/ 4203290 w 4203290"/>
              <a:gd name="connsiteY1" fmla="*/ 0 h 6858000"/>
              <a:gd name="connsiteX2" fmla="*/ 4203290 w 4203290"/>
              <a:gd name="connsiteY2" fmla="*/ 6858000 h 6858000"/>
              <a:gd name="connsiteX3" fmla="*/ 0 w 420329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203290" h="6858000">
                <a:moveTo>
                  <a:pt x="0" y="0"/>
                </a:moveTo>
                <a:lnTo>
                  <a:pt x="4203290" y="0"/>
                </a:lnTo>
                <a:lnTo>
                  <a:pt x="4203290" y="6858000"/>
                </a:lnTo>
                <a:lnTo>
                  <a:pt x="0" y="6858000"/>
                </a:lnTo>
                <a:close/>
              </a:path>
            </a:pathLst>
          </a:custGeom>
          <a:solidFill>
            <a:schemeClr val="bg1">
              <a:lumMod val="95000"/>
              <a:alpha val="40000"/>
            </a:schemeClr>
          </a:solidFill>
        </p:spPr>
        <p:txBody>
          <a:bodyPr wrap="square">
            <a:noAutofit/>
          </a:bodyPr>
          <a:lstStyle>
            <a:lvl1pPr marL="0" indent="0" algn="ctr">
              <a:buNone/>
              <a:defRPr sz="1050" b="0" i="0">
                <a:solidFill>
                  <a:schemeClr val="tx1">
                    <a:lumMod val="65000"/>
                    <a:lumOff val="35000"/>
                  </a:schemeClr>
                </a:solidFill>
                <a:latin typeface="Arial" panose="020B0604020202090204" pitchFamily="34" charset="0"/>
              </a:defRPr>
            </a:lvl1pPr>
          </a:lstStyle>
          <a:p>
            <a:endParaRPr lang="id-ID" dirty="0"/>
          </a:p>
        </p:txBody>
      </p:sp>
      <p:sp>
        <p:nvSpPr>
          <p:cNvPr id="10" name="标题占位符 4"/>
          <p:cNvSpPr>
            <a:spLocks noGrp="1"/>
          </p:cNvSpPr>
          <p:nvPr>
            <p:ph type="title" hasCustomPrompt="1"/>
          </p:nvPr>
        </p:nvSpPr>
        <p:spPr>
          <a:xfrm>
            <a:off x="866276" y="273846"/>
            <a:ext cx="7425349" cy="375503"/>
          </a:xfrm>
          <a:prstGeom prst="rect">
            <a:avLst/>
          </a:prstGeom>
        </p:spPr>
        <p:txBody>
          <a:bodyPr vert="horz" lIns="91440" tIns="45720" rIns="91440" bIns="45720" rtlCol="0" anchor="ctr">
            <a:normAutofit/>
          </a:bodyPr>
          <a:lstStyle/>
          <a:p>
            <a:pPr marL="0" lvl="0" algn="l" defTabSz="685800" rtl="0" eaLnBrk="1" latinLnBrk="0" hangingPunct="1">
              <a:lnSpc>
                <a:spcPct val="90000"/>
              </a:lnSpc>
              <a:buClr>
                <a:srgbClr val="000000"/>
              </a:buClr>
              <a:buSzPts val="9200"/>
            </a:pPr>
            <a:r>
              <a:rPr kumimoji="1" lang="en-GB" altLang="zh-CN" dirty="0"/>
              <a:t>Click here to edit the master title style</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500" advClick="0">
        <p14:flip dir="r"/>
      </p:transition>
    </mc:Choice>
    <mc:Fallback>
      <p:transition advClick="0">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1_Title Slide">
    <p:spTree>
      <p:nvGrpSpPr>
        <p:cNvPr id="1" name=""/>
        <p:cNvGrpSpPr/>
        <p:nvPr/>
      </p:nvGrpSpPr>
      <p:grpSpPr>
        <a:xfrm>
          <a:off x="0" y="0"/>
          <a:ext cx="0" cy="0"/>
          <a:chOff x="0" y="0"/>
          <a:chExt cx="0" cy="0"/>
        </a:xfrm>
      </p:grpSpPr>
      <p:sp>
        <p:nvSpPr>
          <p:cNvPr id="3" name="Picture Placeholder 3"/>
          <p:cNvSpPr>
            <a:spLocks noGrp="1"/>
          </p:cNvSpPr>
          <p:nvPr>
            <p:ph type="pic" sz="quarter" idx="13"/>
          </p:nvPr>
        </p:nvSpPr>
        <p:spPr>
          <a:xfrm>
            <a:off x="4164808" y="871538"/>
            <a:ext cx="4071938" cy="2543175"/>
          </a:xfrm>
          <a:custGeom>
            <a:avLst/>
            <a:gdLst>
              <a:gd name="connsiteX0" fmla="*/ 0 w 4203290"/>
              <a:gd name="connsiteY0" fmla="*/ 0 h 6858000"/>
              <a:gd name="connsiteX1" fmla="*/ 4203290 w 4203290"/>
              <a:gd name="connsiteY1" fmla="*/ 0 h 6858000"/>
              <a:gd name="connsiteX2" fmla="*/ 4203290 w 4203290"/>
              <a:gd name="connsiteY2" fmla="*/ 6858000 h 6858000"/>
              <a:gd name="connsiteX3" fmla="*/ 0 w 420329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203290" h="6858000">
                <a:moveTo>
                  <a:pt x="0" y="0"/>
                </a:moveTo>
                <a:lnTo>
                  <a:pt x="4203290" y="0"/>
                </a:lnTo>
                <a:lnTo>
                  <a:pt x="4203290" y="6858000"/>
                </a:lnTo>
                <a:lnTo>
                  <a:pt x="0" y="6858000"/>
                </a:lnTo>
                <a:close/>
              </a:path>
            </a:pathLst>
          </a:custGeom>
          <a:solidFill>
            <a:schemeClr val="bg1">
              <a:lumMod val="95000"/>
            </a:schemeClr>
          </a:solidFill>
          <a:effectLst>
            <a:outerShdw blurRad="1270000" dist="1028700" dir="8100000" sx="90000" sy="90000" algn="tr" rotWithShape="0">
              <a:schemeClr val="bg1">
                <a:lumMod val="75000"/>
                <a:alpha val="40000"/>
              </a:schemeClr>
            </a:outerShdw>
          </a:effectLst>
        </p:spPr>
        <p:txBody>
          <a:bodyPr wrap="square">
            <a:noAutofit/>
          </a:bodyPr>
          <a:lstStyle>
            <a:lvl1pPr marL="0" indent="0" algn="ctr">
              <a:buNone/>
              <a:defRPr sz="1050" b="0" i="0">
                <a:solidFill>
                  <a:schemeClr val="tx1">
                    <a:lumMod val="65000"/>
                    <a:lumOff val="35000"/>
                  </a:schemeClr>
                </a:solidFill>
                <a:latin typeface="Arial" panose="020B0604020202090204" pitchFamily="34" charset="0"/>
              </a:defRPr>
            </a:lvl1pPr>
          </a:lstStyle>
          <a:p>
            <a:endParaRPr lang="id-ID" dirty="0"/>
          </a:p>
        </p:txBody>
      </p:sp>
      <p:sp>
        <p:nvSpPr>
          <p:cNvPr id="4" name="标题占位符 4"/>
          <p:cNvSpPr>
            <a:spLocks noGrp="1"/>
          </p:cNvSpPr>
          <p:nvPr>
            <p:ph type="title" hasCustomPrompt="1"/>
          </p:nvPr>
        </p:nvSpPr>
        <p:spPr>
          <a:xfrm>
            <a:off x="866276" y="273846"/>
            <a:ext cx="7425349" cy="375503"/>
          </a:xfrm>
          <a:prstGeom prst="rect">
            <a:avLst/>
          </a:prstGeom>
        </p:spPr>
        <p:txBody>
          <a:bodyPr vert="horz" lIns="91440" tIns="45720" rIns="91440" bIns="45720" rtlCol="0" anchor="ctr">
            <a:normAutofit/>
          </a:bodyPr>
          <a:lstStyle/>
          <a:p>
            <a:pPr marL="0" lvl="0" algn="l" defTabSz="685800" rtl="0" eaLnBrk="1" latinLnBrk="0" hangingPunct="1">
              <a:lnSpc>
                <a:spcPct val="90000"/>
              </a:lnSpc>
              <a:buClr>
                <a:srgbClr val="000000"/>
              </a:buClr>
              <a:buSzPts val="9200"/>
            </a:pPr>
            <a:r>
              <a:rPr kumimoji="1" lang="en-GB" altLang="zh-CN" dirty="0"/>
              <a:t>Click here to edit the master title style</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500" advClick="0">
        <p14:flip dir="r"/>
      </p:transition>
    </mc:Choice>
    <mc:Fallback>
      <p:transition advClick="0">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2_Title Slide">
    <p:spTree>
      <p:nvGrpSpPr>
        <p:cNvPr id="1" name=""/>
        <p:cNvGrpSpPr/>
        <p:nvPr/>
      </p:nvGrpSpPr>
      <p:grpSpPr>
        <a:xfrm>
          <a:off x="0" y="0"/>
          <a:ext cx="0" cy="0"/>
          <a:chOff x="0" y="0"/>
          <a:chExt cx="0" cy="0"/>
        </a:xfrm>
      </p:grpSpPr>
      <p:sp>
        <p:nvSpPr>
          <p:cNvPr id="11" name="Picture Placeholder 6"/>
          <p:cNvSpPr>
            <a:spLocks noGrp="1"/>
          </p:cNvSpPr>
          <p:nvPr>
            <p:ph type="pic" sz="quarter" idx="10"/>
          </p:nvPr>
        </p:nvSpPr>
        <p:spPr>
          <a:xfrm>
            <a:off x="1371236" y="2651055"/>
            <a:ext cx="814353" cy="813095"/>
          </a:xfrm>
          <a:custGeom>
            <a:avLst/>
            <a:gdLst>
              <a:gd name="connsiteX0" fmla="*/ 501446 w 1002892"/>
              <a:gd name="connsiteY0" fmla="*/ 0 h 1002892"/>
              <a:gd name="connsiteX1" fmla="*/ 1002892 w 1002892"/>
              <a:gd name="connsiteY1" fmla="*/ 501446 h 1002892"/>
              <a:gd name="connsiteX2" fmla="*/ 501446 w 1002892"/>
              <a:gd name="connsiteY2" fmla="*/ 1002892 h 1002892"/>
              <a:gd name="connsiteX3" fmla="*/ 0 w 1002892"/>
              <a:gd name="connsiteY3" fmla="*/ 501446 h 1002892"/>
              <a:gd name="connsiteX4" fmla="*/ 501446 w 1002892"/>
              <a:gd name="connsiteY4" fmla="*/ 0 h 1002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2892" h="1002892">
                <a:moveTo>
                  <a:pt x="501446" y="0"/>
                </a:moveTo>
                <a:cubicBezTo>
                  <a:pt x="778387" y="0"/>
                  <a:pt x="1002892" y="224505"/>
                  <a:pt x="1002892" y="501446"/>
                </a:cubicBezTo>
                <a:cubicBezTo>
                  <a:pt x="1002892" y="778387"/>
                  <a:pt x="778387" y="1002892"/>
                  <a:pt x="501446" y="1002892"/>
                </a:cubicBezTo>
                <a:cubicBezTo>
                  <a:pt x="224505" y="1002892"/>
                  <a:pt x="0" y="778387"/>
                  <a:pt x="0" y="501446"/>
                </a:cubicBezTo>
                <a:cubicBezTo>
                  <a:pt x="0" y="224505"/>
                  <a:pt x="224505" y="0"/>
                  <a:pt x="501446" y="0"/>
                </a:cubicBezTo>
                <a:close/>
              </a:path>
            </a:pathLst>
          </a:custGeom>
          <a:solidFill>
            <a:schemeClr val="bg1">
              <a:lumMod val="95000"/>
            </a:schemeClr>
          </a:solidFill>
          <a:effectLst>
            <a:outerShdw blurRad="1270000" dist="393700" dir="5400000" sx="80000" sy="80000" algn="t" rotWithShape="0">
              <a:schemeClr val="bg1">
                <a:lumMod val="75000"/>
                <a:alpha val="40000"/>
              </a:schemeClr>
            </a:outerShdw>
          </a:effectLst>
        </p:spPr>
        <p:txBody>
          <a:bodyPr wrap="square">
            <a:noAutofit/>
          </a:bodyPr>
          <a:lstStyle>
            <a:lvl1pPr marL="0" indent="0" algn="ctr">
              <a:buNone/>
              <a:defRPr sz="675" b="0" i="0">
                <a:solidFill>
                  <a:schemeClr val="tx1">
                    <a:lumMod val="50000"/>
                    <a:lumOff val="50000"/>
                  </a:schemeClr>
                </a:solidFill>
                <a:latin typeface="Arial" panose="020B0604020202090204" pitchFamily="34" charset="0"/>
              </a:defRPr>
            </a:lvl1pPr>
          </a:lstStyle>
          <a:p>
            <a:endParaRPr lang="id-ID" dirty="0"/>
          </a:p>
        </p:txBody>
      </p:sp>
      <p:sp>
        <p:nvSpPr>
          <p:cNvPr id="12" name="Picture Placeholder 6"/>
          <p:cNvSpPr>
            <a:spLocks noGrp="1"/>
          </p:cNvSpPr>
          <p:nvPr>
            <p:ph type="pic" sz="quarter" idx="11"/>
          </p:nvPr>
        </p:nvSpPr>
        <p:spPr>
          <a:xfrm>
            <a:off x="2640446" y="2551884"/>
            <a:ext cx="814353" cy="813095"/>
          </a:xfrm>
          <a:custGeom>
            <a:avLst/>
            <a:gdLst>
              <a:gd name="connsiteX0" fmla="*/ 501446 w 1002892"/>
              <a:gd name="connsiteY0" fmla="*/ 0 h 1002892"/>
              <a:gd name="connsiteX1" fmla="*/ 1002892 w 1002892"/>
              <a:gd name="connsiteY1" fmla="*/ 501446 h 1002892"/>
              <a:gd name="connsiteX2" fmla="*/ 501446 w 1002892"/>
              <a:gd name="connsiteY2" fmla="*/ 1002892 h 1002892"/>
              <a:gd name="connsiteX3" fmla="*/ 0 w 1002892"/>
              <a:gd name="connsiteY3" fmla="*/ 501446 h 1002892"/>
              <a:gd name="connsiteX4" fmla="*/ 501446 w 1002892"/>
              <a:gd name="connsiteY4" fmla="*/ 0 h 1002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2892" h="1002892">
                <a:moveTo>
                  <a:pt x="501446" y="0"/>
                </a:moveTo>
                <a:cubicBezTo>
                  <a:pt x="778387" y="0"/>
                  <a:pt x="1002892" y="224505"/>
                  <a:pt x="1002892" y="501446"/>
                </a:cubicBezTo>
                <a:cubicBezTo>
                  <a:pt x="1002892" y="778387"/>
                  <a:pt x="778387" y="1002892"/>
                  <a:pt x="501446" y="1002892"/>
                </a:cubicBezTo>
                <a:cubicBezTo>
                  <a:pt x="224505" y="1002892"/>
                  <a:pt x="0" y="778387"/>
                  <a:pt x="0" y="501446"/>
                </a:cubicBezTo>
                <a:cubicBezTo>
                  <a:pt x="0" y="224505"/>
                  <a:pt x="224505" y="0"/>
                  <a:pt x="501446" y="0"/>
                </a:cubicBezTo>
                <a:close/>
              </a:path>
            </a:pathLst>
          </a:custGeom>
          <a:solidFill>
            <a:schemeClr val="bg1">
              <a:lumMod val="95000"/>
            </a:schemeClr>
          </a:solidFill>
          <a:effectLst>
            <a:outerShdw blurRad="1270000" dist="393700" dir="5400000" sx="80000" sy="80000" algn="t" rotWithShape="0">
              <a:schemeClr val="bg1">
                <a:lumMod val="75000"/>
                <a:alpha val="40000"/>
              </a:schemeClr>
            </a:outerShdw>
          </a:effectLst>
        </p:spPr>
        <p:txBody>
          <a:bodyPr wrap="square">
            <a:noAutofit/>
          </a:bodyPr>
          <a:lstStyle>
            <a:lvl1pPr marL="0" indent="0" algn="ctr">
              <a:buNone/>
              <a:defRPr sz="675" b="0" i="0">
                <a:solidFill>
                  <a:schemeClr val="tx1">
                    <a:lumMod val="50000"/>
                    <a:lumOff val="50000"/>
                  </a:schemeClr>
                </a:solidFill>
                <a:latin typeface="Arial" panose="020B0604020202090204" pitchFamily="34" charset="0"/>
              </a:defRPr>
            </a:lvl1pPr>
          </a:lstStyle>
          <a:p>
            <a:endParaRPr lang="id-ID" dirty="0"/>
          </a:p>
        </p:txBody>
      </p:sp>
      <p:sp>
        <p:nvSpPr>
          <p:cNvPr id="13" name="Picture Placeholder 6"/>
          <p:cNvSpPr>
            <a:spLocks noGrp="1"/>
          </p:cNvSpPr>
          <p:nvPr>
            <p:ph type="pic" sz="quarter" idx="12"/>
          </p:nvPr>
        </p:nvSpPr>
        <p:spPr>
          <a:xfrm>
            <a:off x="1778411" y="1236035"/>
            <a:ext cx="1027281" cy="1025694"/>
          </a:xfrm>
          <a:custGeom>
            <a:avLst/>
            <a:gdLst>
              <a:gd name="connsiteX0" fmla="*/ 501446 w 1002892"/>
              <a:gd name="connsiteY0" fmla="*/ 0 h 1002892"/>
              <a:gd name="connsiteX1" fmla="*/ 1002892 w 1002892"/>
              <a:gd name="connsiteY1" fmla="*/ 501446 h 1002892"/>
              <a:gd name="connsiteX2" fmla="*/ 501446 w 1002892"/>
              <a:gd name="connsiteY2" fmla="*/ 1002892 h 1002892"/>
              <a:gd name="connsiteX3" fmla="*/ 0 w 1002892"/>
              <a:gd name="connsiteY3" fmla="*/ 501446 h 1002892"/>
              <a:gd name="connsiteX4" fmla="*/ 501446 w 1002892"/>
              <a:gd name="connsiteY4" fmla="*/ 0 h 1002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2892" h="1002892">
                <a:moveTo>
                  <a:pt x="501446" y="0"/>
                </a:moveTo>
                <a:cubicBezTo>
                  <a:pt x="778387" y="0"/>
                  <a:pt x="1002892" y="224505"/>
                  <a:pt x="1002892" y="501446"/>
                </a:cubicBezTo>
                <a:cubicBezTo>
                  <a:pt x="1002892" y="778387"/>
                  <a:pt x="778387" y="1002892"/>
                  <a:pt x="501446" y="1002892"/>
                </a:cubicBezTo>
                <a:cubicBezTo>
                  <a:pt x="224505" y="1002892"/>
                  <a:pt x="0" y="778387"/>
                  <a:pt x="0" y="501446"/>
                </a:cubicBezTo>
                <a:cubicBezTo>
                  <a:pt x="0" y="224505"/>
                  <a:pt x="224505" y="0"/>
                  <a:pt x="501446" y="0"/>
                </a:cubicBezTo>
                <a:close/>
              </a:path>
            </a:pathLst>
          </a:custGeom>
          <a:solidFill>
            <a:schemeClr val="bg1">
              <a:lumMod val="95000"/>
            </a:schemeClr>
          </a:solidFill>
          <a:effectLst>
            <a:outerShdw blurRad="1270000" dist="393700" dir="5400000" sx="80000" sy="80000" algn="t" rotWithShape="0">
              <a:schemeClr val="bg1">
                <a:lumMod val="75000"/>
                <a:alpha val="40000"/>
              </a:schemeClr>
            </a:outerShdw>
          </a:effectLst>
        </p:spPr>
        <p:txBody>
          <a:bodyPr wrap="square">
            <a:noAutofit/>
          </a:bodyPr>
          <a:lstStyle>
            <a:lvl1pPr marL="0" indent="0" algn="ctr">
              <a:buNone/>
              <a:defRPr sz="675" b="0" i="0">
                <a:solidFill>
                  <a:schemeClr val="tx1">
                    <a:lumMod val="50000"/>
                    <a:lumOff val="50000"/>
                  </a:schemeClr>
                </a:solidFill>
                <a:latin typeface="Arial" panose="020B0604020202090204" pitchFamily="34" charset="0"/>
              </a:defRPr>
            </a:lvl1pPr>
          </a:lstStyle>
          <a:p>
            <a:endParaRPr lang="id-ID" dirty="0"/>
          </a:p>
        </p:txBody>
      </p:sp>
      <p:sp>
        <p:nvSpPr>
          <p:cNvPr id="14" name="Picture Placeholder 6"/>
          <p:cNvSpPr>
            <a:spLocks noGrp="1"/>
          </p:cNvSpPr>
          <p:nvPr>
            <p:ph type="pic" sz="quarter" idx="13"/>
          </p:nvPr>
        </p:nvSpPr>
        <p:spPr>
          <a:xfrm>
            <a:off x="3448822" y="1068886"/>
            <a:ext cx="578720" cy="577826"/>
          </a:xfrm>
          <a:custGeom>
            <a:avLst/>
            <a:gdLst>
              <a:gd name="connsiteX0" fmla="*/ 501446 w 1002892"/>
              <a:gd name="connsiteY0" fmla="*/ 0 h 1002892"/>
              <a:gd name="connsiteX1" fmla="*/ 1002892 w 1002892"/>
              <a:gd name="connsiteY1" fmla="*/ 501446 h 1002892"/>
              <a:gd name="connsiteX2" fmla="*/ 501446 w 1002892"/>
              <a:gd name="connsiteY2" fmla="*/ 1002892 h 1002892"/>
              <a:gd name="connsiteX3" fmla="*/ 0 w 1002892"/>
              <a:gd name="connsiteY3" fmla="*/ 501446 h 1002892"/>
              <a:gd name="connsiteX4" fmla="*/ 501446 w 1002892"/>
              <a:gd name="connsiteY4" fmla="*/ 0 h 1002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2892" h="1002892">
                <a:moveTo>
                  <a:pt x="501446" y="0"/>
                </a:moveTo>
                <a:cubicBezTo>
                  <a:pt x="778387" y="0"/>
                  <a:pt x="1002892" y="224505"/>
                  <a:pt x="1002892" y="501446"/>
                </a:cubicBezTo>
                <a:cubicBezTo>
                  <a:pt x="1002892" y="778387"/>
                  <a:pt x="778387" y="1002892"/>
                  <a:pt x="501446" y="1002892"/>
                </a:cubicBezTo>
                <a:cubicBezTo>
                  <a:pt x="224505" y="1002892"/>
                  <a:pt x="0" y="778387"/>
                  <a:pt x="0" y="501446"/>
                </a:cubicBezTo>
                <a:cubicBezTo>
                  <a:pt x="0" y="224505"/>
                  <a:pt x="224505" y="0"/>
                  <a:pt x="501446" y="0"/>
                </a:cubicBezTo>
                <a:close/>
              </a:path>
            </a:pathLst>
          </a:custGeom>
          <a:solidFill>
            <a:schemeClr val="bg1">
              <a:lumMod val="95000"/>
            </a:schemeClr>
          </a:solidFill>
          <a:effectLst>
            <a:outerShdw blurRad="1270000" dist="393700" dir="5400000" sx="80000" sy="80000" algn="t" rotWithShape="0">
              <a:schemeClr val="bg1">
                <a:lumMod val="75000"/>
                <a:alpha val="40000"/>
              </a:schemeClr>
            </a:outerShdw>
          </a:effectLst>
        </p:spPr>
        <p:txBody>
          <a:bodyPr wrap="square">
            <a:noAutofit/>
          </a:bodyPr>
          <a:lstStyle>
            <a:lvl1pPr marL="0" indent="0" algn="ctr">
              <a:buNone/>
              <a:defRPr sz="675" b="0" i="0">
                <a:solidFill>
                  <a:schemeClr val="tx1">
                    <a:lumMod val="50000"/>
                    <a:lumOff val="50000"/>
                  </a:schemeClr>
                </a:solidFill>
                <a:latin typeface="Arial" panose="020B0604020202090204" pitchFamily="34" charset="0"/>
              </a:defRPr>
            </a:lvl1pPr>
          </a:lstStyle>
          <a:p>
            <a:endParaRPr lang="id-ID" dirty="0"/>
          </a:p>
        </p:txBody>
      </p:sp>
      <p:sp>
        <p:nvSpPr>
          <p:cNvPr id="15" name="Picture Placeholder 6"/>
          <p:cNvSpPr>
            <a:spLocks noGrp="1"/>
          </p:cNvSpPr>
          <p:nvPr>
            <p:ph type="pic" sz="quarter" idx="14"/>
          </p:nvPr>
        </p:nvSpPr>
        <p:spPr>
          <a:xfrm>
            <a:off x="3776110" y="2955772"/>
            <a:ext cx="578720" cy="577826"/>
          </a:xfrm>
          <a:custGeom>
            <a:avLst/>
            <a:gdLst>
              <a:gd name="connsiteX0" fmla="*/ 501446 w 1002892"/>
              <a:gd name="connsiteY0" fmla="*/ 0 h 1002892"/>
              <a:gd name="connsiteX1" fmla="*/ 1002892 w 1002892"/>
              <a:gd name="connsiteY1" fmla="*/ 501446 h 1002892"/>
              <a:gd name="connsiteX2" fmla="*/ 501446 w 1002892"/>
              <a:gd name="connsiteY2" fmla="*/ 1002892 h 1002892"/>
              <a:gd name="connsiteX3" fmla="*/ 0 w 1002892"/>
              <a:gd name="connsiteY3" fmla="*/ 501446 h 1002892"/>
              <a:gd name="connsiteX4" fmla="*/ 501446 w 1002892"/>
              <a:gd name="connsiteY4" fmla="*/ 0 h 1002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2892" h="1002892">
                <a:moveTo>
                  <a:pt x="501446" y="0"/>
                </a:moveTo>
                <a:cubicBezTo>
                  <a:pt x="778387" y="0"/>
                  <a:pt x="1002892" y="224505"/>
                  <a:pt x="1002892" y="501446"/>
                </a:cubicBezTo>
                <a:cubicBezTo>
                  <a:pt x="1002892" y="778387"/>
                  <a:pt x="778387" y="1002892"/>
                  <a:pt x="501446" y="1002892"/>
                </a:cubicBezTo>
                <a:cubicBezTo>
                  <a:pt x="224505" y="1002892"/>
                  <a:pt x="0" y="778387"/>
                  <a:pt x="0" y="501446"/>
                </a:cubicBezTo>
                <a:cubicBezTo>
                  <a:pt x="0" y="224505"/>
                  <a:pt x="224505" y="0"/>
                  <a:pt x="501446" y="0"/>
                </a:cubicBezTo>
                <a:close/>
              </a:path>
            </a:pathLst>
          </a:custGeom>
          <a:solidFill>
            <a:schemeClr val="bg1">
              <a:lumMod val="95000"/>
            </a:schemeClr>
          </a:solidFill>
          <a:effectLst>
            <a:outerShdw blurRad="1270000" dist="393700" dir="5400000" sx="80000" sy="80000" algn="t" rotWithShape="0">
              <a:schemeClr val="bg1">
                <a:lumMod val="75000"/>
                <a:alpha val="40000"/>
              </a:schemeClr>
            </a:outerShdw>
          </a:effectLst>
        </p:spPr>
        <p:txBody>
          <a:bodyPr wrap="square">
            <a:noAutofit/>
          </a:bodyPr>
          <a:lstStyle>
            <a:lvl1pPr marL="0" indent="0" algn="ctr">
              <a:buNone/>
              <a:defRPr sz="675" b="0" i="0">
                <a:solidFill>
                  <a:schemeClr val="tx1">
                    <a:lumMod val="50000"/>
                    <a:lumOff val="50000"/>
                  </a:schemeClr>
                </a:solidFill>
                <a:latin typeface="Arial" panose="020B0604020202090204" pitchFamily="34" charset="0"/>
              </a:defRPr>
            </a:lvl1pPr>
          </a:lstStyle>
          <a:p>
            <a:endParaRPr lang="id-ID" dirty="0"/>
          </a:p>
        </p:txBody>
      </p:sp>
      <p:sp>
        <p:nvSpPr>
          <p:cNvPr id="16" name="Picture Placeholder 6"/>
          <p:cNvSpPr>
            <a:spLocks noGrp="1"/>
          </p:cNvSpPr>
          <p:nvPr>
            <p:ph type="pic" sz="quarter" idx="15"/>
          </p:nvPr>
        </p:nvSpPr>
        <p:spPr>
          <a:xfrm>
            <a:off x="3498747" y="1969143"/>
            <a:ext cx="440346" cy="439667"/>
          </a:xfrm>
          <a:custGeom>
            <a:avLst/>
            <a:gdLst>
              <a:gd name="connsiteX0" fmla="*/ 501446 w 1002892"/>
              <a:gd name="connsiteY0" fmla="*/ 0 h 1002892"/>
              <a:gd name="connsiteX1" fmla="*/ 1002892 w 1002892"/>
              <a:gd name="connsiteY1" fmla="*/ 501446 h 1002892"/>
              <a:gd name="connsiteX2" fmla="*/ 501446 w 1002892"/>
              <a:gd name="connsiteY2" fmla="*/ 1002892 h 1002892"/>
              <a:gd name="connsiteX3" fmla="*/ 0 w 1002892"/>
              <a:gd name="connsiteY3" fmla="*/ 501446 h 1002892"/>
              <a:gd name="connsiteX4" fmla="*/ 501446 w 1002892"/>
              <a:gd name="connsiteY4" fmla="*/ 0 h 1002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2892" h="1002892">
                <a:moveTo>
                  <a:pt x="501446" y="0"/>
                </a:moveTo>
                <a:cubicBezTo>
                  <a:pt x="778387" y="0"/>
                  <a:pt x="1002892" y="224505"/>
                  <a:pt x="1002892" y="501446"/>
                </a:cubicBezTo>
                <a:cubicBezTo>
                  <a:pt x="1002892" y="778387"/>
                  <a:pt x="778387" y="1002892"/>
                  <a:pt x="501446" y="1002892"/>
                </a:cubicBezTo>
                <a:cubicBezTo>
                  <a:pt x="224505" y="1002892"/>
                  <a:pt x="0" y="778387"/>
                  <a:pt x="0" y="501446"/>
                </a:cubicBezTo>
                <a:cubicBezTo>
                  <a:pt x="0" y="224505"/>
                  <a:pt x="224505" y="0"/>
                  <a:pt x="501446" y="0"/>
                </a:cubicBezTo>
                <a:close/>
              </a:path>
            </a:pathLst>
          </a:custGeom>
          <a:solidFill>
            <a:schemeClr val="bg1">
              <a:lumMod val="95000"/>
            </a:schemeClr>
          </a:solidFill>
          <a:effectLst>
            <a:outerShdw blurRad="1270000" dist="393700" dir="5400000" sx="80000" sy="80000" algn="t" rotWithShape="0">
              <a:schemeClr val="bg1">
                <a:lumMod val="75000"/>
                <a:alpha val="40000"/>
              </a:schemeClr>
            </a:outerShdw>
          </a:effectLst>
        </p:spPr>
        <p:txBody>
          <a:bodyPr wrap="square">
            <a:noAutofit/>
          </a:bodyPr>
          <a:lstStyle>
            <a:lvl1pPr marL="0" indent="0" algn="ctr">
              <a:buNone/>
              <a:defRPr sz="675" b="0" i="0">
                <a:solidFill>
                  <a:schemeClr val="tx1">
                    <a:lumMod val="50000"/>
                    <a:lumOff val="50000"/>
                  </a:schemeClr>
                </a:solidFill>
                <a:latin typeface="Arial" panose="020B0604020202090204" pitchFamily="34" charset="0"/>
              </a:defRPr>
            </a:lvl1pPr>
          </a:lstStyle>
          <a:p>
            <a:endParaRPr lang="id-ID" dirty="0"/>
          </a:p>
        </p:txBody>
      </p:sp>
      <p:sp>
        <p:nvSpPr>
          <p:cNvPr id="17" name="Picture Placeholder 6"/>
          <p:cNvSpPr>
            <a:spLocks noGrp="1"/>
          </p:cNvSpPr>
          <p:nvPr>
            <p:ph type="pic" sz="quarter" idx="16"/>
          </p:nvPr>
        </p:nvSpPr>
        <p:spPr>
          <a:xfrm>
            <a:off x="977025" y="1136999"/>
            <a:ext cx="440346" cy="439667"/>
          </a:xfrm>
          <a:custGeom>
            <a:avLst/>
            <a:gdLst>
              <a:gd name="connsiteX0" fmla="*/ 501446 w 1002892"/>
              <a:gd name="connsiteY0" fmla="*/ 0 h 1002892"/>
              <a:gd name="connsiteX1" fmla="*/ 1002892 w 1002892"/>
              <a:gd name="connsiteY1" fmla="*/ 501446 h 1002892"/>
              <a:gd name="connsiteX2" fmla="*/ 501446 w 1002892"/>
              <a:gd name="connsiteY2" fmla="*/ 1002892 h 1002892"/>
              <a:gd name="connsiteX3" fmla="*/ 0 w 1002892"/>
              <a:gd name="connsiteY3" fmla="*/ 501446 h 1002892"/>
              <a:gd name="connsiteX4" fmla="*/ 501446 w 1002892"/>
              <a:gd name="connsiteY4" fmla="*/ 0 h 1002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2892" h="1002892">
                <a:moveTo>
                  <a:pt x="501446" y="0"/>
                </a:moveTo>
                <a:cubicBezTo>
                  <a:pt x="778387" y="0"/>
                  <a:pt x="1002892" y="224505"/>
                  <a:pt x="1002892" y="501446"/>
                </a:cubicBezTo>
                <a:cubicBezTo>
                  <a:pt x="1002892" y="778387"/>
                  <a:pt x="778387" y="1002892"/>
                  <a:pt x="501446" y="1002892"/>
                </a:cubicBezTo>
                <a:cubicBezTo>
                  <a:pt x="224505" y="1002892"/>
                  <a:pt x="0" y="778387"/>
                  <a:pt x="0" y="501446"/>
                </a:cubicBezTo>
                <a:cubicBezTo>
                  <a:pt x="0" y="224505"/>
                  <a:pt x="224505" y="0"/>
                  <a:pt x="501446" y="0"/>
                </a:cubicBezTo>
                <a:close/>
              </a:path>
            </a:pathLst>
          </a:custGeom>
          <a:solidFill>
            <a:schemeClr val="bg1">
              <a:lumMod val="95000"/>
            </a:schemeClr>
          </a:solidFill>
          <a:effectLst>
            <a:outerShdw blurRad="1270000" dist="393700" dir="5400000" sx="80000" sy="80000" algn="t" rotWithShape="0">
              <a:schemeClr val="bg1">
                <a:lumMod val="75000"/>
                <a:alpha val="40000"/>
              </a:schemeClr>
            </a:outerShdw>
          </a:effectLst>
        </p:spPr>
        <p:txBody>
          <a:bodyPr wrap="square">
            <a:noAutofit/>
          </a:bodyPr>
          <a:lstStyle>
            <a:lvl1pPr marL="0" indent="0" algn="ctr">
              <a:buNone/>
              <a:defRPr sz="675" b="0" i="0">
                <a:solidFill>
                  <a:schemeClr val="tx1">
                    <a:lumMod val="50000"/>
                    <a:lumOff val="50000"/>
                  </a:schemeClr>
                </a:solidFill>
                <a:latin typeface="Arial" panose="020B0604020202090204" pitchFamily="34" charset="0"/>
              </a:defRPr>
            </a:lvl1pPr>
          </a:lstStyle>
          <a:p>
            <a:endParaRPr lang="id-ID" dirty="0"/>
          </a:p>
        </p:txBody>
      </p:sp>
      <p:sp>
        <p:nvSpPr>
          <p:cNvPr id="18" name="Picture Placeholder 6"/>
          <p:cNvSpPr>
            <a:spLocks noGrp="1"/>
          </p:cNvSpPr>
          <p:nvPr>
            <p:ph type="pic" sz="quarter" idx="17"/>
          </p:nvPr>
        </p:nvSpPr>
        <p:spPr>
          <a:xfrm>
            <a:off x="2231434" y="3782542"/>
            <a:ext cx="361658" cy="361100"/>
          </a:xfrm>
          <a:custGeom>
            <a:avLst/>
            <a:gdLst>
              <a:gd name="connsiteX0" fmla="*/ 501446 w 1002892"/>
              <a:gd name="connsiteY0" fmla="*/ 0 h 1002892"/>
              <a:gd name="connsiteX1" fmla="*/ 1002892 w 1002892"/>
              <a:gd name="connsiteY1" fmla="*/ 501446 h 1002892"/>
              <a:gd name="connsiteX2" fmla="*/ 501446 w 1002892"/>
              <a:gd name="connsiteY2" fmla="*/ 1002892 h 1002892"/>
              <a:gd name="connsiteX3" fmla="*/ 0 w 1002892"/>
              <a:gd name="connsiteY3" fmla="*/ 501446 h 1002892"/>
              <a:gd name="connsiteX4" fmla="*/ 501446 w 1002892"/>
              <a:gd name="connsiteY4" fmla="*/ 0 h 1002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2892" h="1002892">
                <a:moveTo>
                  <a:pt x="501446" y="0"/>
                </a:moveTo>
                <a:cubicBezTo>
                  <a:pt x="778387" y="0"/>
                  <a:pt x="1002892" y="224505"/>
                  <a:pt x="1002892" y="501446"/>
                </a:cubicBezTo>
                <a:cubicBezTo>
                  <a:pt x="1002892" y="778387"/>
                  <a:pt x="778387" y="1002892"/>
                  <a:pt x="501446" y="1002892"/>
                </a:cubicBezTo>
                <a:cubicBezTo>
                  <a:pt x="224505" y="1002892"/>
                  <a:pt x="0" y="778387"/>
                  <a:pt x="0" y="501446"/>
                </a:cubicBezTo>
                <a:cubicBezTo>
                  <a:pt x="0" y="224505"/>
                  <a:pt x="224505" y="0"/>
                  <a:pt x="501446" y="0"/>
                </a:cubicBezTo>
                <a:close/>
              </a:path>
            </a:pathLst>
          </a:custGeom>
          <a:solidFill>
            <a:schemeClr val="bg1">
              <a:lumMod val="95000"/>
            </a:schemeClr>
          </a:solidFill>
          <a:effectLst>
            <a:outerShdw blurRad="1270000" dist="393700" dir="5400000" sx="80000" sy="80000" algn="t" rotWithShape="0">
              <a:schemeClr val="bg1">
                <a:lumMod val="75000"/>
                <a:alpha val="40000"/>
              </a:schemeClr>
            </a:outerShdw>
          </a:effectLst>
        </p:spPr>
        <p:txBody>
          <a:bodyPr wrap="square">
            <a:noAutofit/>
          </a:bodyPr>
          <a:lstStyle>
            <a:lvl1pPr marL="0" indent="0" algn="ctr">
              <a:buNone/>
              <a:defRPr sz="675" b="0" i="0">
                <a:solidFill>
                  <a:schemeClr val="tx1">
                    <a:lumMod val="50000"/>
                    <a:lumOff val="50000"/>
                  </a:schemeClr>
                </a:solidFill>
                <a:latin typeface="Arial" panose="020B0604020202090204" pitchFamily="34" charset="0"/>
              </a:defRPr>
            </a:lvl1pPr>
          </a:lstStyle>
          <a:p>
            <a:endParaRPr lang="id-ID" dirty="0"/>
          </a:p>
        </p:txBody>
      </p:sp>
      <p:sp>
        <p:nvSpPr>
          <p:cNvPr id="10" name="标题占位符 4"/>
          <p:cNvSpPr>
            <a:spLocks noGrp="1"/>
          </p:cNvSpPr>
          <p:nvPr>
            <p:ph type="title" hasCustomPrompt="1"/>
          </p:nvPr>
        </p:nvSpPr>
        <p:spPr>
          <a:xfrm>
            <a:off x="866276" y="273846"/>
            <a:ext cx="7425349" cy="375503"/>
          </a:xfrm>
          <a:prstGeom prst="rect">
            <a:avLst/>
          </a:prstGeom>
        </p:spPr>
        <p:txBody>
          <a:bodyPr vert="horz" lIns="91440" tIns="45720" rIns="91440" bIns="45720" rtlCol="0" anchor="ctr">
            <a:normAutofit/>
          </a:bodyPr>
          <a:lstStyle/>
          <a:p>
            <a:pPr marL="0" lvl="0" algn="l" defTabSz="685800" rtl="0" eaLnBrk="1" latinLnBrk="0" hangingPunct="1">
              <a:lnSpc>
                <a:spcPct val="90000"/>
              </a:lnSpc>
              <a:buClr>
                <a:srgbClr val="000000"/>
              </a:buClr>
              <a:buSzPts val="9200"/>
            </a:pPr>
            <a:r>
              <a:rPr kumimoji="1" lang="en-GB" altLang="zh-CN" dirty="0"/>
              <a:t>Click here to edit the master title style</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500" advClick="0">
        <p14:flip dir="r"/>
      </p:transition>
    </mc:Choice>
    <mc:Fallback>
      <p:transition advClick="0">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3_Title Slide">
    <p:spTree>
      <p:nvGrpSpPr>
        <p:cNvPr id="1" name=""/>
        <p:cNvGrpSpPr/>
        <p:nvPr/>
      </p:nvGrpSpPr>
      <p:grpSpPr>
        <a:xfrm>
          <a:off x="0" y="0"/>
          <a:ext cx="0" cy="0"/>
          <a:chOff x="0" y="0"/>
          <a:chExt cx="0" cy="0"/>
        </a:xfrm>
      </p:grpSpPr>
      <p:sp>
        <p:nvSpPr>
          <p:cNvPr id="7" name="Picture Placeholder 6"/>
          <p:cNvSpPr>
            <a:spLocks noGrp="1"/>
          </p:cNvSpPr>
          <p:nvPr>
            <p:ph type="pic" sz="quarter" idx="13"/>
          </p:nvPr>
        </p:nvSpPr>
        <p:spPr>
          <a:xfrm>
            <a:off x="3554962" y="1686300"/>
            <a:ext cx="2673453" cy="1770905"/>
          </a:xfrm>
          <a:custGeom>
            <a:avLst/>
            <a:gdLst>
              <a:gd name="connsiteX0" fmla="*/ 52891 w 3170575"/>
              <a:gd name="connsiteY0" fmla="*/ 0 h 2361206"/>
              <a:gd name="connsiteX1" fmla="*/ 3117684 w 3170575"/>
              <a:gd name="connsiteY1" fmla="*/ 0 h 2361206"/>
              <a:gd name="connsiteX2" fmla="*/ 3170575 w 3170575"/>
              <a:gd name="connsiteY2" fmla="*/ 52891 h 2361206"/>
              <a:gd name="connsiteX3" fmla="*/ 3170575 w 3170575"/>
              <a:gd name="connsiteY3" fmla="*/ 2308315 h 2361206"/>
              <a:gd name="connsiteX4" fmla="*/ 3117684 w 3170575"/>
              <a:gd name="connsiteY4" fmla="*/ 2361206 h 2361206"/>
              <a:gd name="connsiteX5" fmla="*/ 52891 w 3170575"/>
              <a:gd name="connsiteY5" fmla="*/ 2361206 h 2361206"/>
              <a:gd name="connsiteX6" fmla="*/ 0 w 3170575"/>
              <a:gd name="connsiteY6" fmla="*/ 2308315 h 2361206"/>
              <a:gd name="connsiteX7" fmla="*/ 0 w 3170575"/>
              <a:gd name="connsiteY7" fmla="*/ 52891 h 2361206"/>
              <a:gd name="connsiteX8" fmla="*/ 52891 w 3170575"/>
              <a:gd name="connsiteY8" fmla="*/ 0 h 2361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0575" h="2361206">
                <a:moveTo>
                  <a:pt x="52891" y="0"/>
                </a:moveTo>
                <a:lnTo>
                  <a:pt x="3117684" y="0"/>
                </a:lnTo>
                <a:cubicBezTo>
                  <a:pt x="3146895" y="0"/>
                  <a:pt x="3170575" y="23680"/>
                  <a:pt x="3170575" y="52891"/>
                </a:cubicBezTo>
                <a:lnTo>
                  <a:pt x="3170575" y="2308315"/>
                </a:lnTo>
                <a:cubicBezTo>
                  <a:pt x="3170575" y="2337526"/>
                  <a:pt x="3146895" y="2361206"/>
                  <a:pt x="3117684" y="2361206"/>
                </a:cubicBezTo>
                <a:lnTo>
                  <a:pt x="52891" y="2361206"/>
                </a:lnTo>
                <a:cubicBezTo>
                  <a:pt x="23680" y="2361206"/>
                  <a:pt x="0" y="2337526"/>
                  <a:pt x="0" y="2308315"/>
                </a:cubicBezTo>
                <a:lnTo>
                  <a:pt x="0" y="52891"/>
                </a:lnTo>
                <a:cubicBezTo>
                  <a:pt x="0" y="23680"/>
                  <a:pt x="23680" y="0"/>
                  <a:pt x="52891" y="0"/>
                </a:cubicBezTo>
                <a:close/>
              </a:path>
            </a:pathLst>
          </a:custGeom>
          <a:solidFill>
            <a:schemeClr val="bg1">
              <a:lumMod val="95000"/>
            </a:schemeClr>
          </a:solidFill>
          <a:effectLst>
            <a:outerShdw blurRad="1270000" dist="762000" dir="5400000" sx="80000" sy="80000" algn="t" rotWithShape="0">
              <a:schemeClr val="tx1">
                <a:lumMod val="95000"/>
                <a:lumOff val="5000"/>
                <a:alpha val="40000"/>
              </a:schemeClr>
            </a:outerShdw>
          </a:effectLst>
        </p:spPr>
        <p:txBody>
          <a:bodyPr wrap="square">
            <a:noAutofit/>
          </a:bodyPr>
          <a:lstStyle>
            <a:lvl1pPr marL="0" indent="0" algn="ctr">
              <a:buNone/>
              <a:defRPr sz="1050" b="0" i="0">
                <a:solidFill>
                  <a:schemeClr val="tx1">
                    <a:lumMod val="65000"/>
                    <a:lumOff val="35000"/>
                  </a:schemeClr>
                </a:solidFill>
                <a:latin typeface="Arial" panose="020B0604020202090204" pitchFamily="34" charset="0"/>
              </a:defRPr>
            </a:lvl1pPr>
          </a:lstStyle>
          <a:p>
            <a:endParaRPr lang="id-ID" dirty="0"/>
          </a:p>
        </p:txBody>
      </p:sp>
      <p:sp>
        <p:nvSpPr>
          <p:cNvPr id="8" name="Picture Placeholder 7"/>
          <p:cNvSpPr>
            <a:spLocks noGrp="1"/>
          </p:cNvSpPr>
          <p:nvPr>
            <p:ph type="pic" sz="quarter" idx="14"/>
          </p:nvPr>
        </p:nvSpPr>
        <p:spPr>
          <a:xfrm>
            <a:off x="709406" y="1686300"/>
            <a:ext cx="2673453" cy="1770905"/>
          </a:xfrm>
          <a:custGeom>
            <a:avLst/>
            <a:gdLst>
              <a:gd name="connsiteX0" fmla="*/ 52891 w 3170575"/>
              <a:gd name="connsiteY0" fmla="*/ 0 h 2361206"/>
              <a:gd name="connsiteX1" fmla="*/ 3117684 w 3170575"/>
              <a:gd name="connsiteY1" fmla="*/ 0 h 2361206"/>
              <a:gd name="connsiteX2" fmla="*/ 3170575 w 3170575"/>
              <a:gd name="connsiteY2" fmla="*/ 52891 h 2361206"/>
              <a:gd name="connsiteX3" fmla="*/ 3170575 w 3170575"/>
              <a:gd name="connsiteY3" fmla="*/ 2308315 h 2361206"/>
              <a:gd name="connsiteX4" fmla="*/ 3117684 w 3170575"/>
              <a:gd name="connsiteY4" fmla="*/ 2361206 h 2361206"/>
              <a:gd name="connsiteX5" fmla="*/ 52891 w 3170575"/>
              <a:gd name="connsiteY5" fmla="*/ 2361206 h 2361206"/>
              <a:gd name="connsiteX6" fmla="*/ 0 w 3170575"/>
              <a:gd name="connsiteY6" fmla="*/ 2308315 h 2361206"/>
              <a:gd name="connsiteX7" fmla="*/ 0 w 3170575"/>
              <a:gd name="connsiteY7" fmla="*/ 52891 h 2361206"/>
              <a:gd name="connsiteX8" fmla="*/ 52891 w 3170575"/>
              <a:gd name="connsiteY8" fmla="*/ 0 h 2361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0575" h="2361206">
                <a:moveTo>
                  <a:pt x="52891" y="0"/>
                </a:moveTo>
                <a:lnTo>
                  <a:pt x="3117684" y="0"/>
                </a:lnTo>
                <a:cubicBezTo>
                  <a:pt x="3146895" y="0"/>
                  <a:pt x="3170575" y="23680"/>
                  <a:pt x="3170575" y="52891"/>
                </a:cubicBezTo>
                <a:lnTo>
                  <a:pt x="3170575" y="2308315"/>
                </a:lnTo>
                <a:cubicBezTo>
                  <a:pt x="3170575" y="2337526"/>
                  <a:pt x="3146895" y="2361206"/>
                  <a:pt x="3117684" y="2361206"/>
                </a:cubicBezTo>
                <a:lnTo>
                  <a:pt x="52891" y="2361206"/>
                </a:lnTo>
                <a:cubicBezTo>
                  <a:pt x="23680" y="2361206"/>
                  <a:pt x="0" y="2337526"/>
                  <a:pt x="0" y="2308315"/>
                </a:cubicBezTo>
                <a:lnTo>
                  <a:pt x="0" y="52891"/>
                </a:lnTo>
                <a:cubicBezTo>
                  <a:pt x="0" y="23680"/>
                  <a:pt x="23680" y="0"/>
                  <a:pt x="52891" y="0"/>
                </a:cubicBezTo>
                <a:close/>
              </a:path>
            </a:pathLst>
          </a:custGeom>
          <a:solidFill>
            <a:schemeClr val="bg1">
              <a:lumMod val="95000"/>
            </a:schemeClr>
          </a:solidFill>
          <a:effectLst>
            <a:outerShdw blurRad="1270000" dist="762000" dir="5400000" sx="80000" sy="80000" algn="t" rotWithShape="0">
              <a:schemeClr val="tx1">
                <a:lumMod val="95000"/>
                <a:lumOff val="5000"/>
                <a:alpha val="40000"/>
              </a:schemeClr>
            </a:outerShdw>
          </a:effectLst>
        </p:spPr>
        <p:txBody>
          <a:bodyPr wrap="square">
            <a:noAutofit/>
          </a:bodyPr>
          <a:lstStyle>
            <a:lvl1pPr marL="0" indent="0" algn="ctr">
              <a:buNone/>
              <a:defRPr sz="1050" b="0" i="0">
                <a:solidFill>
                  <a:schemeClr val="tx1">
                    <a:lumMod val="65000"/>
                    <a:lumOff val="35000"/>
                  </a:schemeClr>
                </a:solidFill>
                <a:latin typeface="Arial" panose="020B0604020202090204" pitchFamily="34" charset="0"/>
              </a:defRPr>
            </a:lvl1pPr>
          </a:lstStyle>
          <a:p>
            <a:endParaRPr lang="id-ID" dirty="0"/>
          </a:p>
        </p:txBody>
      </p:sp>
      <p:sp>
        <p:nvSpPr>
          <p:cNvPr id="9" name="Picture Placeholder 8"/>
          <p:cNvSpPr>
            <a:spLocks noGrp="1"/>
          </p:cNvSpPr>
          <p:nvPr>
            <p:ph type="pic" sz="quarter" idx="15"/>
          </p:nvPr>
        </p:nvSpPr>
        <p:spPr>
          <a:xfrm>
            <a:off x="-2136152" y="1686300"/>
            <a:ext cx="2673453" cy="1770905"/>
          </a:xfrm>
          <a:custGeom>
            <a:avLst/>
            <a:gdLst>
              <a:gd name="connsiteX0" fmla="*/ 52891 w 3170575"/>
              <a:gd name="connsiteY0" fmla="*/ 0 h 2361206"/>
              <a:gd name="connsiteX1" fmla="*/ 3117684 w 3170575"/>
              <a:gd name="connsiteY1" fmla="*/ 0 h 2361206"/>
              <a:gd name="connsiteX2" fmla="*/ 3170575 w 3170575"/>
              <a:gd name="connsiteY2" fmla="*/ 52891 h 2361206"/>
              <a:gd name="connsiteX3" fmla="*/ 3170575 w 3170575"/>
              <a:gd name="connsiteY3" fmla="*/ 2308315 h 2361206"/>
              <a:gd name="connsiteX4" fmla="*/ 3117684 w 3170575"/>
              <a:gd name="connsiteY4" fmla="*/ 2361206 h 2361206"/>
              <a:gd name="connsiteX5" fmla="*/ 52891 w 3170575"/>
              <a:gd name="connsiteY5" fmla="*/ 2361206 h 2361206"/>
              <a:gd name="connsiteX6" fmla="*/ 0 w 3170575"/>
              <a:gd name="connsiteY6" fmla="*/ 2308315 h 2361206"/>
              <a:gd name="connsiteX7" fmla="*/ 0 w 3170575"/>
              <a:gd name="connsiteY7" fmla="*/ 52891 h 2361206"/>
              <a:gd name="connsiteX8" fmla="*/ 52891 w 3170575"/>
              <a:gd name="connsiteY8" fmla="*/ 0 h 2361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0575" h="2361206">
                <a:moveTo>
                  <a:pt x="52891" y="0"/>
                </a:moveTo>
                <a:lnTo>
                  <a:pt x="3117684" y="0"/>
                </a:lnTo>
                <a:cubicBezTo>
                  <a:pt x="3146895" y="0"/>
                  <a:pt x="3170575" y="23680"/>
                  <a:pt x="3170575" y="52891"/>
                </a:cubicBezTo>
                <a:lnTo>
                  <a:pt x="3170575" y="2308315"/>
                </a:lnTo>
                <a:cubicBezTo>
                  <a:pt x="3170575" y="2337526"/>
                  <a:pt x="3146895" y="2361206"/>
                  <a:pt x="3117684" y="2361206"/>
                </a:cubicBezTo>
                <a:lnTo>
                  <a:pt x="52891" y="2361206"/>
                </a:lnTo>
                <a:cubicBezTo>
                  <a:pt x="23680" y="2361206"/>
                  <a:pt x="0" y="2337526"/>
                  <a:pt x="0" y="2308315"/>
                </a:cubicBezTo>
                <a:lnTo>
                  <a:pt x="0" y="52891"/>
                </a:lnTo>
                <a:cubicBezTo>
                  <a:pt x="0" y="23680"/>
                  <a:pt x="23680" y="0"/>
                  <a:pt x="52891" y="0"/>
                </a:cubicBezTo>
                <a:close/>
              </a:path>
            </a:pathLst>
          </a:custGeom>
          <a:solidFill>
            <a:schemeClr val="bg1">
              <a:lumMod val="95000"/>
            </a:schemeClr>
          </a:solidFill>
          <a:effectLst>
            <a:outerShdw blurRad="1270000" dist="762000" dir="5400000" sx="80000" sy="80000" algn="t" rotWithShape="0">
              <a:schemeClr val="tx1">
                <a:lumMod val="95000"/>
                <a:lumOff val="5000"/>
                <a:alpha val="40000"/>
              </a:schemeClr>
            </a:outerShdw>
          </a:effectLst>
        </p:spPr>
        <p:txBody>
          <a:bodyPr wrap="square">
            <a:noAutofit/>
          </a:bodyPr>
          <a:lstStyle>
            <a:lvl1pPr marL="0" indent="0" algn="ctr">
              <a:buNone/>
              <a:defRPr sz="1050" b="0" i="0">
                <a:solidFill>
                  <a:schemeClr val="tx1">
                    <a:lumMod val="65000"/>
                    <a:lumOff val="35000"/>
                  </a:schemeClr>
                </a:solidFill>
                <a:latin typeface="Arial" panose="020B0604020202090204" pitchFamily="34" charset="0"/>
              </a:defRPr>
            </a:lvl1pPr>
          </a:lstStyle>
          <a:p>
            <a:endParaRPr lang="id-ID" dirty="0"/>
          </a:p>
        </p:txBody>
      </p:sp>
      <p:sp>
        <p:nvSpPr>
          <p:cNvPr id="5" name="标题占位符 4"/>
          <p:cNvSpPr>
            <a:spLocks noGrp="1"/>
          </p:cNvSpPr>
          <p:nvPr>
            <p:ph type="title" hasCustomPrompt="1"/>
          </p:nvPr>
        </p:nvSpPr>
        <p:spPr>
          <a:xfrm>
            <a:off x="866276" y="273846"/>
            <a:ext cx="7425349" cy="375503"/>
          </a:xfrm>
          <a:prstGeom prst="rect">
            <a:avLst/>
          </a:prstGeom>
        </p:spPr>
        <p:txBody>
          <a:bodyPr vert="horz" lIns="91440" tIns="45720" rIns="91440" bIns="45720" rtlCol="0" anchor="ctr">
            <a:normAutofit/>
          </a:bodyPr>
          <a:lstStyle/>
          <a:p>
            <a:pPr marL="0" lvl="0" algn="l" defTabSz="685800" rtl="0" eaLnBrk="1" latinLnBrk="0" hangingPunct="1">
              <a:lnSpc>
                <a:spcPct val="90000"/>
              </a:lnSpc>
              <a:buClr>
                <a:srgbClr val="000000"/>
              </a:buClr>
              <a:buSzPts val="9200"/>
            </a:pPr>
            <a:r>
              <a:rPr kumimoji="1" lang="en-GB" altLang="zh-CN" dirty="0"/>
              <a:t>Click here to edit the master title style</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500" advClick="0">
        <p14:flip dir="r"/>
      </p:transition>
    </mc:Choice>
    <mc:Fallback>
      <p:transition advClick="0">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4_Title Slide">
    <p:spTree>
      <p:nvGrpSpPr>
        <p:cNvPr id="1" name=""/>
        <p:cNvGrpSpPr/>
        <p:nvPr/>
      </p:nvGrpSpPr>
      <p:grpSpPr>
        <a:xfrm>
          <a:off x="0" y="0"/>
          <a:ext cx="0" cy="0"/>
          <a:chOff x="0" y="0"/>
          <a:chExt cx="0" cy="0"/>
        </a:xfrm>
      </p:grpSpPr>
      <p:sp>
        <p:nvSpPr>
          <p:cNvPr id="3" name="Picture Placeholder 2"/>
          <p:cNvSpPr>
            <a:spLocks noGrp="1"/>
          </p:cNvSpPr>
          <p:nvPr>
            <p:ph type="pic" sz="quarter" idx="14"/>
          </p:nvPr>
        </p:nvSpPr>
        <p:spPr>
          <a:xfrm>
            <a:off x="6117418" y="870859"/>
            <a:ext cx="2112182" cy="3401786"/>
          </a:xfrm>
          <a:custGeom>
            <a:avLst/>
            <a:gdLst>
              <a:gd name="connsiteX0" fmla="*/ 52891 w 3170575"/>
              <a:gd name="connsiteY0" fmla="*/ 0 h 2361206"/>
              <a:gd name="connsiteX1" fmla="*/ 3117684 w 3170575"/>
              <a:gd name="connsiteY1" fmla="*/ 0 h 2361206"/>
              <a:gd name="connsiteX2" fmla="*/ 3170575 w 3170575"/>
              <a:gd name="connsiteY2" fmla="*/ 52891 h 2361206"/>
              <a:gd name="connsiteX3" fmla="*/ 3170575 w 3170575"/>
              <a:gd name="connsiteY3" fmla="*/ 2308315 h 2361206"/>
              <a:gd name="connsiteX4" fmla="*/ 3117684 w 3170575"/>
              <a:gd name="connsiteY4" fmla="*/ 2361206 h 2361206"/>
              <a:gd name="connsiteX5" fmla="*/ 52891 w 3170575"/>
              <a:gd name="connsiteY5" fmla="*/ 2361206 h 2361206"/>
              <a:gd name="connsiteX6" fmla="*/ 0 w 3170575"/>
              <a:gd name="connsiteY6" fmla="*/ 2308315 h 2361206"/>
              <a:gd name="connsiteX7" fmla="*/ 0 w 3170575"/>
              <a:gd name="connsiteY7" fmla="*/ 52891 h 2361206"/>
              <a:gd name="connsiteX8" fmla="*/ 52891 w 3170575"/>
              <a:gd name="connsiteY8" fmla="*/ 0 h 2361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0575" h="2361206">
                <a:moveTo>
                  <a:pt x="52891" y="0"/>
                </a:moveTo>
                <a:lnTo>
                  <a:pt x="3117684" y="0"/>
                </a:lnTo>
                <a:cubicBezTo>
                  <a:pt x="3146895" y="0"/>
                  <a:pt x="3170575" y="23680"/>
                  <a:pt x="3170575" y="52891"/>
                </a:cubicBezTo>
                <a:lnTo>
                  <a:pt x="3170575" y="2308315"/>
                </a:lnTo>
                <a:cubicBezTo>
                  <a:pt x="3170575" y="2337526"/>
                  <a:pt x="3146895" y="2361206"/>
                  <a:pt x="3117684" y="2361206"/>
                </a:cubicBezTo>
                <a:lnTo>
                  <a:pt x="52891" y="2361206"/>
                </a:lnTo>
                <a:cubicBezTo>
                  <a:pt x="23680" y="2361206"/>
                  <a:pt x="0" y="2337526"/>
                  <a:pt x="0" y="2308315"/>
                </a:cubicBezTo>
                <a:lnTo>
                  <a:pt x="0" y="52891"/>
                </a:lnTo>
                <a:cubicBezTo>
                  <a:pt x="0" y="23680"/>
                  <a:pt x="23680" y="0"/>
                  <a:pt x="52891" y="0"/>
                </a:cubicBezTo>
                <a:close/>
              </a:path>
            </a:pathLst>
          </a:custGeom>
          <a:solidFill>
            <a:schemeClr val="bg1">
              <a:lumMod val="95000"/>
            </a:schemeClr>
          </a:solidFill>
          <a:effectLst>
            <a:outerShdw blurRad="1270000" dist="838200" dir="10800000" sx="75000" sy="75000" algn="r" rotWithShape="0">
              <a:schemeClr val="bg1">
                <a:lumMod val="50000"/>
                <a:alpha val="40000"/>
              </a:schemeClr>
            </a:outerShdw>
          </a:effectLst>
        </p:spPr>
        <p:txBody>
          <a:bodyPr wrap="square">
            <a:noAutofit/>
          </a:bodyPr>
          <a:lstStyle>
            <a:lvl1pPr marL="0" indent="0" algn="ctr">
              <a:buNone/>
              <a:defRPr sz="1050" b="0" i="0">
                <a:solidFill>
                  <a:schemeClr val="tx1">
                    <a:lumMod val="65000"/>
                    <a:lumOff val="35000"/>
                  </a:schemeClr>
                </a:solidFill>
                <a:latin typeface="Arial" panose="020B0604020202090204" pitchFamily="34" charset="0"/>
              </a:defRPr>
            </a:lvl1pPr>
          </a:lstStyle>
          <a:p>
            <a:endParaRPr lang="id-ID" dirty="0"/>
          </a:p>
        </p:txBody>
      </p:sp>
      <p:sp>
        <p:nvSpPr>
          <p:cNvPr id="4" name="标题占位符 4"/>
          <p:cNvSpPr>
            <a:spLocks noGrp="1"/>
          </p:cNvSpPr>
          <p:nvPr>
            <p:ph type="title" hasCustomPrompt="1"/>
          </p:nvPr>
        </p:nvSpPr>
        <p:spPr>
          <a:xfrm>
            <a:off x="866276" y="273846"/>
            <a:ext cx="7425349" cy="375503"/>
          </a:xfrm>
          <a:prstGeom prst="rect">
            <a:avLst/>
          </a:prstGeom>
        </p:spPr>
        <p:txBody>
          <a:bodyPr vert="horz" lIns="91440" tIns="45720" rIns="91440" bIns="45720" rtlCol="0" anchor="ctr">
            <a:normAutofit/>
          </a:bodyPr>
          <a:lstStyle/>
          <a:p>
            <a:pPr marL="0" lvl="0" algn="l" defTabSz="685800" rtl="0" eaLnBrk="1" latinLnBrk="0" hangingPunct="1">
              <a:lnSpc>
                <a:spcPct val="90000"/>
              </a:lnSpc>
              <a:buClr>
                <a:srgbClr val="000000"/>
              </a:buClr>
              <a:buSzPts val="9200"/>
            </a:pPr>
            <a:r>
              <a:rPr kumimoji="1" lang="en-GB" altLang="zh-CN" dirty="0"/>
              <a:t>Click here to edit the master title style</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500" advClick="0">
        <p14:flip dir="r"/>
      </p:transition>
    </mc:Choice>
    <mc:Fallback>
      <p:transition advClick="0">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5_Title Slide">
    <p:spTree>
      <p:nvGrpSpPr>
        <p:cNvPr id="1" name=""/>
        <p:cNvGrpSpPr/>
        <p:nvPr/>
      </p:nvGrpSpPr>
      <p:grpSpPr>
        <a:xfrm>
          <a:off x="0" y="0"/>
          <a:ext cx="0" cy="0"/>
          <a:chOff x="0" y="0"/>
          <a:chExt cx="0" cy="0"/>
        </a:xfrm>
      </p:grpSpPr>
      <p:sp>
        <p:nvSpPr>
          <p:cNvPr id="4" name="Picture Placeholder 3"/>
          <p:cNvSpPr>
            <a:spLocks noGrp="1"/>
          </p:cNvSpPr>
          <p:nvPr>
            <p:ph type="pic" sz="quarter" idx="16"/>
          </p:nvPr>
        </p:nvSpPr>
        <p:spPr>
          <a:xfrm>
            <a:off x="936172" y="849086"/>
            <a:ext cx="3701144" cy="3445329"/>
          </a:xfrm>
          <a:custGeom>
            <a:avLst/>
            <a:gdLst>
              <a:gd name="connsiteX0" fmla="*/ 24714 w 4934858"/>
              <a:gd name="connsiteY0" fmla="*/ 0 h 4593772"/>
              <a:gd name="connsiteX1" fmla="*/ 4910144 w 4934858"/>
              <a:gd name="connsiteY1" fmla="*/ 0 h 4593772"/>
              <a:gd name="connsiteX2" fmla="*/ 4934858 w 4934858"/>
              <a:gd name="connsiteY2" fmla="*/ 24714 h 4593772"/>
              <a:gd name="connsiteX3" fmla="*/ 4934858 w 4934858"/>
              <a:gd name="connsiteY3" fmla="*/ 4569058 h 4593772"/>
              <a:gd name="connsiteX4" fmla="*/ 4910144 w 4934858"/>
              <a:gd name="connsiteY4" fmla="*/ 4593772 h 4593772"/>
              <a:gd name="connsiteX5" fmla="*/ 24714 w 4934858"/>
              <a:gd name="connsiteY5" fmla="*/ 4593772 h 4593772"/>
              <a:gd name="connsiteX6" fmla="*/ 0 w 4934858"/>
              <a:gd name="connsiteY6" fmla="*/ 4569058 h 4593772"/>
              <a:gd name="connsiteX7" fmla="*/ 0 w 4934858"/>
              <a:gd name="connsiteY7" fmla="*/ 24714 h 4593772"/>
              <a:gd name="connsiteX8" fmla="*/ 24714 w 4934858"/>
              <a:gd name="connsiteY8" fmla="*/ 0 h 4593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34858" h="4593772">
                <a:moveTo>
                  <a:pt x="24714" y="0"/>
                </a:moveTo>
                <a:lnTo>
                  <a:pt x="4910144" y="0"/>
                </a:lnTo>
                <a:cubicBezTo>
                  <a:pt x="4923793" y="0"/>
                  <a:pt x="4934858" y="11065"/>
                  <a:pt x="4934858" y="24714"/>
                </a:cubicBezTo>
                <a:lnTo>
                  <a:pt x="4934858" y="4569058"/>
                </a:lnTo>
                <a:cubicBezTo>
                  <a:pt x="4934858" y="4582707"/>
                  <a:pt x="4923793" y="4593772"/>
                  <a:pt x="4910144" y="4593772"/>
                </a:cubicBezTo>
                <a:lnTo>
                  <a:pt x="24714" y="4593772"/>
                </a:lnTo>
                <a:cubicBezTo>
                  <a:pt x="11065" y="4593772"/>
                  <a:pt x="0" y="4582707"/>
                  <a:pt x="0" y="4569058"/>
                </a:cubicBezTo>
                <a:lnTo>
                  <a:pt x="0" y="24714"/>
                </a:lnTo>
                <a:cubicBezTo>
                  <a:pt x="0" y="11065"/>
                  <a:pt x="11065" y="0"/>
                  <a:pt x="24714" y="0"/>
                </a:cubicBezTo>
                <a:close/>
              </a:path>
            </a:pathLst>
          </a:custGeom>
          <a:solidFill>
            <a:schemeClr val="bg1">
              <a:lumMod val="95000"/>
              <a:alpha val="46000"/>
            </a:schemeClr>
          </a:solidFill>
          <a:effectLst>
            <a:outerShdw blurRad="1270000" dist="1143000" sx="80000" sy="80000" algn="l" rotWithShape="0">
              <a:prstClr val="black">
                <a:alpha val="40000"/>
              </a:prstClr>
            </a:outerShdw>
          </a:effectLst>
        </p:spPr>
        <p:txBody>
          <a:bodyPr wrap="square">
            <a:noAutofit/>
          </a:bodyPr>
          <a:lstStyle>
            <a:lvl1pPr marL="0" indent="0" algn="ctr">
              <a:buNone/>
              <a:defRPr sz="1315" b="0" i="0">
                <a:solidFill>
                  <a:schemeClr val="tx1">
                    <a:lumMod val="50000"/>
                    <a:lumOff val="50000"/>
                  </a:schemeClr>
                </a:solidFill>
                <a:latin typeface="Arial" panose="020B0604020202090204" pitchFamily="34" charset="0"/>
              </a:defRPr>
            </a:lvl1pPr>
          </a:lstStyle>
          <a:p>
            <a:endParaRPr lang="id-ID" dirty="0"/>
          </a:p>
        </p:txBody>
      </p:sp>
      <p:sp>
        <p:nvSpPr>
          <p:cNvPr id="3" name="标题占位符 4"/>
          <p:cNvSpPr>
            <a:spLocks noGrp="1"/>
          </p:cNvSpPr>
          <p:nvPr>
            <p:ph type="title" hasCustomPrompt="1"/>
          </p:nvPr>
        </p:nvSpPr>
        <p:spPr>
          <a:xfrm>
            <a:off x="866276" y="273846"/>
            <a:ext cx="7425349" cy="375503"/>
          </a:xfrm>
          <a:prstGeom prst="rect">
            <a:avLst/>
          </a:prstGeom>
        </p:spPr>
        <p:txBody>
          <a:bodyPr vert="horz" lIns="91440" tIns="45720" rIns="91440" bIns="45720" rtlCol="0" anchor="ctr">
            <a:normAutofit/>
          </a:bodyPr>
          <a:lstStyle/>
          <a:p>
            <a:pPr marL="0" lvl="0" algn="l" defTabSz="685800" rtl="0" eaLnBrk="1" latinLnBrk="0" hangingPunct="1">
              <a:lnSpc>
                <a:spcPct val="90000"/>
              </a:lnSpc>
              <a:buClr>
                <a:srgbClr val="000000"/>
              </a:buClr>
              <a:buSzPts val="9200"/>
            </a:pPr>
            <a:r>
              <a:rPr kumimoji="1" lang="en-GB" altLang="zh-CN" dirty="0"/>
              <a:t>Click here to edit the master title style</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500" advClick="0">
        <p14:flip dir="r"/>
      </p:transition>
    </mc:Choice>
    <mc:Fallback>
      <p:transition advClick="0">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0_Title Slide">
    <p:spTree>
      <p:nvGrpSpPr>
        <p:cNvPr id="1" name=""/>
        <p:cNvGrpSpPr/>
        <p:nvPr/>
      </p:nvGrpSpPr>
      <p:grpSpPr>
        <a:xfrm>
          <a:off x="0" y="0"/>
          <a:ext cx="0" cy="0"/>
          <a:chOff x="0" y="0"/>
          <a:chExt cx="0" cy="0"/>
        </a:xfrm>
      </p:grpSpPr>
      <p:sp>
        <p:nvSpPr>
          <p:cNvPr id="2" name="Picture Placeholder 13"/>
          <p:cNvSpPr>
            <a:spLocks noGrp="1"/>
          </p:cNvSpPr>
          <p:nvPr>
            <p:ph type="pic" sz="quarter" idx="16"/>
          </p:nvPr>
        </p:nvSpPr>
        <p:spPr>
          <a:xfrm>
            <a:off x="916245" y="851723"/>
            <a:ext cx="3655757" cy="1802991"/>
          </a:xfrm>
          <a:custGeom>
            <a:avLst/>
            <a:gdLst>
              <a:gd name="connsiteX0" fmla="*/ 14010 w 5330699"/>
              <a:gd name="connsiteY0" fmla="*/ 0 h 3735977"/>
              <a:gd name="connsiteX1" fmla="*/ 5316689 w 5330699"/>
              <a:gd name="connsiteY1" fmla="*/ 0 h 3735977"/>
              <a:gd name="connsiteX2" fmla="*/ 5330699 w 5330699"/>
              <a:gd name="connsiteY2" fmla="*/ 14010 h 3735977"/>
              <a:gd name="connsiteX3" fmla="*/ 5330699 w 5330699"/>
              <a:gd name="connsiteY3" fmla="*/ 3721967 h 3735977"/>
              <a:gd name="connsiteX4" fmla="*/ 5316689 w 5330699"/>
              <a:gd name="connsiteY4" fmla="*/ 3735977 h 3735977"/>
              <a:gd name="connsiteX5" fmla="*/ 14010 w 5330699"/>
              <a:gd name="connsiteY5" fmla="*/ 3735977 h 3735977"/>
              <a:gd name="connsiteX6" fmla="*/ 0 w 5330699"/>
              <a:gd name="connsiteY6" fmla="*/ 3721967 h 3735977"/>
              <a:gd name="connsiteX7" fmla="*/ 0 w 5330699"/>
              <a:gd name="connsiteY7" fmla="*/ 14010 h 3735977"/>
              <a:gd name="connsiteX8" fmla="*/ 14010 w 5330699"/>
              <a:gd name="connsiteY8" fmla="*/ 0 h 3735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30699" h="3735977">
                <a:moveTo>
                  <a:pt x="14010" y="0"/>
                </a:moveTo>
                <a:lnTo>
                  <a:pt x="5316689" y="0"/>
                </a:lnTo>
                <a:cubicBezTo>
                  <a:pt x="5324427" y="0"/>
                  <a:pt x="5330699" y="6272"/>
                  <a:pt x="5330699" y="14010"/>
                </a:cubicBezTo>
                <a:lnTo>
                  <a:pt x="5330699" y="3721967"/>
                </a:lnTo>
                <a:cubicBezTo>
                  <a:pt x="5330699" y="3729705"/>
                  <a:pt x="5324427" y="3735977"/>
                  <a:pt x="5316689" y="3735977"/>
                </a:cubicBezTo>
                <a:lnTo>
                  <a:pt x="14010" y="3735977"/>
                </a:lnTo>
                <a:cubicBezTo>
                  <a:pt x="6272" y="3735977"/>
                  <a:pt x="0" y="3729705"/>
                  <a:pt x="0" y="3721967"/>
                </a:cubicBezTo>
                <a:lnTo>
                  <a:pt x="0" y="14010"/>
                </a:lnTo>
                <a:cubicBezTo>
                  <a:pt x="0" y="6272"/>
                  <a:pt x="6272" y="0"/>
                  <a:pt x="14010" y="0"/>
                </a:cubicBezTo>
                <a:close/>
              </a:path>
            </a:pathLst>
          </a:custGeom>
          <a:solidFill>
            <a:schemeClr val="bg1">
              <a:lumMod val="95000"/>
              <a:alpha val="46000"/>
            </a:schemeClr>
          </a:solidFill>
        </p:spPr>
        <p:txBody>
          <a:bodyPr wrap="square">
            <a:noAutofit/>
          </a:bodyPr>
          <a:lstStyle>
            <a:lvl1pPr marL="0" indent="0" algn="ctr">
              <a:buNone/>
              <a:defRPr sz="1315" b="0" i="0">
                <a:solidFill>
                  <a:schemeClr val="tx1">
                    <a:lumMod val="50000"/>
                    <a:lumOff val="50000"/>
                  </a:schemeClr>
                </a:solidFill>
                <a:latin typeface="Arial" panose="020B0604020202090204" pitchFamily="34" charset="0"/>
              </a:defRPr>
            </a:lvl1pPr>
          </a:lstStyle>
          <a:p>
            <a:endParaRPr lang="id-ID" dirty="0"/>
          </a:p>
        </p:txBody>
      </p:sp>
      <p:sp>
        <p:nvSpPr>
          <p:cNvPr id="3" name="Picture Placeholder 13"/>
          <p:cNvSpPr>
            <a:spLocks noGrp="1"/>
          </p:cNvSpPr>
          <p:nvPr>
            <p:ph type="pic" sz="quarter" idx="17"/>
          </p:nvPr>
        </p:nvSpPr>
        <p:spPr>
          <a:xfrm>
            <a:off x="4572002" y="851723"/>
            <a:ext cx="3655757" cy="1802991"/>
          </a:xfrm>
          <a:custGeom>
            <a:avLst/>
            <a:gdLst>
              <a:gd name="connsiteX0" fmla="*/ 14010 w 5330699"/>
              <a:gd name="connsiteY0" fmla="*/ 0 h 3735977"/>
              <a:gd name="connsiteX1" fmla="*/ 5316689 w 5330699"/>
              <a:gd name="connsiteY1" fmla="*/ 0 h 3735977"/>
              <a:gd name="connsiteX2" fmla="*/ 5330699 w 5330699"/>
              <a:gd name="connsiteY2" fmla="*/ 14010 h 3735977"/>
              <a:gd name="connsiteX3" fmla="*/ 5330699 w 5330699"/>
              <a:gd name="connsiteY3" fmla="*/ 3721967 h 3735977"/>
              <a:gd name="connsiteX4" fmla="*/ 5316689 w 5330699"/>
              <a:gd name="connsiteY4" fmla="*/ 3735977 h 3735977"/>
              <a:gd name="connsiteX5" fmla="*/ 14010 w 5330699"/>
              <a:gd name="connsiteY5" fmla="*/ 3735977 h 3735977"/>
              <a:gd name="connsiteX6" fmla="*/ 0 w 5330699"/>
              <a:gd name="connsiteY6" fmla="*/ 3721967 h 3735977"/>
              <a:gd name="connsiteX7" fmla="*/ 0 w 5330699"/>
              <a:gd name="connsiteY7" fmla="*/ 14010 h 3735977"/>
              <a:gd name="connsiteX8" fmla="*/ 14010 w 5330699"/>
              <a:gd name="connsiteY8" fmla="*/ 0 h 3735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30699" h="3735977">
                <a:moveTo>
                  <a:pt x="14010" y="0"/>
                </a:moveTo>
                <a:lnTo>
                  <a:pt x="5316689" y="0"/>
                </a:lnTo>
                <a:cubicBezTo>
                  <a:pt x="5324427" y="0"/>
                  <a:pt x="5330699" y="6272"/>
                  <a:pt x="5330699" y="14010"/>
                </a:cubicBezTo>
                <a:lnTo>
                  <a:pt x="5330699" y="3721967"/>
                </a:lnTo>
                <a:cubicBezTo>
                  <a:pt x="5330699" y="3729705"/>
                  <a:pt x="5324427" y="3735977"/>
                  <a:pt x="5316689" y="3735977"/>
                </a:cubicBezTo>
                <a:lnTo>
                  <a:pt x="14010" y="3735977"/>
                </a:lnTo>
                <a:cubicBezTo>
                  <a:pt x="6272" y="3735977"/>
                  <a:pt x="0" y="3729705"/>
                  <a:pt x="0" y="3721967"/>
                </a:cubicBezTo>
                <a:lnTo>
                  <a:pt x="0" y="14010"/>
                </a:lnTo>
                <a:cubicBezTo>
                  <a:pt x="0" y="6272"/>
                  <a:pt x="6272" y="0"/>
                  <a:pt x="14010" y="0"/>
                </a:cubicBezTo>
                <a:close/>
              </a:path>
            </a:pathLst>
          </a:custGeom>
          <a:solidFill>
            <a:schemeClr val="bg1">
              <a:lumMod val="95000"/>
              <a:alpha val="46000"/>
            </a:schemeClr>
          </a:solidFill>
        </p:spPr>
        <p:txBody>
          <a:bodyPr wrap="square">
            <a:noAutofit/>
          </a:bodyPr>
          <a:lstStyle>
            <a:lvl1pPr marL="0" indent="0" algn="ctr">
              <a:buNone/>
              <a:defRPr sz="1315" b="0" i="0">
                <a:solidFill>
                  <a:schemeClr val="tx1">
                    <a:lumMod val="50000"/>
                    <a:lumOff val="50000"/>
                  </a:schemeClr>
                </a:solidFill>
                <a:latin typeface="Arial" panose="020B0604020202090204" pitchFamily="34" charset="0"/>
              </a:defRPr>
            </a:lvl1pPr>
          </a:lstStyle>
          <a:p>
            <a:endParaRPr lang="id-ID" dirty="0"/>
          </a:p>
        </p:txBody>
      </p:sp>
      <p:sp>
        <p:nvSpPr>
          <p:cNvPr id="4" name="标题占位符 4"/>
          <p:cNvSpPr>
            <a:spLocks noGrp="1"/>
          </p:cNvSpPr>
          <p:nvPr>
            <p:ph type="title" hasCustomPrompt="1"/>
          </p:nvPr>
        </p:nvSpPr>
        <p:spPr>
          <a:xfrm>
            <a:off x="866276" y="273846"/>
            <a:ext cx="7425349" cy="375503"/>
          </a:xfrm>
          <a:prstGeom prst="rect">
            <a:avLst/>
          </a:prstGeom>
        </p:spPr>
        <p:txBody>
          <a:bodyPr vert="horz" lIns="91440" tIns="45720" rIns="91440" bIns="45720" rtlCol="0" anchor="ctr">
            <a:normAutofit/>
          </a:bodyPr>
          <a:lstStyle/>
          <a:p>
            <a:pPr marL="0" lvl="0" algn="l" defTabSz="685800" rtl="0" eaLnBrk="1" latinLnBrk="0" hangingPunct="1">
              <a:lnSpc>
                <a:spcPct val="90000"/>
              </a:lnSpc>
              <a:buClr>
                <a:srgbClr val="000000"/>
              </a:buClr>
              <a:buSzPts val="9200"/>
            </a:pPr>
            <a:r>
              <a:rPr kumimoji="1" lang="en-GB" altLang="zh-CN" dirty="0"/>
              <a:t>Click here to edit the master title style</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500" advClick="0">
        <p14:flip dir="r"/>
      </p:transition>
    </mc:Choice>
    <mc:Fallback>
      <p:transition advClick="0">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1_Title Slide">
    <p:spTree>
      <p:nvGrpSpPr>
        <p:cNvPr id="1" name=""/>
        <p:cNvGrpSpPr/>
        <p:nvPr/>
      </p:nvGrpSpPr>
      <p:grpSpPr>
        <a:xfrm>
          <a:off x="0" y="0"/>
          <a:ext cx="0" cy="0"/>
          <a:chOff x="0" y="0"/>
          <a:chExt cx="0" cy="0"/>
        </a:xfrm>
      </p:grpSpPr>
      <p:sp>
        <p:nvSpPr>
          <p:cNvPr id="5" name="Picture Placeholder 6"/>
          <p:cNvSpPr>
            <a:spLocks noGrp="1"/>
          </p:cNvSpPr>
          <p:nvPr>
            <p:ph type="pic" sz="quarter" idx="12"/>
          </p:nvPr>
        </p:nvSpPr>
        <p:spPr>
          <a:xfrm>
            <a:off x="3056730" y="915125"/>
            <a:ext cx="834461" cy="833171"/>
          </a:xfrm>
          <a:custGeom>
            <a:avLst/>
            <a:gdLst>
              <a:gd name="connsiteX0" fmla="*/ 501446 w 1002892"/>
              <a:gd name="connsiteY0" fmla="*/ 0 h 1002892"/>
              <a:gd name="connsiteX1" fmla="*/ 1002892 w 1002892"/>
              <a:gd name="connsiteY1" fmla="*/ 501446 h 1002892"/>
              <a:gd name="connsiteX2" fmla="*/ 501446 w 1002892"/>
              <a:gd name="connsiteY2" fmla="*/ 1002892 h 1002892"/>
              <a:gd name="connsiteX3" fmla="*/ 0 w 1002892"/>
              <a:gd name="connsiteY3" fmla="*/ 501446 h 1002892"/>
              <a:gd name="connsiteX4" fmla="*/ 501446 w 1002892"/>
              <a:gd name="connsiteY4" fmla="*/ 0 h 1002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2892" h="1002892">
                <a:moveTo>
                  <a:pt x="501446" y="0"/>
                </a:moveTo>
                <a:cubicBezTo>
                  <a:pt x="778387" y="0"/>
                  <a:pt x="1002892" y="224505"/>
                  <a:pt x="1002892" y="501446"/>
                </a:cubicBezTo>
                <a:cubicBezTo>
                  <a:pt x="1002892" y="778387"/>
                  <a:pt x="778387" y="1002892"/>
                  <a:pt x="501446" y="1002892"/>
                </a:cubicBezTo>
                <a:cubicBezTo>
                  <a:pt x="224505" y="1002892"/>
                  <a:pt x="0" y="778387"/>
                  <a:pt x="0" y="501446"/>
                </a:cubicBezTo>
                <a:cubicBezTo>
                  <a:pt x="0" y="224505"/>
                  <a:pt x="224505" y="0"/>
                  <a:pt x="501446" y="0"/>
                </a:cubicBezTo>
                <a:close/>
              </a:path>
            </a:pathLst>
          </a:custGeom>
          <a:solidFill>
            <a:schemeClr val="bg1">
              <a:lumMod val="95000"/>
            </a:schemeClr>
          </a:solidFill>
          <a:effectLst>
            <a:outerShdw blurRad="1270000" dist="393700" dir="5400000" sx="80000" sy="80000" algn="t" rotWithShape="0">
              <a:schemeClr val="bg1">
                <a:lumMod val="75000"/>
                <a:alpha val="40000"/>
              </a:schemeClr>
            </a:outerShdw>
          </a:effectLst>
        </p:spPr>
        <p:txBody>
          <a:bodyPr wrap="square">
            <a:noAutofit/>
          </a:bodyPr>
          <a:lstStyle>
            <a:lvl1pPr marL="0" indent="0" algn="ctr">
              <a:buNone/>
              <a:defRPr sz="675" b="0" i="0">
                <a:solidFill>
                  <a:schemeClr val="tx1">
                    <a:lumMod val="50000"/>
                    <a:lumOff val="50000"/>
                  </a:schemeClr>
                </a:solidFill>
                <a:latin typeface="Arial" panose="020B0604020202090204" pitchFamily="34" charset="0"/>
              </a:defRPr>
            </a:lvl1pPr>
          </a:lstStyle>
          <a:p>
            <a:endParaRPr lang="id-ID" dirty="0"/>
          </a:p>
        </p:txBody>
      </p:sp>
      <p:sp>
        <p:nvSpPr>
          <p:cNvPr id="6" name="Picture Placeholder 6"/>
          <p:cNvSpPr>
            <a:spLocks noGrp="1"/>
          </p:cNvSpPr>
          <p:nvPr>
            <p:ph type="pic" sz="quarter" idx="13"/>
          </p:nvPr>
        </p:nvSpPr>
        <p:spPr>
          <a:xfrm>
            <a:off x="7174856" y="1961157"/>
            <a:ext cx="1113215" cy="1111494"/>
          </a:xfrm>
          <a:custGeom>
            <a:avLst/>
            <a:gdLst>
              <a:gd name="connsiteX0" fmla="*/ 501446 w 1002892"/>
              <a:gd name="connsiteY0" fmla="*/ 0 h 1002892"/>
              <a:gd name="connsiteX1" fmla="*/ 1002892 w 1002892"/>
              <a:gd name="connsiteY1" fmla="*/ 501446 h 1002892"/>
              <a:gd name="connsiteX2" fmla="*/ 501446 w 1002892"/>
              <a:gd name="connsiteY2" fmla="*/ 1002892 h 1002892"/>
              <a:gd name="connsiteX3" fmla="*/ 0 w 1002892"/>
              <a:gd name="connsiteY3" fmla="*/ 501446 h 1002892"/>
              <a:gd name="connsiteX4" fmla="*/ 501446 w 1002892"/>
              <a:gd name="connsiteY4" fmla="*/ 0 h 1002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2892" h="1002892">
                <a:moveTo>
                  <a:pt x="501446" y="0"/>
                </a:moveTo>
                <a:cubicBezTo>
                  <a:pt x="778387" y="0"/>
                  <a:pt x="1002892" y="224505"/>
                  <a:pt x="1002892" y="501446"/>
                </a:cubicBezTo>
                <a:cubicBezTo>
                  <a:pt x="1002892" y="778387"/>
                  <a:pt x="778387" y="1002892"/>
                  <a:pt x="501446" y="1002892"/>
                </a:cubicBezTo>
                <a:cubicBezTo>
                  <a:pt x="224505" y="1002892"/>
                  <a:pt x="0" y="778387"/>
                  <a:pt x="0" y="501446"/>
                </a:cubicBezTo>
                <a:cubicBezTo>
                  <a:pt x="0" y="224505"/>
                  <a:pt x="224505" y="0"/>
                  <a:pt x="501446" y="0"/>
                </a:cubicBezTo>
                <a:close/>
              </a:path>
            </a:pathLst>
          </a:custGeom>
          <a:solidFill>
            <a:schemeClr val="bg1">
              <a:lumMod val="95000"/>
            </a:schemeClr>
          </a:solidFill>
          <a:effectLst>
            <a:outerShdw blurRad="1270000" dist="393700" dir="5400000" sx="80000" sy="80000" algn="t" rotWithShape="0">
              <a:schemeClr val="bg1">
                <a:lumMod val="75000"/>
                <a:alpha val="40000"/>
              </a:schemeClr>
            </a:outerShdw>
          </a:effectLst>
        </p:spPr>
        <p:txBody>
          <a:bodyPr wrap="square">
            <a:noAutofit/>
          </a:bodyPr>
          <a:lstStyle>
            <a:lvl1pPr marL="0" indent="0" algn="ctr">
              <a:buNone/>
              <a:defRPr sz="675" b="0" i="0">
                <a:solidFill>
                  <a:schemeClr val="tx1">
                    <a:lumMod val="50000"/>
                    <a:lumOff val="50000"/>
                  </a:schemeClr>
                </a:solidFill>
                <a:latin typeface="Arial" panose="020B0604020202090204" pitchFamily="34" charset="0"/>
              </a:defRPr>
            </a:lvl1pPr>
          </a:lstStyle>
          <a:p>
            <a:endParaRPr lang="id-ID" dirty="0"/>
          </a:p>
        </p:txBody>
      </p:sp>
      <p:sp>
        <p:nvSpPr>
          <p:cNvPr id="7" name="Picture Placeholder 6"/>
          <p:cNvSpPr>
            <a:spLocks noGrp="1"/>
          </p:cNvSpPr>
          <p:nvPr>
            <p:ph type="pic" sz="quarter" idx="14"/>
          </p:nvPr>
        </p:nvSpPr>
        <p:spPr>
          <a:xfrm>
            <a:off x="3056730" y="3395209"/>
            <a:ext cx="834461" cy="833171"/>
          </a:xfrm>
          <a:custGeom>
            <a:avLst/>
            <a:gdLst>
              <a:gd name="connsiteX0" fmla="*/ 501446 w 1002892"/>
              <a:gd name="connsiteY0" fmla="*/ 0 h 1002892"/>
              <a:gd name="connsiteX1" fmla="*/ 1002892 w 1002892"/>
              <a:gd name="connsiteY1" fmla="*/ 501446 h 1002892"/>
              <a:gd name="connsiteX2" fmla="*/ 501446 w 1002892"/>
              <a:gd name="connsiteY2" fmla="*/ 1002892 h 1002892"/>
              <a:gd name="connsiteX3" fmla="*/ 0 w 1002892"/>
              <a:gd name="connsiteY3" fmla="*/ 501446 h 1002892"/>
              <a:gd name="connsiteX4" fmla="*/ 501446 w 1002892"/>
              <a:gd name="connsiteY4" fmla="*/ 0 h 1002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2892" h="1002892">
                <a:moveTo>
                  <a:pt x="501446" y="0"/>
                </a:moveTo>
                <a:cubicBezTo>
                  <a:pt x="778387" y="0"/>
                  <a:pt x="1002892" y="224505"/>
                  <a:pt x="1002892" y="501446"/>
                </a:cubicBezTo>
                <a:cubicBezTo>
                  <a:pt x="1002892" y="778387"/>
                  <a:pt x="778387" y="1002892"/>
                  <a:pt x="501446" y="1002892"/>
                </a:cubicBezTo>
                <a:cubicBezTo>
                  <a:pt x="224505" y="1002892"/>
                  <a:pt x="0" y="778387"/>
                  <a:pt x="0" y="501446"/>
                </a:cubicBezTo>
                <a:cubicBezTo>
                  <a:pt x="0" y="224505"/>
                  <a:pt x="224505" y="0"/>
                  <a:pt x="501446" y="0"/>
                </a:cubicBezTo>
                <a:close/>
              </a:path>
            </a:pathLst>
          </a:custGeom>
          <a:solidFill>
            <a:schemeClr val="bg1">
              <a:lumMod val="95000"/>
            </a:schemeClr>
          </a:solidFill>
          <a:effectLst>
            <a:outerShdw blurRad="1270000" dist="393700" dir="5400000" sx="80000" sy="80000" algn="t" rotWithShape="0">
              <a:schemeClr val="bg1">
                <a:lumMod val="75000"/>
                <a:alpha val="40000"/>
              </a:schemeClr>
            </a:outerShdw>
          </a:effectLst>
        </p:spPr>
        <p:txBody>
          <a:bodyPr wrap="square">
            <a:noAutofit/>
          </a:bodyPr>
          <a:lstStyle>
            <a:lvl1pPr marL="0" indent="0" algn="ctr">
              <a:buNone/>
              <a:defRPr sz="675" b="0" i="0">
                <a:solidFill>
                  <a:schemeClr val="tx1">
                    <a:lumMod val="50000"/>
                    <a:lumOff val="50000"/>
                  </a:schemeClr>
                </a:solidFill>
                <a:latin typeface="Arial" panose="020B0604020202090204" pitchFamily="34" charset="0"/>
              </a:defRPr>
            </a:lvl1pPr>
          </a:lstStyle>
          <a:p>
            <a:endParaRPr lang="id-ID" dirty="0"/>
          </a:p>
        </p:txBody>
      </p:sp>
      <p:sp>
        <p:nvSpPr>
          <p:cNvPr id="8" name="标题占位符 4"/>
          <p:cNvSpPr>
            <a:spLocks noGrp="1"/>
          </p:cNvSpPr>
          <p:nvPr>
            <p:ph type="title" hasCustomPrompt="1"/>
          </p:nvPr>
        </p:nvSpPr>
        <p:spPr>
          <a:xfrm>
            <a:off x="866276" y="273846"/>
            <a:ext cx="7425349" cy="375503"/>
          </a:xfrm>
          <a:prstGeom prst="rect">
            <a:avLst/>
          </a:prstGeom>
        </p:spPr>
        <p:txBody>
          <a:bodyPr vert="horz" lIns="91440" tIns="45720" rIns="91440" bIns="45720" rtlCol="0" anchor="ctr">
            <a:normAutofit/>
          </a:bodyPr>
          <a:lstStyle/>
          <a:p>
            <a:pPr marL="0" lvl="0" algn="l" defTabSz="685800" rtl="0" eaLnBrk="1" latinLnBrk="0" hangingPunct="1">
              <a:lnSpc>
                <a:spcPct val="90000"/>
              </a:lnSpc>
              <a:buClr>
                <a:srgbClr val="000000"/>
              </a:buClr>
              <a:buSzPts val="9200"/>
            </a:pPr>
            <a:r>
              <a:rPr kumimoji="1" lang="en-GB" altLang="zh-CN" dirty="0"/>
              <a:t>Click here to edit the master title style</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500" advClick="0">
        <p14:flip dir="r"/>
      </p:transition>
    </mc:Choice>
    <mc:Fallback>
      <p:transition advClick="0">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4_Title Slide">
    <p:spTree>
      <p:nvGrpSpPr>
        <p:cNvPr id="1" name=""/>
        <p:cNvGrpSpPr/>
        <p:nvPr/>
      </p:nvGrpSpPr>
      <p:grpSpPr>
        <a:xfrm>
          <a:off x="0" y="0"/>
          <a:ext cx="0" cy="0"/>
          <a:chOff x="0" y="0"/>
          <a:chExt cx="0" cy="0"/>
        </a:xfrm>
      </p:grpSpPr>
      <p:sp>
        <p:nvSpPr>
          <p:cNvPr id="3" name="Picture Placeholder 13"/>
          <p:cNvSpPr>
            <a:spLocks noGrp="1"/>
          </p:cNvSpPr>
          <p:nvPr>
            <p:ph type="pic" sz="quarter" idx="16"/>
          </p:nvPr>
        </p:nvSpPr>
        <p:spPr>
          <a:xfrm>
            <a:off x="916244" y="1171575"/>
            <a:ext cx="7300452" cy="2800350"/>
          </a:xfrm>
          <a:custGeom>
            <a:avLst/>
            <a:gdLst>
              <a:gd name="connsiteX0" fmla="*/ 14010 w 5330699"/>
              <a:gd name="connsiteY0" fmla="*/ 0 h 3735977"/>
              <a:gd name="connsiteX1" fmla="*/ 5316689 w 5330699"/>
              <a:gd name="connsiteY1" fmla="*/ 0 h 3735977"/>
              <a:gd name="connsiteX2" fmla="*/ 5330699 w 5330699"/>
              <a:gd name="connsiteY2" fmla="*/ 14010 h 3735977"/>
              <a:gd name="connsiteX3" fmla="*/ 5330699 w 5330699"/>
              <a:gd name="connsiteY3" fmla="*/ 3721967 h 3735977"/>
              <a:gd name="connsiteX4" fmla="*/ 5316689 w 5330699"/>
              <a:gd name="connsiteY4" fmla="*/ 3735977 h 3735977"/>
              <a:gd name="connsiteX5" fmla="*/ 14010 w 5330699"/>
              <a:gd name="connsiteY5" fmla="*/ 3735977 h 3735977"/>
              <a:gd name="connsiteX6" fmla="*/ 0 w 5330699"/>
              <a:gd name="connsiteY6" fmla="*/ 3721967 h 3735977"/>
              <a:gd name="connsiteX7" fmla="*/ 0 w 5330699"/>
              <a:gd name="connsiteY7" fmla="*/ 14010 h 3735977"/>
              <a:gd name="connsiteX8" fmla="*/ 14010 w 5330699"/>
              <a:gd name="connsiteY8" fmla="*/ 0 h 3735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30699" h="3735977">
                <a:moveTo>
                  <a:pt x="14010" y="0"/>
                </a:moveTo>
                <a:lnTo>
                  <a:pt x="5316689" y="0"/>
                </a:lnTo>
                <a:cubicBezTo>
                  <a:pt x="5324427" y="0"/>
                  <a:pt x="5330699" y="6272"/>
                  <a:pt x="5330699" y="14010"/>
                </a:cubicBezTo>
                <a:lnTo>
                  <a:pt x="5330699" y="3721967"/>
                </a:lnTo>
                <a:cubicBezTo>
                  <a:pt x="5330699" y="3729705"/>
                  <a:pt x="5324427" y="3735977"/>
                  <a:pt x="5316689" y="3735977"/>
                </a:cubicBezTo>
                <a:lnTo>
                  <a:pt x="14010" y="3735977"/>
                </a:lnTo>
                <a:cubicBezTo>
                  <a:pt x="6272" y="3735977"/>
                  <a:pt x="0" y="3729705"/>
                  <a:pt x="0" y="3721967"/>
                </a:cubicBezTo>
                <a:lnTo>
                  <a:pt x="0" y="14010"/>
                </a:lnTo>
                <a:cubicBezTo>
                  <a:pt x="0" y="6272"/>
                  <a:pt x="6272" y="0"/>
                  <a:pt x="14010" y="0"/>
                </a:cubicBezTo>
                <a:close/>
              </a:path>
            </a:pathLst>
          </a:custGeom>
          <a:solidFill>
            <a:schemeClr val="bg1">
              <a:lumMod val="95000"/>
              <a:alpha val="46000"/>
            </a:schemeClr>
          </a:solidFill>
        </p:spPr>
        <p:txBody>
          <a:bodyPr wrap="square">
            <a:noAutofit/>
          </a:bodyPr>
          <a:lstStyle>
            <a:lvl1pPr marL="0" indent="0" algn="ctr">
              <a:buNone/>
              <a:defRPr sz="1315" b="0" i="0">
                <a:solidFill>
                  <a:schemeClr val="tx1">
                    <a:lumMod val="50000"/>
                    <a:lumOff val="50000"/>
                  </a:schemeClr>
                </a:solidFill>
                <a:latin typeface="Arial" panose="020B0604020202090204" pitchFamily="34" charset="0"/>
              </a:defRPr>
            </a:lvl1pPr>
          </a:lstStyle>
          <a:p>
            <a:endParaRPr lang="id-ID" dirty="0"/>
          </a:p>
        </p:txBody>
      </p:sp>
      <p:sp>
        <p:nvSpPr>
          <p:cNvPr id="4" name="标题占位符 4"/>
          <p:cNvSpPr>
            <a:spLocks noGrp="1"/>
          </p:cNvSpPr>
          <p:nvPr>
            <p:ph type="title" hasCustomPrompt="1"/>
          </p:nvPr>
        </p:nvSpPr>
        <p:spPr>
          <a:xfrm>
            <a:off x="866276" y="273846"/>
            <a:ext cx="7425349" cy="375503"/>
          </a:xfrm>
          <a:prstGeom prst="rect">
            <a:avLst/>
          </a:prstGeom>
        </p:spPr>
        <p:txBody>
          <a:bodyPr vert="horz" lIns="91440" tIns="45720" rIns="91440" bIns="45720" rtlCol="0" anchor="ctr">
            <a:normAutofit/>
          </a:bodyPr>
          <a:lstStyle/>
          <a:p>
            <a:pPr marL="0" lvl="0" algn="l" defTabSz="685800" rtl="0" eaLnBrk="1" latinLnBrk="0" hangingPunct="1">
              <a:lnSpc>
                <a:spcPct val="90000"/>
              </a:lnSpc>
              <a:buClr>
                <a:srgbClr val="000000"/>
              </a:buClr>
              <a:buSzPts val="9200"/>
            </a:pPr>
            <a:r>
              <a:rPr kumimoji="1" lang="en-GB" altLang="zh-CN" dirty="0"/>
              <a:t>Click here to edit the master title style</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500" advClick="0">
        <p14:flip dir="r"/>
      </p:transition>
    </mc:Choice>
    <mc:Fallback>
      <p:transition advClick="0">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showMasterSp="0" userDrawn="1">
  <p:cSld name="33_Title Slide">
    <p:bg>
      <p:bgPr>
        <a:solidFill>
          <a:schemeClr val="bg1"/>
        </a:solidFill>
        <a:effectLst/>
      </p:bgPr>
    </p:bg>
    <p:spTree>
      <p:nvGrpSpPr>
        <p:cNvPr id="1" name=""/>
        <p:cNvGrpSpPr/>
        <p:nvPr/>
      </p:nvGrpSpPr>
      <p:grpSpPr>
        <a:xfrm>
          <a:off x="0" y="0"/>
          <a:ext cx="0" cy="0"/>
          <a:chOff x="0" y="0"/>
          <a:chExt cx="0" cy="0"/>
        </a:xfrm>
      </p:grpSpPr>
      <p:grpSp>
        <p:nvGrpSpPr>
          <p:cNvPr id="2" name="Group 1"/>
          <p:cNvGrpSpPr/>
          <p:nvPr userDrawn="1"/>
        </p:nvGrpSpPr>
        <p:grpSpPr>
          <a:xfrm>
            <a:off x="0" y="-1922268"/>
            <a:ext cx="8988036" cy="8988036"/>
            <a:chOff x="3727902" y="-2563024"/>
            <a:chExt cx="11984048" cy="11984048"/>
          </a:xfrm>
        </p:grpSpPr>
        <p:sp>
          <p:nvSpPr>
            <p:cNvPr id="3" name="Oval 2"/>
            <p:cNvSpPr/>
            <p:nvPr userDrawn="1"/>
          </p:nvSpPr>
          <p:spPr>
            <a:xfrm>
              <a:off x="3727902" y="-2563024"/>
              <a:ext cx="11984048" cy="11984048"/>
            </a:xfrm>
            <a:prstGeom prst="ellipse">
              <a:avLst/>
            </a:prstGeom>
            <a:solidFill>
              <a:schemeClr val="bg1">
                <a:alpha val="1000"/>
              </a:schemeClr>
            </a:solidFill>
            <a:ln>
              <a:noFill/>
            </a:ln>
            <a:effectLst>
              <a:outerShdw blurRad="1270000" sx="104000" sy="104000" algn="ctr"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015" b="0" i="0" dirty="0">
                <a:latin typeface="Arial" panose="020B0604020202090204" pitchFamily="34" charset="0"/>
              </a:endParaRPr>
            </a:p>
          </p:txBody>
        </p:sp>
        <p:sp>
          <p:nvSpPr>
            <p:cNvPr id="4" name="Oval 3"/>
            <p:cNvSpPr/>
            <p:nvPr userDrawn="1"/>
          </p:nvSpPr>
          <p:spPr>
            <a:xfrm>
              <a:off x="5865558" y="-425368"/>
              <a:ext cx="7708736" cy="7708736"/>
            </a:xfrm>
            <a:prstGeom prst="ellipse">
              <a:avLst/>
            </a:prstGeom>
            <a:solidFill>
              <a:schemeClr val="bg1">
                <a:alpha val="1000"/>
              </a:schemeClr>
            </a:solidFill>
            <a:ln>
              <a:noFill/>
            </a:ln>
            <a:effectLst>
              <a:outerShdw blurRad="1270000" sx="104000" sy="104000" algn="ctr"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015" b="0" i="0" dirty="0">
                <a:latin typeface="Arial" panose="020B0604020202090204" pitchFamily="34" charset="0"/>
              </a:endParaRPr>
            </a:p>
          </p:txBody>
        </p:sp>
        <p:sp>
          <p:nvSpPr>
            <p:cNvPr id="5" name="Oval 4"/>
            <p:cNvSpPr/>
            <p:nvPr userDrawn="1"/>
          </p:nvSpPr>
          <p:spPr>
            <a:xfrm>
              <a:off x="7720665" y="1429739"/>
              <a:ext cx="3998522" cy="3998522"/>
            </a:xfrm>
            <a:prstGeom prst="ellipse">
              <a:avLst/>
            </a:prstGeom>
            <a:solidFill>
              <a:schemeClr val="bg1">
                <a:alpha val="2000"/>
              </a:schemeClr>
            </a:solidFill>
            <a:ln>
              <a:noFill/>
            </a:ln>
            <a:effectLst>
              <a:outerShdw blurRad="1270000" sx="104000" sy="104000" algn="ctr"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015" b="0" i="0" dirty="0">
                <a:latin typeface="Arial" panose="020B0604020202090204" pitchFamily="34" charset="0"/>
              </a:endParaRPr>
            </a:p>
          </p:txBody>
        </p:sp>
      </p:grpSp>
      <p:sp>
        <p:nvSpPr>
          <p:cNvPr id="7" name="TextBox 6"/>
          <p:cNvSpPr txBox="1"/>
          <p:nvPr userDrawn="1"/>
        </p:nvSpPr>
        <p:spPr>
          <a:xfrm rot="10800000" flipV="1">
            <a:off x="8269997" y="186856"/>
            <a:ext cx="874005" cy="600164"/>
          </a:xfrm>
          <a:prstGeom prst="rect">
            <a:avLst/>
          </a:prstGeom>
          <a:noFill/>
        </p:spPr>
        <p:txBody>
          <a:bodyPr wrap="square" rtlCol="0">
            <a:spAutoFit/>
          </a:bodyPr>
          <a:lstStyle/>
          <a:p>
            <a:pPr algn="ctr"/>
            <a:fld id="{260E2A6B-A809-4840-BF14-8648BC0BDF87}" type="slidenum">
              <a:rPr lang="id-ID" sz="3300" b="0" i="0" smtClean="0">
                <a:solidFill>
                  <a:schemeClr val="bg1">
                    <a:lumMod val="95000"/>
                    <a:alpha val="30000"/>
                  </a:schemeClr>
                </a:solidFill>
                <a:latin typeface="Arial" panose="020B0604020202090204" pitchFamily="34" charset="0"/>
                <a:ea typeface="Roboto Condensed" panose="02000000000000000000" pitchFamily="2" charset="0"/>
                <a:cs typeface="Arial" panose="020B0604020202090204" pitchFamily="34" charset="0"/>
              </a:rPr>
            </a:fld>
            <a:endParaRPr lang="id-ID" sz="12450" b="0" i="0" dirty="0">
              <a:solidFill>
                <a:schemeClr val="bg1">
                  <a:lumMod val="95000"/>
                  <a:alpha val="30000"/>
                </a:schemeClr>
              </a:solidFill>
              <a:latin typeface="Arial" panose="020B0604020202090204" pitchFamily="34" charset="0"/>
              <a:ea typeface="Roboto Condensed" panose="02000000000000000000" pitchFamily="2" charset="0"/>
              <a:cs typeface="Arial" panose="020B0604020202090204" pitchFamily="34" charset="0"/>
            </a:endParaRPr>
          </a:p>
        </p:txBody>
      </p:sp>
      <p:cxnSp>
        <p:nvCxnSpPr>
          <p:cNvPr id="35" name="Straight Connector 34"/>
          <p:cNvCxnSpPr/>
          <p:nvPr userDrawn="1"/>
        </p:nvCxnSpPr>
        <p:spPr>
          <a:xfrm>
            <a:off x="906999" y="649346"/>
            <a:ext cx="7330006" cy="0"/>
          </a:xfrm>
          <a:prstGeom prst="line">
            <a:avLst/>
          </a:prstGeom>
          <a:ln>
            <a:solidFill>
              <a:schemeClr val="bg1">
                <a:lumMod val="95000"/>
                <a:alpha val="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p14:dur="500" advClick="0">
        <p14:flip dir="r"/>
      </p:transition>
    </mc:Choice>
    <mc:Fallback>
      <p:transition advClick="0">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6_Title Slide">
    <p:spTree>
      <p:nvGrpSpPr>
        <p:cNvPr id="1" name=""/>
        <p:cNvGrpSpPr/>
        <p:nvPr/>
      </p:nvGrpSpPr>
      <p:grpSpPr>
        <a:xfrm>
          <a:off x="0" y="0"/>
          <a:ext cx="0" cy="0"/>
          <a:chOff x="0" y="0"/>
          <a:chExt cx="0" cy="0"/>
        </a:xfrm>
      </p:grpSpPr>
      <p:sp>
        <p:nvSpPr>
          <p:cNvPr id="2" name="标题占位符 4"/>
          <p:cNvSpPr>
            <a:spLocks noGrp="1"/>
          </p:cNvSpPr>
          <p:nvPr>
            <p:ph type="title" hasCustomPrompt="1"/>
          </p:nvPr>
        </p:nvSpPr>
        <p:spPr>
          <a:xfrm>
            <a:off x="866276" y="273846"/>
            <a:ext cx="7425349" cy="375503"/>
          </a:xfrm>
          <a:prstGeom prst="rect">
            <a:avLst/>
          </a:prstGeom>
        </p:spPr>
        <p:txBody>
          <a:bodyPr vert="horz" lIns="91440" tIns="45720" rIns="91440" bIns="45720" rtlCol="0" anchor="ctr">
            <a:normAutofit/>
          </a:bodyPr>
          <a:lstStyle/>
          <a:p>
            <a:pPr marL="0" lvl="0" algn="l" defTabSz="685800" rtl="0" eaLnBrk="1" latinLnBrk="0" hangingPunct="1">
              <a:lnSpc>
                <a:spcPct val="90000"/>
              </a:lnSpc>
              <a:buClr>
                <a:srgbClr val="000000"/>
              </a:buClr>
              <a:buSzPts val="9200"/>
            </a:pPr>
            <a:r>
              <a:rPr kumimoji="1" lang="en-GB" altLang="zh-CN" dirty="0"/>
              <a:t>Click here to edit the master title style</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500" advClick="0">
        <p14:flip dir="r"/>
      </p:transition>
    </mc:Choice>
    <mc:Fallback>
      <p:transition advClick="0">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7_Title Slide">
    <p:spTree>
      <p:nvGrpSpPr>
        <p:cNvPr id="1" name=""/>
        <p:cNvGrpSpPr/>
        <p:nvPr/>
      </p:nvGrpSpPr>
      <p:grpSpPr>
        <a:xfrm>
          <a:off x="0" y="0"/>
          <a:ext cx="0" cy="0"/>
          <a:chOff x="0" y="0"/>
          <a:chExt cx="0" cy="0"/>
        </a:xfrm>
      </p:grpSpPr>
      <p:sp>
        <p:nvSpPr>
          <p:cNvPr id="2" name="标题占位符 4"/>
          <p:cNvSpPr>
            <a:spLocks noGrp="1"/>
          </p:cNvSpPr>
          <p:nvPr>
            <p:ph type="title" hasCustomPrompt="1"/>
          </p:nvPr>
        </p:nvSpPr>
        <p:spPr>
          <a:xfrm>
            <a:off x="866276" y="273846"/>
            <a:ext cx="7425349" cy="375503"/>
          </a:xfrm>
          <a:prstGeom prst="rect">
            <a:avLst/>
          </a:prstGeom>
        </p:spPr>
        <p:txBody>
          <a:bodyPr vert="horz" lIns="91440" tIns="45720" rIns="91440" bIns="45720" rtlCol="0" anchor="ctr">
            <a:normAutofit/>
          </a:bodyPr>
          <a:lstStyle/>
          <a:p>
            <a:pPr marL="0" lvl="0" algn="l" defTabSz="685800" rtl="0" eaLnBrk="1" latinLnBrk="0" hangingPunct="1">
              <a:lnSpc>
                <a:spcPct val="90000"/>
              </a:lnSpc>
              <a:buClr>
                <a:srgbClr val="000000"/>
              </a:buClr>
              <a:buSzPts val="9200"/>
            </a:pPr>
            <a:r>
              <a:rPr kumimoji="1" lang="en-GB" altLang="zh-CN" dirty="0"/>
              <a:t>Click here to edit the master title style</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500" advClick="0">
        <p14:flip dir="r"/>
      </p:transition>
    </mc:Choice>
    <mc:Fallback>
      <p:transition advClick="0">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8_Title Slide">
    <p:spTree>
      <p:nvGrpSpPr>
        <p:cNvPr id="1" name=""/>
        <p:cNvGrpSpPr/>
        <p:nvPr/>
      </p:nvGrpSpPr>
      <p:grpSpPr>
        <a:xfrm>
          <a:off x="0" y="0"/>
          <a:ext cx="0" cy="0"/>
          <a:chOff x="0" y="0"/>
          <a:chExt cx="0" cy="0"/>
        </a:xfrm>
      </p:grpSpPr>
      <p:sp>
        <p:nvSpPr>
          <p:cNvPr id="2" name="标题占位符 4"/>
          <p:cNvSpPr>
            <a:spLocks noGrp="1"/>
          </p:cNvSpPr>
          <p:nvPr>
            <p:ph type="title" hasCustomPrompt="1"/>
          </p:nvPr>
        </p:nvSpPr>
        <p:spPr>
          <a:xfrm>
            <a:off x="866276" y="273846"/>
            <a:ext cx="7425349" cy="375503"/>
          </a:xfrm>
          <a:prstGeom prst="rect">
            <a:avLst/>
          </a:prstGeom>
        </p:spPr>
        <p:txBody>
          <a:bodyPr vert="horz" lIns="91440" tIns="45720" rIns="91440" bIns="45720" rtlCol="0" anchor="ctr">
            <a:normAutofit/>
          </a:bodyPr>
          <a:lstStyle/>
          <a:p>
            <a:pPr marL="0" lvl="0" algn="l" defTabSz="685800" rtl="0" eaLnBrk="1" latinLnBrk="0" hangingPunct="1">
              <a:lnSpc>
                <a:spcPct val="90000"/>
              </a:lnSpc>
              <a:buClr>
                <a:srgbClr val="000000"/>
              </a:buClr>
              <a:buSzPts val="9200"/>
            </a:pPr>
            <a:r>
              <a:rPr kumimoji="1" lang="en-GB" altLang="zh-CN" dirty="0"/>
              <a:t>Click here to edit the master title style</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500" advClick="0">
        <p14:flip dir="r"/>
      </p:transition>
    </mc:Choice>
    <mc:Fallback>
      <p:transition advClick="0">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9_Title Slide">
    <p:spTree>
      <p:nvGrpSpPr>
        <p:cNvPr id="1" name=""/>
        <p:cNvGrpSpPr/>
        <p:nvPr/>
      </p:nvGrpSpPr>
      <p:grpSpPr>
        <a:xfrm>
          <a:off x="0" y="0"/>
          <a:ext cx="0" cy="0"/>
          <a:chOff x="0" y="0"/>
          <a:chExt cx="0" cy="0"/>
        </a:xfrm>
      </p:grpSpPr>
      <p:sp>
        <p:nvSpPr>
          <p:cNvPr id="2" name="标题占位符 4"/>
          <p:cNvSpPr>
            <a:spLocks noGrp="1"/>
          </p:cNvSpPr>
          <p:nvPr>
            <p:ph type="title" hasCustomPrompt="1"/>
          </p:nvPr>
        </p:nvSpPr>
        <p:spPr>
          <a:xfrm>
            <a:off x="866276" y="273846"/>
            <a:ext cx="7425349" cy="375503"/>
          </a:xfrm>
          <a:prstGeom prst="rect">
            <a:avLst/>
          </a:prstGeom>
        </p:spPr>
        <p:txBody>
          <a:bodyPr vert="horz" lIns="91440" tIns="45720" rIns="91440" bIns="45720" rtlCol="0" anchor="ctr">
            <a:normAutofit/>
          </a:bodyPr>
          <a:lstStyle/>
          <a:p>
            <a:pPr marL="0" lvl="0" algn="l" defTabSz="685800" rtl="0" eaLnBrk="1" latinLnBrk="0" hangingPunct="1">
              <a:lnSpc>
                <a:spcPct val="90000"/>
              </a:lnSpc>
              <a:buClr>
                <a:srgbClr val="000000"/>
              </a:buClr>
              <a:buSzPts val="9200"/>
            </a:pPr>
            <a:r>
              <a:rPr kumimoji="1" lang="en-GB" altLang="zh-CN" dirty="0"/>
              <a:t>Click here to edit the master title style</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500" advClick="0">
        <p14:flip dir="r"/>
      </p:transition>
    </mc:Choice>
    <mc:Fallback>
      <p:transition advClick="0">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0_Title Slide">
    <p:spTree>
      <p:nvGrpSpPr>
        <p:cNvPr id="1" name=""/>
        <p:cNvGrpSpPr/>
        <p:nvPr/>
      </p:nvGrpSpPr>
      <p:grpSpPr>
        <a:xfrm>
          <a:off x="0" y="0"/>
          <a:ext cx="0" cy="0"/>
          <a:chOff x="0" y="0"/>
          <a:chExt cx="0" cy="0"/>
        </a:xfrm>
      </p:grpSpPr>
      <p:sp>
        <p:nvSpPr>
          <p:cNvPr id="2" name="标题占位符 4"/>
          <p:cNvSpPr>
            <a:spLocks noGrp="1"/>
          </p:cNvSpPr>
          <p:nvPr>
            <p:ph type="title" hasCustomPrompt="1"/>
          </p:nvPr>
        </p:nvSpPr>
        <p:spPr>
          <a:xfrm>
            <a:off x="866276" y="273846"/>
            <a:ext cx="7425349" cy="375503"/>
          </a:xfrm>
          <a:prstGeom prst="rect">
            <a:avLst/>
          </a:prstGeom>
        </p:spPr>
        <p:txBody>
          <a:bodyPr vert="horz" lIns="91440" tIns="45720" rIns="91440" bIns="45720" rtlCol="0" anchor="ctr">
            <a:normAutofit/>
          </a:bodyPr>
          <a:lstStyle/>
          <a:p>
            <a:pPr marL="0" lvl="0" algn="l" defTabSz="685800" rtl="0" eaLnBrk="1" latinLnBrk="0" hangingPunct="1">
              <a:lnSpc>
                <a:spcPct val="90000"/>
              </a:lnSpc>
              <a:buClr>
                <a:srgbClr val="000000"/>
              </a:buClr>
              <a:buSzPts val="9200"/>
            </a:pPr>
            <a:r>
              <a:rPr kumimoji="1" lang="en-GB" altLang="zh-CN" dirty="0"/>
              <a:t>Click here to edit the master title style</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500" advClick="0">
        <p14:flip dir="r"/>
      </p:transition>
    </mc:Choice>
    <mc:Fallback>
      <p:transition advClick="0">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1_Title Slide">
    <p:spTree>
      <p:nvGrpSpPr>
        <p:cNvPr id="1" name=""/>
        <p:cNvGrpSpPr/>
        <p:nvPr/>
      </p:nvGrpSpPr>
      <p:grpSpPr>
        <a:xfrm>
          <a:off x="0" y="0"/>
          <a:ext cx="0" cy="0"/>
          <a:chOff x="0" y="0"/>
          <a:chExt cx="0" cy="0"/>
        </a:xfrm>
      </p:grpSpPr>
      <p:sp>
        <p:nvSpPr>
          <p:cNvPr id="2" name="标题占位符 4"/>
          <p:cNvSpPr>
            <a:spLocks noGrp="1"/>
          </p:cNvSpPr>
          <p:nvPr>
            <p:ph type="title" hasCustomPrompt="1"/>
          </p:nvPr>
        </p:nvSpPr>
        <p:spPr>
          <a:xfrm>
            <a:off x="866276" y="273846"/>
            <a:ext cx="7425349" cy="375503"/>
          </a:xfrm>
          <a:prstGeom prst="rect">
            <a:avLst/>
          </a:prstGeom>
        </p:spPr>
        <p:txBody>
          <a:bodyPr vert="horz" lIns="91440" tIns="45720" rIns="91440" bIns="45720" rtlCol="0" anchor="ctr">
            <a:normAutofit/>
          </a:bodyPr>
          <a:lstStyle/>
          <a:p>
            <a:pPr marL="0" lvl="0" algn="l" defTabSz="685800" rtl="0" eaLnBrk="1" latinLnBrk="0" hangingPunct="1">
              <a:lnSpc>
                <a:spcPct val="90000"/>
              </a:lnSpc>
              <a:buClr>
                <a:srgbClr val="000000"/>
              </a:buClr>
              <a:buSzPts val="9200"/>
            </a:pPr>
            <a:r>
              <a:rPr kumimoji="1" lang="en-GB" altLang="zh-CN" dirty="0"/>
              <a:t>Click here to edit the master title style</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500" advClick="0">
        <p14:flip dir="r"/>
      </p:transition>
    </mc:Choice>
    <mc:Fallback>
      <p:transition advClick="0">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57_Title Slide">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3487180" y="1071995"/>
            <a:ext cx="2043320" cy="3192903"/>
          </a:xfrm>
          <a:custGeom>
            <a:avLst/>
            <a:gdLst>
              <a:gd name="connsiteX0" fmla="*/ 0 w 5449562"/>
              <a:gd name="connsiteY0" fmla="*/ 0 h 8514407"/>
              <a:gd name="connsiteX1" fmla="*/ 5449562 w 5449562"/>
              <a:gd name="connsiteY1" fmla="*/ 0 h 8514407"/>
              <a:gd name="connsiteX2" fmla="*/ 5449562 w 5449562"/>
              <a:gd name="connsiteY2" fmla="*/ 8514407 h 8514407"/>
              <a:gd name="connsiteX3" fmla="*/ 0 w 5449562"/>
              <a:gd name="connsiteY3" fmla="*/ 8514407 h 8514407"/>
            </a:gdLst>
            <a:ahLst/>
            <a:cxnLst>
              <a:cxn ang="0">
                <a:pos x="connsiteX0" y="connsiteY0"/>
              </a:cxn>
              <a:cxn ang="0">
                <a:pos x="connsiteX1" y="connsiteY1"/>
              </a:cxn>
              <a:cxn ang="0">
                <a:pos x="connsiteX2" y="connsiteY2"/>
              </a:cxn>
              <a:cxn ang="0">
                <a:pos x="connsiteX3" y="connsiteY3"/>
              </a:cxn>
            </a:cxnLst>
            <a:rect l="l" t="t" r="r" b="b"/>
            <a:pathLst>
              <a:path w="5449562" h="8514407">
                <a:moveTo>
                  <a:pt x="0" y="0"/>
                </a:moveTo>
                <a:lnTo>
                  <a:pt x="5449562" y="0"/>
                </a:lnTo>
                <a:lnTo>
                  <a:pt x="5449562" y="8514407"/>
                </a:lnTo>
                <a:lnTo>
                  <a:pt x="0" y="8514407"/>
                </a:lnTo>
                <a:close/>
              </a:path>
            </a:pathLst>
          </a:custGeom>
        </p:spPr>
        <p:txBody>
          <a:bodyPr wrap="square">
            <a:noAutofit/>
          </a:bodyPr>
          <a:lstStyle>
            <a:lvl1pPr algn="ctr">
              <a:defRPr sz="1230"/>
            </a:lvl1pPr>
          </a:lstStyle>
          <a:p>
            <a:endParaRPr lang="en-US"/>
          </a:p>
        </p:txBody>
      </p:sp>
    </p:spTree>
  </p:cSld>
  <p:clrMapOvr>
    <a:masterClrMapping/>
  </p:clrMapOvr>
  <mc:AlternateContent xmlns:mc="http://schemas.openxmlformats.org/markup-compatibility/2006">
    <mc:Choice xmlns:p14="http://schemas.microsoft.com/office/powerpoint/2010/main" Requires="p14">
      <p:transition p14:dur="500" advClick="0">
        <p14:flip dir="r"/>
      </p:transition>
    </mc:Choice>
    <mc:Fallback>
      <p:transition advClick="0">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advClick="0">
        <p14:flip dir="r"/>
      </p:transition>
    </mc:Choice>
    <mc:Fallback>
      <p:transition advClick="0">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0_Title Slide">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5353526" y="1723073"/>
            <a:ext cx="2346689" cy="2773603"/>
          </a:xfrm>
          <a:custGeom>
            <a:avLst/>
            <a:gdLst>
              <a:gd name="connsiteX0" fmla="*/ 0 w 6258651"/>
              <a:gd name="connsiteY0" fmla="*/ 0 h 7396274"/>
              <a:gd name="connsiteX1" fmla="*/ 6258651 w 6258651"/>
              <a:gd name="connsiteY1" fmla="*/ 0 h 7396274"/>
              <a:gd name="connsiteX2" fmla="*/ 6258651 w 6258651"/>
              <a:gd name="connsiteY2" fmla="*/ 7396274 h 7396274"/>
              <a:gd name="connsiteX3" fmla="*/ 0 w 6258651"/>
              <a:gd name="connsiteY3" fmla="*/ 7396274 h 7396274"/>
            </a:gdLst>
            <a:ahLst/>
            <a:cxnLst>
              <a:cxn ang="0">
                <a:pos x="connsiteX0" y="connsiteY0"/>
              </a:cxn>
              <a:cxn ang="0">
                <a:pos x="connsiteX1" y="connsiteY1"/>
              </a:cxn>
              <a:cxn ang="0">
                <a:pos x="connsiteX2" y="connsiteY2"/>
              </a:cxn>
              <a:cxn ang="0">
                <a:pos x="connsiteX3" y="connsiteY3"/>
              </a:cxn>
            </a:cxnLst>
            <a:rect l="l" t="t" r="r" b="b"/>
            <a:pathLst>
              <a:path w="6258651" h="7396274">
                <a:moveTo>
                  <a:pt x="0" y="0"/>
                </a:moveTo>
                <a:lnTo>
                  <a:pt x="6258651" y="0"/>
                </a:lnTo>
                <a:lnTo>
                  <a:pt x="6258651" y="7396274"/>
                </a:lnTo>
                <a:lnTo>
                  <a:pt x="0" y="7396274"/>
                </a:lnTo>
                <a:close/>
              </a:path>
            </a:pathLst>
          </a:custGeom>
        </p:spPr>
        <p:txBody>
          <a:bodyPr wrap="square">
            <a:noAutofit/>
          </a:bodyPr>
          <a:lstStyle>
            <a:lvl1pPr algn="ctr">
              <a:defRPr sz="1230"/>
            </a:lvl1pPr>
          </a:lstStyle>
          <a:p>
            <a:endParaRPr lang="en-US"/>
          </a:p>
        </p:txBody>
      </p:sp>
      <p:sp>
        <p:nvSpPr>
          <p:cNvPr id="7" name="Picture Placeholder 6"/>
          <p:cNvSpPr>
            <a:spLocks noGrp="1"/>
          </p:cNvSpPr>
          <p:nvPr>
            <p:ph type="pic" sz="quarter" idx="11"/>
          </p:nvPr>
        </p:nvSpPr>
        <p:spPr>
          <a:xfrm>
            <a:off x="6385682" y="670322"/>
            <a:ext cx="2046690" cy="1849041"/>
          </a:xfrm>
          <a:custGeom>
            <a:avLst/>
            <a:gdLst>
              <a:gd name="connsiteX0" fmla="*/ 0 w 5458551"/>
              <a:gd name="connsiteY0" fmla="*/ 0 h 4930775"/>
              <a:gd name="connsiteX1" fmla="*/ 5458551 w 5458551"/>
              <a:gd name="connsiteY1" fmla="*/ 0 h 4930775"/>
              <a:gd name="connsiteX2" fmla="*/ 5458551 w 5458551"/>
              <a:gd name="connsiteY2" fmla="*/ 4930775 h 4930775"/>
              <a:gd name="connsiteX3" fmla="*/ 0 w 5458551"/>
              <a:gd name="connsiteY3" fmla="*/ 4930775 h 4930775"/>
            </a:gdLst>
            <a:ahLst/>
            <a:cxnLst>
              <a:cxn ang="0">
                <a:pos x="connsiteX0" y="connsiteY0"/>
              </a:cxn>
              <a:cxn ang="0">
                <a:pos x="connsiteX1" y="connsiteY1"/>
              </a:cxn>
              <a:cxn ang="0">
                <a:pos x="connsiteX2" y="connsiteY2"/>
              </a:cxn>
              <a:cxn ang="0">
                <a:pos x="connsiteX3" y="connsiteY3"/>
              </a:cxn>
            </a:cxnLst>
            <a:rect l="l" t="t" r="r" b="b"/>
            <a:pathLst>
              <a:path w="5458551" h="4930775">
                <a:moveTo>
                  <a:pt x="0" y="0"/>
                </a:moveTo>
                <a:lnTo>
                  <a:pt x="5458551" y="0"/>
                </a:lnTo>
                <a:lnTo>
                  <a:pt x="5458551" y="4930775"/>
                </a:lnTo>
                <a:lnTo>
                  <a:pt x="0" y="4930775"/>
                </a:lnTo>
                <a:close/>
              </a:path>
            </a:pathLst>
          </a:custGeom>
        </p:spPr>
        <p:txBody>
          <a:bodyPr wrap="square">
            <a:noAutofit/>
          </a:bodyPr>
          <a:lstStyle>
            <a:lvl1pPr algn="ctr">
              <a:defRPr sz="1230"/>
            </a:lvl1pPr>
          </a:lstStyle>
          <a:p>
            <a:endParaRPr lang="en-US"/>
          </a:p>
        </p:txBody>
      </p:sp>
    </p:spTree>
  </p:cSld>
  <p:clrMapOvr>
    <a:masterClrMapping/>
  </p:clrMapOvr>
  <mc:AlternateContent xmlns:mc="http://schemas.openxmlformats.org/markup-compatibility/2006">
    <mc:Choice xmlns:p14="http://schemas.microsoft.com/office/powerpoint/2010/main" Requires="p14">
      <p:transition p14:dur="500" advClick="0">
        <p14:flip dir="r"/>
      </p:transition>
    </mc:Choice>
    <mc:Fallback>
      <p:transition advClick="0">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5" name="Picture Placeholder 8"/>
          <p:cNvSpPr>
            <a:spLocks noGrp="1"/>
          </p:cNvSpPr>
          <p:nvPr>
            <p:ph type="pic" sz="quarter" idx="12"/>
          </p:nvPr>
        </p:nvSpPr>
        <p:spPr>
          <a:xfrm>
            <a:off x="4572000" y="0"/>
            <a:ext cx="4572000" cy="514350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900">
                <a:solidFill>
                  <a:schemeClr val="tx1"/>
                </a:solidFill>
              </a:defRPr>
            </a:lvl1pPr>
          </a:lstStyle>
          <a:p>
            <a:endParaRPr lang="en-US"/>
          </a:p>
        </p:txBody>
      </p:sp>
      <p:sp>
        <p:nvSpPr>
          <p:cNvPr id="4" name="Title 1"/>
          <p:cNvSpPr>
            <a:spLocks noGrp="1"/>
          </p:cNvSpPr>
          <p:nvPr>
            <p:ph type="title" hasCustomPrompt="1"/>
          </p:nvPr>
        </p:nvSpPr>
        <p:spPr>
          <a:xfrm>
            <a:off x="768728" y="1953971"/>
            <a:ext cx="7609959" cy="1235558"/>
          </a:xfrm>
          <a:effectLst>
            <a:outerShdw blurRad="762000" dist="381000" dir="5400000" algn="t" rotWithShape="0">
              <a:prstClr val="black">
                <a:alpha val="30000"/>
              </a:prstClr>
            </a:outerShdw>
          </a:effectLst>
        </p:spPr>
        <p:txBody>
          <a:bodyPr/>
          <a:lstStyle>
            <a:lvl1pPr algn="ctr">
              <a:defRPr sz="7200" b="1" i="0">
                <a:latin typeface="Arial Black" panose="020B0A04020102020204" pitchFamily="34" charset="0"/>
                <a:ea typeface="Arial Black" panose="020B0A04020102020204" pitchFamily="34" charset="0"/>
                <a:cs typeface="Arial Black" panose="020B0A04020102020204" pitchFamily="34" charset="0"/>
              </a:defRPr>
            </a:lvl1pPr>
          </a:lstStyle>
          <a:p>
            <a:r>
              <a:rPr lang="en-US" dirty="0"/>
              <a:t>Click to edit</a:t>
            </a:r>
            <a:endParaRPr lang="en-US" dirty="0"/>
          </a:p>
        </p:txBody>
      </p:sp>
    </p:spTree>
  </p:cSld>
  <p:clrMapOvr>
    <a:masterClrMapping/>
  </p:clrMapOvr>
  <mc:AlternateContent xmlns:mc="http://schemas.openxmlformats.org/markup-compatibility/2006">
    <mc:Choice xmlns:p14="http://schemas.microsoft.com/office/powerpoint/2010/main" Requires="p14">
      <p:transition p14:dur="500" advClick="0">
        <p14:flip dir="r"/>
      </p:transition>
    </mc:Choice>
    <mc:Fallback>
      <p:transition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5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fill="hold"/>
                                        <p:tgtEl>
                                          <p:spTgt spid="4"/>
                                        </p:tgtEl>
                                        <p:attrNameLst>
                                          <p:attrName>ppt_x</p:attrName>
                                        </p:attrNameLst>
                                      </p:cBhvr>
                                      <p:tavLst>
                                        <p:tav tm="0">
                                          <p:val>
                                            <p:strVal val="#ppt_x"/>
                                          </p:val>
                                        </p:tav>
                                        <p:tav tm="100000">
                                          <p:val>
                                            <p:strVal val="#ppt_x"/>
                                          </p:val>
                                        </p:tav>
                                      </p:tavLst>
                                    </p:anim>
                                    <p:anim calcmode="lin" valueType="num">
                                      <p:cBhvr additive="base">
                                        <p:cTn id="8" dur="1000" fill="hold"/>
                                        <p:tgtEl>
                                          <p:spTgt spid="4"/>
                                        </p:tgtEl>
                                        <p:attrNameLst>
                                          <p:attrName>ppt_y</p:attrName>
                                        </p:attrNameLst>
                                      </p:cBhvr>
                                      <p:tavLst>
                                        <p:tav tm="0">
                                          <p:val>
                                            <p:strVal val="0-#ppt_h/2"/>
                                          </p:val>
                                        </p:tav>
                                        <p:tav tm="100000">
                                          <p:val>
                                            <p:strVal val="#ppt_y"/>
                                          </p:val>
                                        </p:tav>
                                      </p:tavLst>
                                    </p:anim>
                                  </p:childTnLst>
                                </p:cTn>
                              </p:par>
                              <p:par>
                                <p:cTn id="9" presetID="6" presetClass="emph" presetSubtype="0" decel="50000" fill="hold" grpId="0" nodeType="withEffect">
                                  <p:stCondLst>
                                    <p:cond delay="0"/>
                                  </p:stCondLst>
                                  <p:childTnLst>
                                    <p:animScale>
                                      <p:cBhvr>
                                        <p:cTn id="10" dur="5000" fill="hold"/>
                                        <p:tgtEl>
                                          <p:spTgt spid="5"/>
                                        </p:tgtEl>
                                      </p:cBhvr>
                                      <p:by x="120000" y="12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p:bld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172216"/>
            <a:ext cx="7886700" cy="736226"/>
          </a:xfrm>
        </p:spPr>
        <p:txBody>
          <a:bodyPr>
            <a:normAutofit/>
          </a:bodyPr>
          <a:lstStyle>
            <a:lvl1pPr>
              <a:defRPr sz="2700" b="1">
                <a:solidFill>
                  <a:srgbClr val="1C4FA2"/>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628650" y="1205347"/>
            <a:ext cx="7886700" cy="3470562"/>
          </a:xfrm>
        </p:spPr>
        <p:txBody>
          <a:bodyPr/>
          <a:lstStyle>
            <a:lvl1pPr marL="342900" indent="-342900" algn="l">
              <a:lnSpc>
                <a:spcPct val="150000"/>
              </a:lnSpc>
              <a:buFont typeface="Arial" panose="020B0604020202090204" pitchFamily="34" charset="0"/>
              <a:buChar char="•"/>
              <a:defRPr>
                <a:solidFill>
                  <a:schemeClr val="tx1">
                    <a:lumMod val="65000"/>
                    <a:lumOff val="35000"/>
                  </a:schemeClr>
                </a:solidFill>
                <a:latin typeface="微软雅黑" panose="020B0503020204020204" pitchFamily="34" charset="-122"/>
                <a:ea typeface="微软雅黑" panose="020B0503020204020204" pitchFamily="34" charset="-122"/>
              </a:defRPr>
            </a:lvl1pPr>
            <a:lvl2pPr marL="600075" indent="-257175" algn="l">
              <a:lnSpc>
                <a:spcPct val="150000"/>
              </a:lnSpc>
              <a:buFont typeface="Arial" panose="020B0604020202090204" pitchFamily="34" charset="0"/>
              <a:buChar char="•"/>
              <a:defRPr>
                <a:solidFill>
                  <a:schemeClr val="tx1">
                    <a:lumMod val="65000"/>
                    <a:lumOff val="35000"/>
                  </a:schemeClr>
                </a:solidFill>
                <a:latin typeface="微软雅黑" panose="020B0503020204020204" pitchFamily="34" charset="-122"/>
                <a:ea typeface="微软雅黑" panose="020B0503020204020204" pitchFamily="34" charset="-122"/>
              </a:defRPr>
            </a:lvl2pPr>
            <a:lvl3pPr marL="942975" indent="-257175" algn="l">
              <a:lnSpc>
                <a:spcPct val="150000"/>
              </a:lnSpc>
              <a:buFont typeface="Arial" panose="020B0604020202090204" pitchFamily="34" charset="0"/>
              <a:buChar char="•"/>
              <a:defRPr>
                <a:solidFill>
                  <a:schemeClr val="tx1">
                    <a:lumMod val="65000"/>
                    <a:lumOff val="35000"/>
                  </a:schemeClr>
                </a:solidFill>
                <a:latin typeface="微软雅黑" panose="020B0503020204020204" pitchFamily="34" charset="-122"/>
                <a:ea typeface="微软雅黑" panose="020B0503020204020204" pitchFamily="34" charset="-122"/>
              </a:defRPr>
            </a:lvl3pPr>
            <a:lvl4pPr marL="1243330" indent="-213995" algn="l">
              <a:lnSpc>
                <a:spcPct val="150000"/>
              </a:lnSpc>
              <a:buFont typeface="Arial" panose="020B0604020202090204" pitchFamily="34" charset="0"/>
              <a:buChar char="•"/>
              <a:defRPr>
                <a:solidFill>
                  <a:schemeClr val="tx1">
                    <a:lumMod val="65000"/>
                    <a:lumOff val="35000"/>
                  </a:schemeClr>
                </a:solidFill>
                <a:latin typeface="微软雅黑" panose="020B0503020204020204" pitchFamily="34" charset="-122"/>
                <a:ea typeface="微软雅黑" panose="020B0503020204020204" pitchFamily="34" charset="-122"/>
              </a:defRPr>
            </a:lvl4pPr>
            <a:lvl5pPr marL="1586230" indent="-213995" algn="l">
              <a:lnSpc>
                <a:spcPct val="150000"/>
              </a:lnSpc>
              <a:buFont typeface="Arial" panose="020B0604020202090204" pitchFamily="34" charset="0"/>
              <a:buChar char="•"/>
              <a:defRPr>
                <a:solidFill>
                  <a:schemeClr val="tx1">
                    <a:lumMod val="65000"/>
                    <a:lumOff val="35000"/>
                  </a:schemeClr>
                </a:solidFill>
                <a:latin typeface="微软雅黑" panose="020B0503020204020204" pitchFamily="34" charset="-122"/>
                <a:ea typeface="微软雅黑" panose="020B0503020204020204" pitchFamily="34" charset="-122"/>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矩形 8"/>
          <p:cNvSpPr/>
          <p:nvPr userDrawn="1"/>
        </p:nvSpPr>
        <p:spPr>
          <a:xfrm>
            <a:off x="447115" y="241022"/>
            <a:ext cx="154641" cy="598613"/>
          </a:xfrm>
          <a:prstGeom prst="rect">
            <a:avLst/>
          </a:prstGeom>
          <a:solidFill>
            <a:srgbClr val="1C4F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pic>
        <p:nvPicPr>
          <p:cNvPr id="11" name="图片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86649" y="-124690"/>
            <a:ext cx="1330037" cy="1330037"/>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advClick="0">
        <p14:flip dir="r"/>
      </p:transition>
    </mc:Choice>
    <mc:Fallback>
      <p:transition advClick="0">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4767263"/>
            <a:ext cx="2057400" cy="273844"/>
          </a:xfrm>
          <a:prstGeom prst="rect">
            <a:avLst/>
          </a:prstGeom>
        </p:spPr>
        <p:txBody>
          <a:bodyPr/>
          <a:lstStyle/>
          <a:p>
            <a:fld id="{C764DE79-268F-4C1A-8933-263129D2AF90}" type="datetimeFigureOut">
              <a:rPr lang="en-US" dirty="0"/>
            </a:fld>
            <a:endParaRPr lang="en-US" dirty="0"/>
          </a:p>
        </p:txBody>
      </p:sp>
      <p:sp>
        <p:nvSpPr>
          <p:cNvPr id="3" name="Footer Placeholder 2"/>
          <p:cNvSpPr>
            <a:spLocks noGrp="1"/>
          </p:cNvSpPr>
          <p:nvPr>
            <p:ph type="ftr" sz="quarter" idx="11"/>
          </p:nvPr>
        </p:nvSpPr>
        <p:spPr>
          <a:xfrm>
            <a:off x="3028950" y="4767263"/>
            <a:ext cx="3086100" cy="273844"/>
          </a:xfrm>
          <a:prstGeom prst="rect">
            <a:avLst/>
          </a:prstGeom>
        </p:spPr>
        <p:txBody>
          <a:bodyPr/>
          <a:lstStyle/>
          <a:p>
            <a:endParaRPr lang="en-US" dirty="0"/>
          </a:p>
        </p:txBody>
      </p:sp>
      <p:sp>
        <p:nvSpPr>
          <p:cNvPr id="4" name="Slide Number Placeholder 3"/>
          <p:cNvSpPr>
            <a:spLocks noGrp="1"/>
          </p:cNvSpPr>
          <p:nvPr>
            <p:ph type="sldNum" sz="quarter" idx="12"/>
          </p:nvPr>
        </p:nvSpPr>
        <p:spPr>
          <a:xfrm>
            <a:off x="6457950" y="4767263"/>
            <a:ext cx="2057400" cy="273844"/>
          </a:xfrm>
          <a:prstGeom prst="rect">
            <a:avLst/>
          </a:prstGeom>
        </p:spPr>
        <p:txBody>
          <a:bodyPr/>
          <a:lstStyle/>
          <a:p>
            <a:fld id="{48F63A3B-78C7-47BE-AE5E-E10140E04643}" type="slidenum">
              <a:rPr lang="en-US" dirty="0"/>
            </a:fld>
            <a:endParaRPr lang="en-US" dirty="0"/>
          </a:p>
        </p:txBody>
      </p:sp>
    </p:spTree>
  </p:cSld>
  <p:clrMapOvr>
    <a:masterClrMapping/>
  </p:clrMapOvr>
  <mc:AlternateContent xmlns:mc="http://schemas.openxmlformats.org/markup-compatibility/2006">
    <mc:Choice xmlns:p14="http://schemas.microsoft.com/office/powerpoint/2010/main" Requires="p14">
      <p:transition p14:dur="500" advClick="0">
        <p14:flip dir="r"/>
      </p:transition>
    </mc:Choice>
    <mc:Fallback>
      <p:transition advClick="0">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advClick="0">
        <p14:flip dir="r"/>
      </p:transition>
    </mc:Choice>
    <mc:Fallback>
      <p:transition advClick="0">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userDrawn="1">
  <p:cSld name="2_Title Slide">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advClick="0">
        <p14:flip dir="r"/>
      </p:transition>
    </mc:Choice>
    <mc:Fallback>
      <p:transition advClick="0">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628650" y="4767263"/>
            <a:ext cx="2057400" cy="273844"/>
          </a:xfrm>
          <a:prstGeom prst="rect">
            <a:avLst/>
          </a:prstGeom>
        </p:spPr>
        <p:txBody>
          <a:bodyPr/>
          <a:lstStyle/>
          <a:p>
            <a:fld id="{C764DE79-268F-4C1A-8933-263129D2AF90}" type="datetimeFigureOut">
              <a:rPr lang="en-US" dirty="0"/>
            </a:fld>
            <a:endParaRPr lang="en-US" dirty="0"/>
          </a:p>
        </p:txBody>
      </p:sp>
      <p:sp>
        <p:nvSpPr>
          <p:cNvPr id="4" name="页脚占位符 3"/>
          <p:cNvSpPr>
            <a:spLocks noGrp="1"/>
          </p:cNvSpPr>
          <p:nvPr>
            <p:ph type="ftr" sz="quarter" idx="11"/>
          </p:nvPr>
        </p:nvSpPr>
        <p:spPr>
          <a:xfrm>
            <a:off x="3028950" y="4767263"/>
            <a:ext cx="3086100" cy="273844"/>
          </a:xfrm>
          <a:prstGeom prst="rect">
            <a:avLst/>
          </a:prstGeom>
        </p:spPr>
        <p:txBody>
          <a:bodyPr/>
          <a:lstStyle/>
          <a:p>
            <a:endParaRPr lang="en-US" dirty="0"/>
          </a:p>
        </p:txBody>
      </p:sp>
      <p:sp>
        <p:nvSpPr>
          <p:cNvPr id="5" name="灯片编号占位符 4"/>
          <p:cNvSpPr>
            <a:spLocks noGrp="1"/>
          </p:cNvSpPr>
          <p:nvPr>
            <p:ph type="sldNum" sz="quarter" idx="12"/>
          </p:nvPr>
        </p:nvSpPr>
        <p:spPr>
          <a:xfrm>
            <a:off x="6457950" y="4767263"/>
            <a:ext cx="2057400" cy="273844"/>
          </a:xfrm>
          <a:prstGeom prst="rect">
            <a:avLst/>
          </a:prstGeom>
        </p:spPr>
        <p:txBody>
          <a:bodyPr/>
          <a:lstStyle/>
          <a:p>
            <a:fld id="{48F63A3B-78C7-47BE-AE5E-E10140E04643}" type="slidenum">
              <a:rPr lang="en-US" dirty="0"/>
            </a:fld>
            <a:endParaRPr lang="en-US" dirty="0"/>
          </a:p>
        </p:txBody>
      </p:sp>
    </p:spTree>
  </p:cSld>
  <p:clrMapOvr>
    <a:masterClrMapping/>
  </p:clrMapOvr>
  <mc:AlternateContent xmlns:mc="http://schemas.openxmlformats.org/markup-compatibility/2006">
    <mc:Choice xmlns:p14="http://schemas.microsoft.com/office/powerpoint/2010/main" Requires="p14">
      <p:transition p14:dur="500" advClick="0">
        <p14:flip dir="r"/>
      </p:transition>
    </mc:Choice>
    <mc:Fallback>
      <p:transition advClick="0">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3_Title Slide">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advClick="0">
        <p14:flip dir="r"/>
      </p:transition>
    </mc:Choice>
    <mc:Fallback>
      <p:transition advClick="0">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6_Title Slide">
    <p:spTree>
      <p:nvGrpSpPr>
        <p:cNvPr id="1" name=""/>
        <p:cNvGrpSpPr/>
        <p:nvPr/>
      </p:nvGrpSpPr>
      <p:grpSpPr>
        <a:xfrm>
          <a:off x="0" y="0"/>
          <a:ext cx="0" cy="0"/>
          <a:chOff x="0" y="0"/>
          <a:chExt cx="0" cy="0"/>
        </a:xfrm>
      </p:grpSpPr>
      <p:sp>
        <p:nvSpPr>
          <p:cNvPr id="3" name="Picture Placeholder 3"/>
          <p:cNvSpPr>
            <a:spLocks noGrp="1"/>
          </p:cNvSpPr>
          <p:nvPr>
            <p:ph type="pic" sz="quarter" idx="11"/>
          </p:nvPr>
        </p:nvSpPr>
        <p:spPr>
          <a:xfrm>
            <a:off x="0" y="1"/>
            <a:ext cx="9144000" cy="5143500"/>
          </a:xfrm>
          <a:custGeom>
            <a:avLst/>
            <a:gdLst>
              <a:gd name="connsiteX0" fmla="*/ 0 w 4203290"/>
              <a:gd name="connsiteY0" fmla="*/ 0 h 6858000"/>
              <a:gd name="connsiteX1" fmla="*/ 4203290 w 4203290"/>
              <a:gd name="connsiteY1" fmla="*/ 0 h 6858000"/>
              <a:gd name="connsiteX2" fmla="*/ 4203290 w 4203290"/>
              <a:gd name="connsiteY2" fmla="*/ 6858000 h 6858000"/>
              <a:gd name="connsiteX3" fmla="*/ 0 w 420329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203290" h="6858000">
                <a:moveTo>
                  <a:pt x="0" y="0"/>
                </a:moveTo>
                <a:lnTo>
                  <a:pt x="4203290" y="0"/>
                </a:lnTo>
                <a:lnTo>
                  <a:pt x="4203290" y="6858000"/>
                </a:lnTo>
                <a:lnTo>
                  <a:pt x="0" y="6858000"/>
                </a:lnTo>
                <a:close/>
              </a:path>
            </a:pathLst>
          </a:custGeom>
          <a:solidFill>
            <a:schemeClr val="bg1">
              <a:lumMod val="95000"/>
              <a:alpha val="40000"/>
            </a:schemeClr>
          </a:solidFill>
        </p:spPr>
        <p:txBody>
          <a:bodyPr wrap="square">
            <a:noAutofit/>
          </a:bodyPr>
          <a:lstStyle>
            <a:lvl1pPr marL="0" indent="0" algn="ctr">
              <a:buNone/>
              <a:defRPr sz="1050" b="0" i="0">
                <a:solidFill>
                  <a:schemeClr val="tx1">
                    <a:lumMod val="65000"/>
                    <a:lumOff val="35000"/>
                  </a:schemeClr>
                </a:solidFill>
                <a:latin typeface="Arial" panose="020B0604020202090204" pitchFamily="34" charset="0"/>
              </a:defRPr>
            </a:lvl1pPr>
          </a:lstStyle>
          <a:p>
            <a:endParaRPr lang="id-ID" dirty="0"/>
          </a:p>
        </p:txBody>
      </p:sp>
      <p:sp>
        <p:nvSpPr>
          <p:cNvPr id="4" name="Picture Placeholder 6"/>
          <p:cNvSpPr>
            <a:spLocks noGrp="1"/>
          </p:cNvSpPr>
          <p:nvPr>
            <p:ph type="pic" sz="quarter" idx="10"/>
          </p:nvPr>
        </p:nvSpPr>
        <p:spPr>
          <a:xfrm>
            <a:off x="5297886" y="3472577"/>
            <a:ext cx="713046" cy="711945"/>
          </a:xfrm>
          <a:custGeom>
            <a:avLst/>
            <a:gdLst>
              <a:gd name="connsiteX0" fmla="*/ 501446 w 1002892"/>
              <a:gd name="connsiteY0" fmla="*/ 0 h 1002892"/>
              <a:gd name="connsiteX1" fmla="*/ 1002892 w 1002892"/>
              <a:gd name="connsiteY1" fmla="*/ 501446 h 1002892"/>
              <a:gd name="connsiteX2" fmla="*/ 501446 w 1002892"/>
              <a:gd name="connsiteY2" fmla="*/ 1002892 h 1002892"/>
              <a:gd name="connsiteX3" fmla="*/ 0 w 1002892"/>
              <a:gd name="connsiteY3" fmla="*/ 501446 h 1002892"/>
              <a:gd name="connsiteX4" fmla="*/ 501446 w 1002892"/>
              <a:gd name="connsiteY4" fmla="*/ 0 h 1002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2892" h="1002892">
                <a:moveTo>
                  <a:pt x="501446" y="0"/>
                </a:moveTo>
                <a:cubicBezTo>
                  <a:pt x="778387" y="0"/>
                  <a:pt x="1002892" y="224505"/>
                  <a:pt x="1002892" y="501446"/>
                </a:cubicBezTo>
                <a:cubicBezTo>
                  <a:pt x="1002892" y="778387"/>
                  <a:pt x="778387" y="1002892"/>
                  <a:pt x="501446" y="1002892"/>
                </a:cubicBezTo>
                <a:cubicBezTo>
                  <a:pt x="224505" y="1002892"/>
                  <a:pt x="0" y="778387"/>
                  <a:pt x="0" y="501446"/>
                </a:cubicBezTo>
                <a:cubicBezTo>
                  <a:pt x="0" y="224505"/>
                  <a:pt x="224505" y="0"/>
                  <a:pt x="501446" y="0"/>
                </a:cubicBezTo>
                <a:close/>
              </a:path>
            </a:pathLst>
          </a:custGeom>
          <a:solidFill>
            <a:schemeClr val="bg1"/>
          </a:solidFill>
        </p:spPr>
        <p:txBody>
          <a:bodyPr wrap="square">
            <a:noAutofit/>
          </a:bodyPr>
          <a:lstStyle>
            <a:lvl1pPr marL="0" indent="0" algn="ctr">
              <a:buNone/>
              <a:defRPr sz="940" b="0" i="0">
                <a:solidFill>
                  <a:schemeClr val="tx1">
                    <a:lumMod val="50000"/>
                    <a:lumOff val="50000"/>
                  </a:schemeClr>
                </a:solidFill>
                <a:latin typeface="Arial" panose="020B0604020202090204" pitchFamily="34" charset="0"/>
              </a:defRPr>
            </a:lvl1pPr>
          </a:lstStyle>
          <a:p>
            <a:endParaRPr lang="id-ID" dirty="0"/>
          </a:p>
        </p:txBody>
      </p:sp>
    </p:spTree>
  </p:cSld>
  <p:clrMapOvr>
    <a:masterClrMapping/>
  </p:clrMapOvr>
  <mc:AlternateContent xmlns:mc="http://schemas.openxmlformats.org/markup-compatibility/2006">
    <mc:Choice xmlns:p14="http://schemas.microsoft.com/office/powerpoint/2010/main" Requires="p14">
      <p:transition p14:dur="500" advClick="0">
        <p14:flip dir="r"/>
      </p:transition>
    </mc:Choice>
    <mc:Fallback>
      <p:transition advClick="0">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7_Title Slide">
    <p:spTree>
      <p:nvGrpSpPr>
        <p:cNvPr id="1" name=""/>
        <p:cNvGrpSpPr/>
        <p:nvPr/>
      </p:nvGrpSpPr>
      <p:grpSpPr>
        <a:xfrm>
          <a:off x="0" y="0"/>
          <a:ext cx="0" cy="0"/>
          <a:chOff x="0" y="0"/>
          <a:chExt cx="0" cy="0"/>
        </a:xfrm>
      </p:grpSpPr>
      <p:sp>
        <p:nvSpPr>
          <p:cNvPr id="3" name="Picture Placeholder 3"/>
          <p:cNvSpPr>
            <a:spLocks noGrp="1"/>
          </p:cNvSpPr>
          <p:nvPr>
            <p:ph type="pic" sz="quarter" idx="11"/>
          </p:nvPr>
        </p:nvSpPr>
        <p:spPr>
          <a:xfrm>
            <a:off x="0" y="3"/>
            <a:ext cx="9144000" cy="2643187"/>
          </a:xfrm>
          <a:custGeom>
            <a:avLst/>
            <a:gdLst>
              <a:gd name="connsiteX0" fmla="*/ 0 w 4203290"/>
              <a:gd name="connsiteY0" fmla="*/ 0 h 6858000"/>
              <a:gd name="connsiteX1" fmla="*/ 4203290 w 4203290"/>
              <a:gd name="connsiteY1" fmla="*/ 0 h 6858000"/>
              <a:gd name="connsiteX2" fmla="*/ 4203290 w 4203290"/>
              <a:gd name="connsiteY2" fmla="*/ 6858000 h 6858000"/>
              <a:gd name="connsiteX3" fmla="*/ 0 w 420329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203290" h="6858000">
                <a:moveTo>
                  <a:pt x="0" y="0"/>
                </a:moveTo>
                <a:lnTo>
                  <a:pt x="4203290" y="0"/>
                </a:lnTo>
                <a:lnTo>
                  <a:pt x="4203290" y="6858000"/>
                </a:lnTo>
                <a:lnTo>
                  <a:pt x="0" y="6858000"/>
                </a:lnTo>
                <a:close/>
              </a:path>
            </a:pathLst>
          </a:custGeom>
          <a:solidFill>
            <a:schemeClr val="bg1">
              <a:lumMod val="95000"/>
              <a:alpha val="40000"/>
            </a:schemeClr>
          </a:solidFill>
        </p:spPr>
        <p:txBody>
          <a:bodyPr wrap="square">
            <a:noAutofit/>
          </a:bodyPr>
          <a:lstStyle>
            <a:lvl1pPr marL="0" indent="0" algn="ctr">
              <a:buNone/>
              <a:defRPr sz="1050" b="0" i="0">
                <a:solidFill>
                  <a:schemeClr val="tx1">
                    <a:lumMod val="65000"/>
                    <a:lumOff val="35000"/>
                  </a:schemeClr>
                </a:solidFill>
                <a:latin typeface="Arial" panose="020B0604020202090204" pitchFamily="34" charset="0"/>
              </a:defRPr>
            </a:lvl1pPr>
          </a:lstStyle>
          <a:p>
            <a:endParaRPr lang="id-ID" dirty="0"/>
          </a:p>
        </p:txBody>
      </p:sp>
    </p:spTree>
  </p:cSld>
  <p:clrMapOvr>
    <a:masterClrMapping/>
  </p:clrMapOvr>
  <mc:AlternateContent xmlns:mc="http://schemas.openxmlformats.org/markup-compatibility/2006">
    <mc:Choice xmlns:p14="http://schemas.microsoft.com/office/powerpoint/2010/main" Requires="p14">
      <p:transition p14:dur="500" advClick="0">
        <p14:flip dir="r"/>
      </p:transition>
    </mc:Choice>
    <mc:Fallback>
      <p:transition advClick="0">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8_Title Slide">
    <p:spTree>
      <p:nvGrpSpPr>
        <p:cNvPr id="1" name=""/>
        <p:cNvGrpSpPr/>
        <p:nvPr/>
      </p:nvGrpSpPr>
      <p:grpSpPr>
        <a:xfrm>
          <a:off x="0" y="0"/>
          <a:ext cx="0" cy="0"/>
          <a:chOff x="0" y="0"/>
          <a:chExt cx="0" cy="0"/>
        </a:xfrm>
      </p:grpSpPr>
      <p:sp>
        <p:nvSpPr>
          <p:cNvPr id="3" name="Picture Placeholder 3"/>
          <p:cNvSpPr>
            <a:spLocks noGrp="1"/>
          </p:cNvSpPr>
          <p:nvPr>
            <p:ph type="pic" sz="quarter" idx="11"/>
          </p:nvPr>
        </p:nvSpPr>
        <p:spPr>
          <a:xfrm>
            <a:off x="2" y="3"/>
            <a:ext cx="4468761" cy="5143499"/>
          </a:xfrm>
          <a:custGeom>
            <a:avLst/>
            <a:gdLst>
              <a:gd name="connsiteX0" fmla="*/ 0 w 4203290"/>
              <a:gd name="connsiteY0" fmla="*/ 0 h 6858000"/>
              <a:gd name="connsiteX1" fmla="*/ 4203290 w 4203290"/>
              <a:gd name="connsiteY1" fmla="*/ 0 h 6858000"/>
              <a:gd name="connsiteX2" fmla="*/ 4203290 w 4203290"/>
              <a:gd name="connsiteY2" fmla="*/ 6858000 h 6858000"/>
              <a:gd name="connsiteX3" fmla="*/ 0 w 420329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203290" h="6858000">
                <a:moveTo>
                  <a:pt x="0" y="0"/>
                </a:moveTo>
                <a:lnTo>
                  <a:pt x="4203290" y="0"/>
                </a:lnTo>
                <a:lnTo>
                  <a:pt x="4203290" y="6858000"/>
                </a:lnTo>
                <a:lnTo>
                  <a:pt x="0" y="6858000"/>
                </a:lnTo>
                <a:close/>
              </a:path>
            </a:pathLst>
          </a:custGeom>
          <a:solidFill>
            <a:schemeClr val="bg1">
              <a:lumMod val="95000"/>
              <a:alpha val="40000"/>
            </a:schemeClr>
          </a:solidFill>
        </p:spPr>
        <p:txBody>
          <a:bodyPr wrap="square">
            <a:noAutofit/>
          </a:bodyPr>
          <a:lstStyle>
            <a:lvl1pPr marL="0" indent="0" algn="ctr">
              <a:buNone/>
              <a:defRPr sz="1050" b="0" i="0">
                <a:solidFill>
                  <a:schemeClr val="tx1">
                    <a:lumMod val="65000"/>
                    <a:lumOff val="35000"/>
                  </a:schemeClr>
                </a:solidFill>
                <a:latin typeface="Arial" panose="020B0604020202090204" pitchFamily="34" charset="0"/>
              </a:defRPr>
            </a:lvl1pPr>
          </a:lstStyle>
          <a:p>
            <a:endParaRPr lang="id-ID" dirty="0"/>
          </a:p>
        </p:txBody>
      </p:sp>
    </p:spTree>
  </p:cSld>
  <p:clrMapOvr>
    <a:masterClrMapping/>
  </p:clrMapOvr>
  <mc:AlternateContent xmlns:mc="http://schemas.openxmlformats.org/markup-compatibility/2006">
    <mc:Choice xmlns:p14="http://schemas.microsoft.com/office/powerpoint/2010/main" Requires="p14">
      <p:transition p14:dur="500" advClick="0">
        <p14:flip dir="r"/>
      </p:transition>
    </mc:Choice>
    <mc:Fallback>
      <p:transition advClick="0">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26_Title Slide">
    <p:spTree>
      <p:nvGrpSpPr>
        <p:cNvPr id="1" name=""/>
        <p:cNvGrpSpPr/>
        <p:nvPr/>
      </p:nvGrpSpPr>
      <p:grpSpPr>
        <a:xfrm>
          <a:off x="0" y="0"/>
          <a:ext cx="0" cy="0"/>
          <a:chOff x="0" y="0"/>
          <a:chExt cx="0" cy="0"/>
        </a:xfrm>
      </p:grpSpPr>
      <p:sp>
        <p:nvSpPr>
          <p:cNvPr id="11" name="Picture Placeholder 6"/>
          <p:cNvSpPr>
            <a:spLocks noGrp="1"/>
          </p:cNvSpPr>
          <p:nvPr>
            <p:ph type="pic" sz="quarter" idx="10"/>
          </p:nvPr>
        </p:nvSpPr>
        <p:spPr>
          <a:xfrm>
            <a:off x="1371236" y="2651055"/>
            <a:ext cx="814353" cy="813095"/>
          </a:xfrm>
          <a:custGeom>
            <a:avLst/>
            <a:gdLst>
              <a:gd name="connsiteX0" fmla="*/ 501446 w 1002892"/>
              <a:gd name="connsiteY0" fmla="*/ 0 h 1002892"/>
              <a:gd name="connsiteX1" fmla="*/ 1002892 w 1002892"/>
              <a:gd name="connsiteY1" fmla="*/ 501446 h 1002892"/>
              <a:gd name="connsiteX2" fmla="*/ 501446 w 1002892"/>
              <a:gd name="connsiteY2" fmla="*/ 1002892 h 1002892"/>
              <a:gd name="connsiteX3" fmla="*/ 0 w 1002892"/>
              <a:gd name="connsiteY3" fmla="*/ 501446 h 1002892"/>
              <a:gd name="connsiteX4" fmla="*/ 501446 w 1002892"/>
              <a:gd name="connsiteY4" fmla="*/ 0 h 1002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2892" h="1002892">
                <a:moveTo>
                  <a:pt x="501446" y="0"/>
                </a:moveTo>
                <a:cubicBezTo>
                  <a:pt x="778387" y="0"/>
                  <a:pt x="1002892" y="224505"/>
                  <a:pt x="1002892" y="501446"/>
                </a:cubicBezTo>
                <a:cubicBezTo>
                  <a:pt x="1002892" y="778387"/>
                  <a:pt x="778387" y="1002892"/>
                  <a:pt x="501446" y="1002892"/>
                </a:cubicBezTo>
                <a:cubicBezTo>
                  <a:pt x="224505" y="1002892"/>
                  <a:pt x="0" y="778387"/>
                  <a:pt x="0" y="501446"/>
                </a:cubicBezTo>
                <a:cubicBezTo>
                  <a:pt x="0" y="224505"/>
                  <a:pt x="224505" y="0"/>
                  <a:pt x="501446" y="0"/>
                </a:cubicBezTo>
                <a:close/>
              </a:path>
            </a:pathLst>
          </a:custGeom>
          <a:solidFill>
            <a:schemeClr val="bg1">
              <a:lumMod val="95000"/>
            </a:schemeClr>
          </a:solidFill>
          <a:effectLst>
            <a:outerShdw blurRad="1270000" dist="393700" dir="5400000" sx="80000" sy="80000" algn="t" rotWithShape="0">
              <a:schemeClr val="bg1">
                <a:lumMod val="75000"/>
                <a:alpha val="40000"/>
              </a:schemeClr>
            </a:outerShdw>
          </a:effectLst>
        </p:spPr>
        <p:txBody>
          <a:bodyPr wrap="square">
            <a:noAutofit/>
          </a:bodyPr>
          <a:lstStyle>
            <a:lvl1pPr marL="0" indent="0" algn="ctr">
              <a:buNone/>
              <a:defRPr sz="675" b="0" i="0">
                <a:solidFill>
                  <a:schemeClr val="tx1">
                    <a:lumMod val="50000"/>
                    <a:lumOff val="50000"/>
                  </a:schemeClr>
                </a:solidFill>
                <a:latin typeface="Arial" panose="020B0604020202090204" pitchFamily="34" charset="0"/>
              </a:defRPr>
            </a:lvl1pPr>
          </a:lstStyle>
          <a:p>
            <a:endParaRPr lang="id-ID" dirty="0"/>
          </a:p>
        </p:txBody>
      </p:sp>
      <p:sp>
        <p:nvSpPr>
          <p:cNvPr id="12" name="Picture Placeholder 6"/>
          <p:cNvSpPr>
            <a:spLocks noGrp="1"/>
          </p:cNvSpPr>
          <p:nvPr>
            <p:ph type="pic" sz="quarter" idx="11"/>
          </p:nvPr>
        </p:nvSpPr>
        <p:spPr>
          <a:xfrm>
            <a:off x="2640446" y="2551884"/>
            <a:ext cx="814353" cy="813095"/>
          </a:xfrm>
          <a:custGeom>
            <a:avLst/>
            <a:gdLst>
              <a:gd name="connsiteX0" fmla="*/ 501446 w 1002892"/>
              <a:gd name="connsiteY0" fmla="*/ 0 h 1002892"/>
              <a:gd name="connsiteX1" fmla="*/ 1002892 w 1002892"/>
              <a:gd name="connsiteY1" fmla="*/ 501446 h 1002892"/>
              <a:gd name="connsiteX2" fmla="*/ 501446 w 1002892"/>
              <a:gd name="connsiteY2" fmla="*/ 1002892 h 1002892"/>
              <a:gd name="connsiteX3" fmla="*/ 0 w 1002892"/>
              <a:gd name="connsiteY3" fmla="*/ 501446 h 1002892"/>
              <a:gd name="connsiteX4" fmla="*/ 501446 w 1002892"/>
              <a:gd name="connsiteY4" fmla="*/ 0 h 1002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2892" h="1002892">
                <a:moveTo>
                  <a:pt x="501446" y="0"/>
                </a:moveTo>
                <a:cubicBezTo>
                  <a:pt x="778387" y="0"/>
                  <a:pt x="1002892" y="224505"/>
                  <a:pt x="1002892" y="501446"/>
                </a:cubicBezTo>
                <a:cubicBezTo>
                  <a:pt x="1002892" y="778387"/>
                  <a:pt x="778387" y="1002892"/>
                  <a:pt x="501446" y="1002892"/>
                </a:cubicBezTo>
                <a:cubicBezTo>
                  <a:pt x="224505" y="1002892"/>
                  <a:pt x="0" y="778387"/>
                  <a:pt x="0" y="501446"/>
                </a:cubicBezTo>
                <a:cubicBezTo>
                  <a:pt x="0" y="224505"/>
                  <a:pt x="224505" y="0"/>
                  <a:pt x="501446" y="0"/>
                </a:cubicBezTo>
                <a:close/>
              </a:path>
            </a:pathLst>
          </a:custGeom>
          <a:solidFill>
            <a:schemeClr val="bg1">
              <a:lumMod val="95000"/>
            </a:schemeClr>
          </a:solidFill>
          <a:effectLst>
            <a:outerShdw blurRad="1270000" dist="393700" dir="5400000" sx="80000" sy="80000" algn="t" rotWithShape="0">
              <a:schemeClr val="bg1">
                <a:lumMod val="75000"/>
                <a:alpha val="40000"/>
              </a:schemeClr>
            </a:outerShdw>
          </a:effectLst>
        </p:spPr>
        <p:txBody>
          <a:bodyPr wrap="square">
            <a:noAutofit/>
          </a:bodyPr>
          <a:lstStyle>
            <a:lvl1pPr marL="0" indent="0" algn="ctr">
              <a:buNone/>
              <a:defRPr sz="675" b="0" i="0">
                <a:solidFill>
                  <a:schemeClr val="tx1">
                    <a:lumMod val="50000"/>
                    <a:lumOff val="50000"/>
                  </a:schemeClr>
                </a:solidFill>
                <a:latin typeface="Arial" panose="020B0604020202090204" pitchFamily="34" charset="0"/>
              </a:defRPr>
            </a:lvl1pPr>
          </a:lstStyle>
          <a:p>
            <a:endParaRPr lang="id-ID" dirty="0"/>
          </a:p>
        </p:txBody>
      </p:sp>
      <p:sp>
        <p:nvSpPr>
          <p:cNvPr id="13" name="Picture Placeholder 6"/>
          <p:cNvSpPr>
            <a:spLocks noGrp="1"/>
          </p:cNvSpPr>
          <p:nvPr>
            <p:ph type="pic" sz="quarter" idx="12"/>
          </p:nvPr>
        </p:nvSpPr>
        <p:spPr>
          <a:xfrm>
            <a:off x="1778411" y="1236035"/>
            <a:ext cx="1027281" cy="1025694"/>
          </a:xfrm>
          <a:custGeom>
            <a:avLst/>
            <a:gdLst>
              <a:gd name="connsiteX0" fmla="*/ 501446 w 1002892"/>
              <a:gd name="connsiteY0" fmla="*/ 0 h 1002892"/>
              <a:gd name="connsiteX1" fmla="*/ 1002892 w 1002892"/>
              <a:gd name="connsiteY1" fmla="*/ 501446 h 1002892"/>
              <a:gd name="connsiteX2" fmla="*/ 501446 w 1002892"/>
              <a:gd name="connsiteY2" fmla="*/ 1002892 h 1002892"/>
              <a:gd name="connsiteX3" fmla="*/ 0 w 1002892"/>
              <a:gd name="connsiteY3" fmla="*/ 501446 h 1002892"/>
              <a:gd name="connsiteX4" fmla="*/ 501446 w 1002892"/>
              <a:gd name="connsiteY4" fmla="*/ 0 h 1002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2892" h="1002892">
                <a:moveTo>
                  <a:pt x="501446" y="0"/>
                </a:moveTo>
                <a:cubicBezTo>
                  <a:pt x="778387" y="0"/>
                  <a:pt x="1002892" y="224505"/>
                  <a:pt x="1002892" y="501446"/>
                </a:cubicBezTo>
                <a:cubicBezTo>
                  <a:pt x="1002892" y="778387"/>
                  <a:pt x="778387" y="1002892"/>
                  <a:pt x="501446" y="1002892"/>
                </a:cubicBezTo>
                <a:cubicBezTo>
                  <a:pt x="224505" y="1002892"/>
                  <a:pt x="0" y="778387"/>
                  <a:pt x="0" y="501446"/>
                </a:cubicBezTo>
                <a:cubicBezTo>
                  <a:pt x="0" y="224505"/>
                  <a:pt x="224505" y="0"/>
                  <a:pt x="501446" y="0"/>
                </a:cubicBezTo>
                <a:close/>
              </a:path>
            </a:pathLst>
          </a:custGeom>
          <a:solidFill>
            <a:schemeClr val="bg1">
              <a:lumMod val="95000"/>
            </a:schemeClr>
          </a:solidFill>
          <a:effectLst>
            <a:outerShdw blurRad="1270000" dist="393700" dir="5400000" sx="80000" sy="80000" algn="t" rotWithShape="0">
              <a:schemeClr val="bg1">
                <a:lumMod val="75000"/>
                <a:alpha val="40000"/>
              </a:schemeClr>
            </a:outerShdw>
          </a:effectLst>
        </p:spPr>
        <p:txBody>
          <a:bodyPr wrap="square">
            <a:noAutofit/>
          </a:bodyPr>
          <a:lstStyle>
            <a:lvl1pPr marL="0" indent="0" algn="ctr">
              <a:buNone/>
              <a:defRPr sz="675" b="0" i="0">
                <a:solidFill>
                  <a:schemeClr val="tx1">
                    <a:lumMod val="50000"/>
                    <a:lumOff val="50000"/>
                  </a:schemeClr>
                </a:solidFill>
                <a:latin typeface="Arial" panose="020B0604020202090204" pitchFamily="34" charset="0"/>
              </a:defRPr>
            </a:lvl1pPr>
          </a:lstStyle>
          <a:p>
            <a:endParaRPr lang="id-ID" dirty="0"/>
          </a:p>
        </p:txBody>
      </p:sp>
      <p:sp>
        <p:nvSpPr>
          <p:cNvPr id="14" name="Picture Placeholder 6"/>
          <p:cNvSpPr>
            <a:spLocks noGrp="1"/>
          </p:cNvSpPr>
          <p:nvPr>
            <p:ph type="pic" sz="quarter" idx="13"/>
          </p:nvPr>
        </p:nvSpPr>
        <p:spPr>
          <a:xfrm>
            <a:off x="3448822" y="1068886"/>
            <a:ext cx="578720" cy="577826"/>
          </a:xfrm>
          <a:custGeom>
            <a:avLst/>
            <a:gdLst>
              <a:gd name="connsiteX0" fmla="*/ 501446 w 1002892"/>
              <a:gd name="connsiteY0" fmla="*/ 0 h 1002892"/>
              <a:gd name="connsiteX1" fmla="*/ 1002892 w 1002892"/>
              <a:gd name="connsiteY1" fmla="*/ 501446 h 1002892"/>
              <a:gd name="connsiteX2" fmla="*/ 501446 w 1002892"/>
              <a:gd name="connsiteY2" fmla="*/ 1002892 h 1002892"/>
              <a:gd name="connsiteX3" fmla="*/ 0 w 1002892"/>
              <a:gd name="connsiteY3" fmla="*/ 501446 h 1002892"/>
              <a:gd name="connsiteX4" fmla="*/ 501446 w 1002892"/>
              <a:gd name="connsiteY4" fmla="*/ 0 h 1002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2892" h="1002892">
                <a:moveTo>
                  <a:pt x="501446" y="0"/>
                </a:moveTo>
                <a:cubicBezTo>
                  <a:pt x="778387" y="0"/>
                  <a:pt x="1002892" y="224505"/>
                  <a:pt x="1002892" y="501446"/>
                </a:cubicBezTo>
                <a:cubicBezTo>
                  <a:pt x="1002892" y="778387"/>
                  <a:pt x="778387" y="1002892"/>
                  <a:pt x="501446" y="1002892"/>
                </a:cubicBezTo>
                <a:cubicBezTo>
                  <a:pt x="224505" y="1002892"/>
                  <a:pt x="0" y="778387"/>
                  <a:pt x="0" y="501446"/>
                </a:cubicBezTo>
                <a:cubicBezTo>
                  <a:pt x="0" y="224505"/>
                  <a:pt x="224505" y="0"/>
                  <a:pt x="501446" y="0"/>
                </a:cubicBezTo>
                <a:close/>
              </a:path>
            </a:pathLst>
          </a:custGeom>
          <a:solidFill>
            <a:schemeClr val="bg1">
              <a:lumMod val="95000"/>
            </a:schemeClr>
          </a:solidFill>
          <a:effectLst>
            <a:outerShdw blurRad="1270000" dist="393700" dir="5400000" sx="80000" sy="80000" algn="t" rotWithShape="0">
              <a:schemeClr val="bg1">
                <a:lumMod val="75000"/>
                <a:alpha val="40000"/>
              </a:schemeClr>
            </a:outerShdw>
          </a:effectLst>
        </p:spPr>
        <p:txBody>
          <a:bodyPr wrap="square">
            <a:noAutofit/>
          </a:bodyPr>
          <a:lstStyle>
            <a:lvl1pPr marL="0" indent="0" algn="ctr">
              <a:buNone/>
              <a:defRPr sz="675" b="0" i="0">
                <a:solidFill>
                  <a:schemeClr val="tx1">
                    <a:lumMod val="50000"/>
                    <a:lumOff val="50000"/>
                  </a:schemeClr>
                </a:solidFill>
                <a:latin typeface="Arial" panose="020B0604020202090204" pitchFamily="34" charset="0"/>
              </a:defRPr>
            </a:lvl1pPr>
          </a:lstStyle>
          <a:p>
            <a:endParaRPr lang="id-ID" dirty="0"/>
          </a:p>
        </p:txBody>
      </p:sp>
      <p:sp>
        <p:nvSpPr>
          <p:cNvPr id="15" name="Picture Placeholder 6"/>
          <p:cNvSpPr>
            <a:spLocks noGrp="1"/>
          </p:cNvSpPr>
          <p:nvPr>
            <p:ph type="pic" sz="quarter" idx="14"/>
          </p:nvPr>
        </p:nvSpPr>
        <p:spPr>
          <a:xfrm>
            <a:off x="3776110" y="2955772"/>
            <a:ext cx="578720" cy="577826"/>
          </a:xfrm>
          <a:custGeom>
            <a:avLst/>
            <a:gdLst>
              <a:gd name="connsiteX0" fmla="*/ 501446 w 1002892"/>
              <a:gd name="connsiteY0" fmla="*/ 0 h 1002892"/>
              <a:gd name="connsiteX1" fmla="*/ 1002892 w 1002892"/>
              <a:gd name="connsiteY1" fmla="*/ 501446 h 1002892"/>
              <a:gd name="connsiteX2" fmla="*/ 501446 w 1002892"/>
              <a:gd name="connsiteY2" fmla="*/ 1002892 h 1002892"/>
              <a:gd name="connsiteX3" fmla="*/ 0 w 1002892"/>
              <a:gd name="connsiteY3" fmla="*/ 501446 h 1002892"/>
              <a:gd name="connsiteX4" fmla="*/ 501446 w 1002892"/>
              <a:gd name="connsiteY4" fmla="*/ 0 h 1002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2892" h="1002892">
                <a:moveTo>
                  <a:pt x="501446" y="0"/>
                </a:moveTo>
                <a:cubicBezTo>
                  <a:pt x="778387" y="0"/>
                  <a:pt x="1002892" y="224505"/>
                  <a:pt x="1002892" y="501446"/>
                </a:cubicBezTo>
                <a:cubicBezTo>
                  <a:pt x="1002892" y="778387"/>
                  <a:pt x="778387" y="1002892"/>
                  <a:pt x="501446" y="1002892"/>
                </a:cubicBezTo>
                <a:cubicBezTo>
                  <a:pt x="224505" y="1002892"/>
                  <a:pt x="0" y="778387"/>
                  <a:pt x="0" y="501446"/>
                </a:cubicBezTo>
                <a:cubicBezTo>
                  <a:pt x="0" y="224505"/>
                  <a:pt x="224505" y="0"/>
                  <a:pt x="501446" y="0"/>
                </a:cubicBezTo>
                <a:close/>
              </a:path>
            </a:pathLst>
          </a:custGeom>
          <a:solidFill>
            <a:schemeClr val="bg1">
              <a:lumMod val="95000"/>
            </a:schemeClr>
          </a:solidFill>
          <a:effectLst>
            <a:outerShdw blurRad="1270000" dist="393700" dir="5400000" sx="80000" sy="80000" algn="t" rotWithShape="0">
              <a:schemeClr val="bg1">
                <a:lumMod val="75000"/>
                <a:alpha val="40000"/>
              </a:schemeClr>
            </a:outerShdw>
          </a:effectLst>
        </p:spPr>
        <p:txBody>
          <a:bodyPr wrap="square">
            <a:noAutofit/>
          </a:bodyPr>
          <a:lstStyle>
            <a:lvl1pPr marL="0" indent="0" algn="ctr">
              <a:buNone/>
              <a:defRPr sz="675" b="0" i="0">
                <a:solidFill>
                  <a:schemeClr val="tx1">
                    <a:lumMod val="50000"/>
                    <a:lumOff val="50000"/>
                  </a:schemeClr>
                </a:solidFill>
                <a:latin typeface="Arial" panose="020B0604020202090204" pitchFamily="34" charset="0"/>
              </a:defRPr>
            </a:lvl1pPr>
          </a:lstStyle>
          <a:p>
            <a:endParaRPr lang="id-ID" dirty="0"/>
          </a:p>
        </p:txBody>
      </p:sp>
      <p:sp>
        <p:nvSpPr>
          <p:cNvPr id="16" name="Picture Placeholder 6"/>
          <p:cNvSpPr>
            <a:spLocks noGrp="1"/>
          </p:cNvSpPr>
          <p:nvPr>
            <p:ph type="pic" sz="quarter" idx="15"/>
          </p:nvPr>
        </p:nvSpPr>
        <p:spPr>
          <a:xfrm>
            <a:off x="3498747" y="1969143"/>
            <a:ext cx="440346" cy="439667"/>
          </a:xfrm>
          <a:custGeom>
            <a:avLst/>
            <a:gdLst>
              <a:gd name="connsiteX0" fmla="*/ 501446 w 1002892"/>
              <a:gd name="connsiteY0" fmla="*/ 0 h 1002892"/>
              <a:gd name="connsiteX1" fmla="*/ 1002892 w 1002892"/>
              <a:gd name="connsiteY1" fmla="*/ 501446 h 1002892"/>
              <a:gd name="connsiteX2" fmla="*/ 501446 w 1002892"/>
              <a:gd name="connsiteY2" fmla="*/ 1002892 h 1002892"/>
              <a:gd name="connsiteX3" fmla="*/ 0 w 1002892"/>
              <a:gd name="connsiteY3" fmla="*/ 501446 h 1002892"/>
              <a:gd name="connsiteX4" fmla="*/ 501446 w 1002892"/>
              <a:gd name="connsiteY4" fmla="*/ 0 h 1002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2892" h="1002892">
                <a:moveTo>
                  <a:pt x="501446" y="0"/>
                </a:moveTo>
                <a:cubicBezTo>
                  <a:pt x="778387" y="0"/>
                  <a:pt x="1002892" y="224505"/>
                  <a:pt x="1002892" y="501446"/>
                </a:cubicBezTo>
                <a:cubicBezTo>
                  <a:pt x="1002892" y="778387"/>
                  <a:pt x="778387" y="1002892"/>
                  <a:pt x="501446" y="1002892"/>
                </a:cubicBezTo>
                <a:cubicBezTo>
                  <a:pt x="224505" y="1002892"/>
                  <a:pt x="0" y="778387"/>
                  <a:pt x="0" y="501446"/>
                </a:cubicBezTo>
                <a:cubicBezTo>
                  <a:pt x="0" y="224505"/>
                  <a:pt x="224505" y="0"/>
                  <a:pt x="501446" y="0"/>
                </a:cubicBezTo>
                <a:close/>
              </a:path>
            </a:pathLst>
          </a:custGeom>
          <a:solidFill>
            <a:schemeClr val="bg1">
              <a:lumMod val="95000"/>
            </a:schemeClr>
          </a:solidFill>
          <a:effectLst>
            <a:outerShdw blurRad="1270000" dist="393700" dir="5400000" sx="80000" sy="80000" algn="t" rotWithShape="0">
              <a:schemeClr val="bg1">
                <a:lumMod val="75000"/>
                <a:alpha val="40000"/>
              </a:schemeClr>
            </a:outerShdw>
          </a:effectLst>
        </p:spPr>
        <p:txBody>
          <a:bodyPr wrap="square">
            <a:noAutofit/>
          </a:bodyPr>
          <a:lstStyle>
            <a:lvl1pPr marL="0" indent="0" algn="ctr">
              <a:buNone/>
              <a:defRPr sz="675" b="0" i="0">
                <a:solidFill>
                  <a:schemeClr val="tx1">
                    <a:lumMod val="50000"/>
                    <a:lumOff val="50000"/>
                  </a:schemeClr>
                </a:solidFill>
                <a:latin typeface="Arial" panose="020B0604020202090204" pitchFamily="34" charset="0"/>
              </a:defRPr>
            </a:lvl1pPr>
          </a:lstStyle>
          <a:p>
            <a:endParaRPr lang="id-ID" dirty="0"/>
          </a:p>
        </p:txBody>
      </p:sp>
      <p:sp>
        <p:nvSpPr>
          <p:cNvPr id="17" name="Picture Placeholder 6"/>
          <p:cNvSpPr>
            <a:spLocks noGrp="1"/>
          </p:cNvSpPr>
          <p:nvPr>
            <p:ph type="pic" sz="quarter" idx="16"/>
          </p:nvPr>
        </p:nvSpPr>
        <p:spPr>
          <a:xfrm>
            <a:off x="977025" y="1136999"/>
            <a:ext cx="440346" cy="439667"/>
          </a:xfrm>
          <a:custGeom>
            <a:avLst/>
            <a:gdLst>
              <a:gd name="connsiteX0" fmla="*/ 501446 w 1002892"/>
              <a:gd name="connsiteY0" fmla="*/ 0 h 1002892"/>
              <a:gd name="connsiteX1" fmla="*/ 1002892 w 1002892"/>
              <a:gd name="connsiteY1" fmla="*/ 501446 h 1002892"/>
              <a:gd name="connsiteX2" fmla="*/ 501446 w 1002892"/>
              <a:gd name="connsiteY2" fmla="*/ 1002892 h 1002892"/>
              <a:gd name="connsiteX3" fmla="*/ 0 w 1002892"/>
              <a:gd name="connsiteY3" fmla="*/ 501446 h 1002892"/>
              <a:gd name="connsiteX4" fmla="*/ 501446 w 1002892"/>
              <a:gd name="connsiteY4" fmla="*/ 0 h 1002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2892" h="1002892">
                <a:moveTo>
                  <a:pt x="501446" y="0"/>
                </a:moveTo>
                <a:cubicBezTo>
                  <a:pt x="778387" y="0"/>
                  <a:pt x="1002892" y="224505"/>
                  <a:pt x="1002892" y="501446"/>
                </a:cubicBezTo>
                <a:cubicBezTo>
                  <a:pt x="1002892" y="778387"/>
                  <a:pt x="778387" y="1002892"/>
                  <a:pt x="501446" y="1002892"/>
                </a:cubicBezTo>
                <a:cubicBezTo>
                  <a:pt x="224505" y="1002892"/>
                  <a:pt x="0" y="778387"/>
                  <a:pt x="0" y="501446"/>
                </a:cubicBezTo>
                <a:cubicBezTo>
                  <a:pt x="0" y="224505"/>
                  <a:pt x="224505" y="0"/>
                  <a:pt x="501446" y="0"/>
                </a:cubicBezTo>
                <a:close/>
              </a:path>
            </a:pathLst>
          </a:custGeom>
          <a:solidFill>
            <a:schemeClr val="bg1">
              <a:lumMod val="95000"/>
            </a:schemeClr>
          </a:solidFill>
          <a:effectLst>
            <a:outerShdw blurRad="1270000" dist="393700" dir="5400000" sx="80000" sy="80000" algn="t" rotWithShape="0">
              <a:schemeClr val="bg1">
                <a:lumMod val="75000"/>
                <a:alpha val="40000"/>
              </a:schemeClr>
            </a:outerShdw>
          </a:effectLst>
        </p:spPr>
        <p:txBody>
          <a:bodyPr wrap="square">
            <a:noAutofit/>
          </a:bodyPr>
          <a:lstStyle>
            <a:lvl1pPr marL="0" indent="0" algn="ctr">
              <a:buNone/>
              <a:defRPr sz="675" b="0" i="0">
                <a:solidFill>
                  <a:schemeClr val="tx1">
                    <a:lumMod val="50000"/>
                    <a:lumOff val="50000"/>
                  </a:schemeClr>
                </a:solidFill>
                <a:latin typeface="Arial" panose="020B0604020202090204" pitchFamily="34" charset="0"/>
              </a:defRPr>
            </a:lvl1pPr>
          </a:lstStyle>
          <a:p>
            <a:endParaRPr lang="id-ID" dirty="0"/>
          </a:p>
        </p:txBody>
      </p:sp>
      <p:sp>
        <p:nvSpPr>
          <p:cNvPr id="18" name="Picture Placeholder 6"/>
          <p:cNvSpPr>
            <a:spLocks noGrp="1"/>
          </p:cNvSpPr>
          <p:nvPr>
            <p:ph type="pic" sz="quarter" idx="17"/>
          </p:nvPr>
        </p:nvSpPr>
        <p:spPr>
          <a:xfrm>
            <a:off x="2231434" y="3782542"/>
            <a:ext cx="361658" cy="361100"/>
          </a:xfrm>
          <a:custGeom>
            <a:avLst/>
            <a:gdLst>
              <a:gd name="connsiteX0" fmla="*/ 501446 w 1002892"/>
              <a:gd name="connsiteY0" fmla="*/ 0 h 1002892"/>
              <a:gd name="connsiteX1" fmla="*/ 1002892 w 1002892"/>
              <a:gd name="connsiteY1" fmla="*/ 501446 h 1002892"/>
              <a:gd name="connsiteX2" fmla="*/ 501446 w 1002892"/>
              <a:gd name="connsiteY2" fmla="*/ 1002892 h 1002892"/>
              <a:gd name="connsiteX3" fmla="*/ 0 w 1002892"/>
              <a:gd name="connsiteY3" fmla="*/ 501446 h 1002892"/>
              <a:gd name="connsiteX4" fmla="*/ 501446 w 1002892"/>
              <a:gd name="connsiteY4" fmla="*/ 0 h 1002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2892" h="1002892">
                <a:moveTo>
                  <a:pt x="501446" y="0"/>
                </a:moveTo>
                <a:cubicBezTo>
                  <a:pt x="778387" y="0"/>
                  <a:pt x="1002892" y="224505"/>
                  <a:pt x="1002892" y="501446"/>
                </a:cubicBezTo>
                <a:cubicBezTo>
                  <a:pt x="1002892" y="778387"/>
                  <a:pt x="778387" y="1002892"/>
                  <a:pt x="501446" y="1002892"/>
                </a:cubicBezTo>
                <a:cubicBezTo>
                  <a:pt x="224505" y="1002892"/>
                  <a:pt x="0" y="778387"/>
                  <a:pt x="0" y="501446"/>
                </a:cubicBezTo>
                <a:cubicBezTo>
                  <a:pt x="0" y="224505"/>
                  <a:pt x="224505" y="0"/>
                  <a:pt x="501446" y="0"/>
                </a:cubicBezTo>
                <a:close/>
              </a:path>
            </a:pathLst>
          </a:custGeom>
          <a:solidFill>
            <a:schemeClr val="bg1">
              <a:lumMod val="95000"/>
            </a:schemeClr>
          </a:solidFill>
          <a:effectLst>
            <a:outerShdw blurRad="1270000" dist="393700" dir="5400000" sx="80000" sy="80000" algn="t" rotWithShape="0">
              <a:schemeClr val="bg1">
                <a:lumMod val="75000"/>
                <a:alpha val="40000"/>
              </a:schemeClr>
            </a:outerShdw>
          </a:effectLst>
        </p:spPr>
        <p:txBody>
          <a:bodyPr wrap="square">
            <a:noAutofit/>
          </a:bodyPr>
          <a:lstStyle>
            <a:lvl1pPr marL="0" indent="0" algn="ctr">
              <a:buNone/>
              <a:defRPr sz="675" b="0" i="0">
                <a:solidFill>
                  <a:schemeClr val="tx1">
                    <a:lumMod val="50000"/>
                    <a:lumOff val="50000"/>
                  </a:schemeClr>
                </a:solidFill>
                <a:latin typeface="Arial" panose="020B0604020202090204" pitchFamily="34" charset="0"/>
              </a:defRPr>
            </a:lvl1pPr>
          </a:lstStyle>
          <a:p>
            <a:endParaRPr lang="id-ID" dirty="0"/>
          </a:p>
        </p:txBody>
      </p:sp>
    </p:spTree>
  </p:cSld>
  <p:clrMapOvr>
    <a:masterClrMapping/>
  </p:clrMapOvr>
  <mc:AlternateContent xmlns:mc="http://schemas.openxmlformats.org/markup-compatibility/2006">
    <mc:Choice xmlns:p14="http://schemas.microsoft.com/office/powerpoint/2010/main" Requires="p14">
      <p:transition p14:dur="500" advClick="0">
        <p14:flip dir="r"/>
      </p:transition>
    </mc:Choice>
    <mc:Fallback>
      <p:transition advClick="0">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27_Title Slide">
    <p:spTree>
      <p:nvGrpSpPr>
        <p:cNvPr id="1" name=""/>
        <p:cNvGrpSpPr/>
        <p:nvPr/>
      </p:nvGrpSpPr>
      <p:grpSpPr>
        <a:xfrm>
          <a:off x="0" y="0"/>
          <a:ext cx="0" cy="0"/>
          <a:chOff x="0" y="0"/>
          <a:chExt cx="0" cy="0"/>
        </a:xfrm>
      </p:grpSpPr>
      <p:sp>
        <p:nvSpPr>
          <p:cNvPr id="7" name="Picture Placeholder 6"/>
          <p:cNvSpPr>
            <a:spLocks noGrp="1"/>
          </p:cNvSpPr>
          <p:nvPr>
            <p:ph type="pic" sz="quarter" idx="13"/>
          </p:nvPr>
        </p:nvSpPr>
        <p:spPr>
          <a:xfrm>
            <a:off x="3554962" y="1686300"/>
            <a:ext cx="2673453" cy="1770905"/>
          </a:xfrm>
          <a:custGeom>
            <a:avLst/>
            <a:gdLst>
              <a:gd name="connsiteX0" fmla="*/ 52891 w 3170575"/>
              <a:gd name="connsiteY0" fmla="*/ 0 h 2361206"/>
              <a:gd name="connsiteX1" fmla="*/ 3117684 w 3170575"/>
              <a:gd name="connsiteY1" fmla="*/ 0 h 2361206"/>
              <a:gd name="connsiteX2" fmla="*/ 3170575 w 3170575"/>
              <a:gd name="connsiteY2" fmla="*/ 52891 h 2361206"/>
              <a:gd name="connsiteX3" fmla="*/ 3170575 w 3170575"/>
              <a:gd name="connsiteY3" fmla="*/ 2308315 h 2361206"/>
              <a:gd name="connsiteX4" fmla="*/ 3117684 w 3170575"/>
              <a:gd name="connsiteY4" fmla="*/ 2361206 h 2361206"/>
              <a:gd name="connsiteX5" fmla="*/ 52891 w 3170575"/>
              <a:gd name="connsiteY5" fmla="*/ 2361206 h 2361206"/>
              <a:gd name="connsiteX6" fmla="*/ 0 w 3170575"/>
              <a:gd name="connsiteY6" fmla="*/ 2308315 h 2361206"/>
              <a:gd name="connsiteX7" fmla="*/ 0 w 3170575"/>
              <a:gd name="connsiteY7" fmla="*/ 52891 h 2361206"/>
              <a:gd name="connsiteX8" fmla="*/ 52891 w 3170575"/>
              <a:gd name="connsiteY8" fmla="*/ 0 h 2361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0575" h="2361206">
                <a:moveTo>
                  <a:pt x="52891" y="0"/>
                </a:moveTo>
                <a:lnTo>
                  <a:pt x="3117684" y="0"/>
                </a:lnTo>
                <a:cubicBezTo>
                  <a:pt x="3146895" y="0"/>
                  <a:pt x="3170575" y="23680"/>
                  <a:pt x="3170575" y="52891"/>
                </a:cubicBezTo>
                <a:lnTo>
                  <a:pt x="3170575" y="2308315"/>
                </a:lnTo>
                <a:cubicBezTo>
                  <a:pt x="3170575" y="2337526"/>
                  <a:pt x="3146895" y="2361206"/>
                  <a:pt x="3117684" y="2361206"/>
                </a:cubicBezTo>
                <a:lnTo>
                  <a:pt x="52891" y="2361206"/>
                </a:lnTo>
                <a:cubicBezTo>
                  <a:pt x="23680" y="2361206"/>
                  <a:pt x="0" y="2337526"/>
                  <a:pt x="0" y="2308315"/>
                </a:cubicBezTo>
                <a:lnTo>
                  <a:pt x="0" y="52891"/>
                </a:lnTo>
                <a:cubicBezTo>
                  <a:pt x="0" y="23680"/>
                  <a:pt x="23680" y="0"/>
                  <a:pt x="52891" y="0"/>
                </a:cubicBezTo>
                <a:close/>
              </a:path>
            </a:pathLst>
          </a:custGeom>
          <a:solidFill>
            <a:schemeClr val="bg1">
              <a:lumMod val="95000"/>
            </a:schemeClr>
          </a:solidFill>
          <a:effectLst>
            <a:outerShdw blurRad="1270000" dist="762000" dir="5400000" sx="80000" sy="80000" algn="t" rotWithShape="0">
              <a:schemeClr val="tx1">
                <a:lumMod val="95000"/>
                <a:lumOff val="5000"/>
                <a:alpha val="40000"/>
              </a:schemeClr>
            </a:outerShdw>
          </a:effectLst>
        </p:spPr>
        <p:txBody>
          <a:bodyPr wrap="square">
            <a:noAutofit/>
          </a:bodyPr>
          <a:lstStyle>
            <a:lvl1pPr marL="0" indent="0" algn="ctr">
              <a:buNone/>
              <a:defRPr sz="1050" b="0" i="0">
                <a:solidFill>
                  <a:schemeClr val="tx1">
                    <a:lumMod val="65000"/>
                    <a:lumOff val="35000"/>
                  </a:schemeClr>
                </a:solidFill>
                <a:latin typeface="Arial" panose="020B0604020202090204" pitchFamily="34" charset="0"/>
              </a:defRPr>
            </a:lvl1pPr>
          </a:lstStyle>
          <a:p>
            <a:endParaRPr lang="id-ID" dirty="0"/>
          </a:p>
        </p:txBody>
      </p:sp>
      <p:sp>
        <p:nvSpPr>
          <p:cNvPr id="8" name="Picture Placeholder 7"/>
          <p:cNvSpPr>
            <a:spLocks noGrp="1"/>
          </p:cNvSpPr>
          <p:nvPr>
            <p:ph type="pic" sz="quarter" idx="14"/>
          </p:nvPr>
        </p:nvSpPr>
        <p:spPr>
          <a:xfrm>
            <a:off x="709406" y="1686300"/>
            <a:ext cx="2673453" cy="1770905"/>
          </a:xfrm>
          <a:custGeom>
            <a:avLst/>
            <a:gdLst>
              <a:gd name="connsiteX0" fmla="*/ 52891 w 3170575"/>
              <a:gd name="connsiteY0" fmla="*/ 0 h 2361206"/>
              <a:gd name="connsiteX1" fmla="*/ 3117684 w 3170575"/>
              <a:gd name="connsiteY1" fmla="*/ 0 h 2361206"/>
              <a:gd name="connsiteX2" fmla="*/ 3170575 w 3170575"/>
              <a:gd name="connsiteY2" fmla="*/ 52891 h 2361206"/>
              <a:gd name="connsiteX3" fmla="*/ 3170575 w 3170575"/>
              <a:gd name="connsiteY3" fmla="*/ 2308315 h 2361206"/>
              <a:gd name="connsiteX4" fmla="*/ 3117684 w 3170575"/>
              <a:gd name="connsiteY4" fmla="*/ 2361206 h 2361206"/>
              <a:gd name="connsiteX5" fmla="*/ 52891 w 3170575"/>
              <a:gd name="connsiteY5" fmla="*/ 2361206 h 2361206"/>
              <a:gd name="connsiteX6" fmla="*/ 0 w 3170575"/>
              <a:gd name="connsiteY6" fmla="*/ 2308315 h 2361206"/>
              <a:gd name="connsiteX7" fmla="*/ 0 w 3170575"/>
              <a:gd name="connsiteY7" fmla="*/ 52891 h 2361206"/>
              <a:gd name="connsiteX8" fmla="*/ 52891 w 3170575"/>
              <a:gd name="connsiteY8" fmla="*/ 0 h 2361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0575" h="2361206">
                <a:moveTo>
                  <a:pt x="52891" y="0"/>
                </a:moveTo>
                <a:lnTo>
                  <a:pt x="3117684" y="0"/>
                </a:lnTo>
                <a:cubicBezTo>
                  <a:pt x="3146895" y="0"/>
                  <a:pt x="3170575" y="23680"/>
                  <a:pt x="3170575" y="52891"/>
                </a:cubicBezTo>
                <a:lnTo>
                  <a:pt x="3170575" y="2308315"/>
                </a:lnTo>
                <a:cubicBezTo>
                  <a:pt x="3170575" y="2337526"/>
                  <a:pt x="3146895" y="2361206"/>
                  <a:pt x="3117684" y="2361206"/>
                </a:cubicBezTo>
                <a:lnTo>
                  <a:pt x="52891" y="2361206"/>
                </a:lnTo>
                <a:cubicBezTo>
                  <a:pt x="23680" y="2361206"/>
                  <a:pt x="0" y="2337526"/>
                  <a:pt x="0" y="2308315"/>
                </a:cubicBezTo>
                <a:lnTo>
                  <a:pt x="0" y="52891"/>
                </a:lnTo>
                <a:cubicBezTo>
                  <a:pt x="0" y="23680"/>
                  <a:pt x="23680" y="0"/>
                  <a:pt x="52891" y="0"/>
                </a:cubicBezTo>
                <a:close/>
              </a:path>
            </a:pathLst>
          </a:custGeom>
          <a:solidFill>
            <a:schemeClr val="bg1">
              <a:lumMod val="95000"/>
            </a:schemeClr>
          </a:solidFill>
          <a:effectLst>
            <a:outerShdw blurRad="1270000" dist="762000" dir="5400000" sx="80000" sy="80000" algn="t" rotWithShape="0">
              <a:schemeClr val="tx1">
                <a:lumMod val="95000"/>
                <a:lumOff val="5000"/>
                <a:alpha val="40000"/>
              </a:schemeClr>
            </a:outerShdw>
          </a:effectLst>
        </p:spPr>
        <p:txBody>
          <a:bodyPr wrap="square">
            <a:noAutofit/>
          </a:bodyPr>
          <a:lstStyle>
            <a:lvl1pPr marL="0" indent="0" algn="ctr">
              <a:buNone/>
              <a:defRPr sz="1050" b="0" i="0">
                <a:solidFill>
                  <a:schemeClr val="tx1">
                    <a:lumMod val="65000"/>
                    <a:lumOff val="35000"/>
                  </a:schemeClr>
                </a:solidFill>
                <a:latin typeface="Arial" panose="020B0604020202090204" pitchFamily="34" charset="0"/>
              </a:defRPr>
            </a:lvl1pPr>
          </a:lstStyle>
          <a:p>
            <a:endParaRPr lang="id-ID" dirty="0"/>
          </a:p>
        </p:txBody>
      </p:sp>
      <p:sp>
        <p:nvSpPr>
          <p:cNvPr id="9" name="Picture Placeholder 8"/>
          <p:cNvSpPr>
            <a:spLocks noGrp="1"/>
          </p:cNvSpPr>
          <p:nvPr>
            <p:ph type="pic" sz="quarter" idx="15"/>
          </p:nvPr>
        </p:nvSpPr>
        <p:spPr>
          <a:xfrm>
            <a:off x="-2136152" y="1686300"/>
            <a:ext cx="2673453" cy="1770905"/>
          </a:xfrm>
          <a:custGeom>
            <a:avLst/>
            <a:gdLst>
              <a:gd name="connsiteX0" fmla="*/ 52891 w 3170575"/>
              <a:gd name="connsiteY0" fmla="*/ 0 h 2361206"/>
              <a:gd name="connsiteX1" fmla="*/ 3117684 w 3170575"/>
              <a:gd name="connsiteY1" fmla="*/ 0 h 2361206"/>
              <a:gd name="connsiteX2" fmla="*/ 3170575 w 3170575"/>
              <a:gd name="connsiteY2" fmla="*/ 52891 h 2361206"/>
              <a:gd name="connsiteX3" fmla="*/ 3170575 w 3170575"/>
              <a:gd name="connsiteY3" fmla="*/ 2308315 h 2361206"/>
              <a:gd name="connsiteX4" fmla="*/ 3117684 w 3170575"/>
              <a:gd name="connsiteY4" fmla="*/ 2361206 h 2361206"/>
              <a:gd name="connsiteX5" fmla="*/ 52891 w 3170575"/>
              <a:gd name="connsiteY5" fmla="*/ 2361206 h 2361206"/>
              <a:gd name="connsiteX6" fmla="*/ 0 w 3170575"/>
              <a:gd name="connsiteY6" fmla="*/ 2308315 h 2361206"/>
              <a:gd name="connsiteX7" fmla="*/ 0 w 3170575"/>
              <a:gd name="connsiteY7" fmla="*/ 52891 h 2361206"/>
              <a:gd name="connsiteX8" fmla="*/ 52891 w 3170575"/>
              <a:gd name="connsiteY8" fmla="*/ 0 h 2361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0575" h="2361206">
                <a:moveTo>
                  <a:pt x="52891" y="0"/>
                </a:moveTo>
                <a:lnTo>
                  <a:pt x="3117684" y="0"/>
                </a:lnTo>
                <a:cubicBezTo>
                  <a:pt x="3146895" y="0"/>
                  <a:pt x="3170575" y="23680"/>
                  <a:pt x="3170575" y="52891"/>
                </a:cubicBezTo>
                <a:lnTo>
                  <a:pt x="3170575" y="2308315"/>
                </a:lnTo>
                <a:cubicBezTo>
                  <a:pt x="3170575" y="2337526"/>
                  <a:pt x="3146895" y="2361206"/>
                  <a:pt x="3117684" y="2361206"/>
                </a:cubicBezTo>
                <a:lnTo>
                  <a:pt x="52891" y="2361206"/>
                </a:lnTo>
                <a:cubicBezTo>
                  <a:pt x="23680" y="2361206"/>
                  <a:pt x="0" y="2337526"/>
                  <a:pt x="0" y="2308315"/>
                </a:cubicBezTo>
                <a:lnTo>
                  <a:pt x="0" y="52891"/>
                </a:lnTo>
                <a:cubicBezTo>
                  <a:pt x="0" y="23680"/>
                  <a:pt x="23680" y="0"/>
                  <a:pt x="52891" y="0"/>
                </a:cubicBezTo>
                <a:close/>
              </a:path>
            </a:pathLst>
          </a:custGeom>
          <a:solidFill>
            <a:schemeClr val="bg1">
              <a:lumMod val="95000"/>
            </a:schemeClr>
          </a:solidFill>
          <a:effectLst>
            <a:outerShdw blurRad="1270000" dist="762000" dir="5400000" sx="80000" sy="80000" algn="t" rotWithShape="0">
              <a:schemeClr val="tx1">
                <a:lumMod val="95000"/>
                <a:lumOff val="5000"/>
                <a:alpha val="40000"/>
              </a:schemeClr>
            </a:outerShdw>
          </a:effectLst>
        </p:spPr>
        <p:txBody>
          <a:bodyPr wrap="square">
            <a:noAutofit/>
          </a:bodyPr>
          <a:lstStyle>
            <a:lvl1pPr marL="0" indent="0" algn="ctr">
              <a:buNone/>
              <a:defRPr sz="1050" b="0" i="0">
                <a:solidFill>
                  <a:schemeClr val="tx1">
                    <a:lumMod val="65000"/>
                    <a:lumOff val="35000"/>
                  </a:schemeClr>
                </a:solidFill>
                <a:latin typeface="Arial" panose="020B0604020202090204" pitchFamily="34" charset="0"/>
              </a:defRPr>
            </a:lvl1pPr>
          </a:lstStyle>
          <a:p>
            <a:endParaRPr lang="id-ID" dirty="0"/>
          </a:p>
        </p:txBody>
      </p:sp>
    </p:spTree>
  </p:cSld>
  <p:clrMapOvr>
    <a:masterClrMapping/>
  </p:clrMapOvr>
  <mc:AlternateContent xmlns:mc="http://schemas.openxmlformats.org/markup-compatibility/2006">
    <mc:Choice xmlns:p14="http://schemas.microsoft.com/office/powerpoint/2010/main" Requires="p14">
      <p:transition p14:dur="500" advClick="0">
        <p14:flip dir="r"/>
      </p:transition>
    </mc:Choice>
    <mc:Fallback>
      <p:transition advClick="0">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32_Title Slide">
    <p:spTree>
      <p:nvGrpSpPr>
        <p:cNvPr id="1" name=""/>
        <p:cNvGrpSpPr/>
        <p:nvPr/>
      </p:nvGrpSpPr>
      <p:grpSpPr>
        <a:xfrm>
          <a:off x="0" y="0"/>
          <a:ext cx="0" cy="0"/>
          <a:chOff x="0" y="0"/>
          <a:chExt cx="0" cy="0"/>
        </a:xfrm>
      </p:grpSpPr>
      <p:sp>
        <p:nvSpPr>
          <p:cNvPr id="2" name="Picture Placeholder 13"/>
          <p:cNvSpPr>
            <a:spLocks noGrp="1"/>
          </p:cNvSpPr>
          <p:nvPr>
            <p:ph type="pic" sz="quarter" idx="16"/>
          </p:nvPr>
        </p:nvSpPr>
        <p:spPr>
          <a:xfrm>
            <a:off x="916245" y="851723"/>
            <a:ext cx="3655757" cy="1802991"/>
          </a:xfrm>
          <a:custGeom>
            <a:avLst/>
            <a:gdLst>
              <a:gd name="connsiteX0" fmla="*/ 14010 w 5330699"/>
              <a:gd name="connsiteY0" fmla="*/ 0 h 3735977"/>
              <a:gd name="connsiteX1" fmla="*/ 5316689 w 5330699"/>
              <a:gd name="connsiteY1" fmla="*/ 0 h 3735977"/>
              <a:gd name="connsiteX2" fmla="*/ 5330699 w 5330699"/>
              <a:gd name="connsiteY2" fmla="*/ 14010 h 3735977"/>
              <a:gd name="connsiteX3" fmla="*/ 5330699 w 5330699"/>
              <a:gd name="connsiteY3" fmla="*/ 3721967 h 3735977"/>
              <a:gd name="connsiteX4" fmla="*/ 5316689 w 5330699"/>
              <a:gd name="connsiteY4" fmla="*/ 3735977 h 3735977"/>
              <a:gd name="connsiteX5" fmla="*/ 14010 w 5330699"/>
              <a:gd name="connsiteY5" fmla="*/ 3735977 h 3735977"/>
              <a:gd name="connsiteX6" fmla="*/ 0 w 5330699"/>
              <a:gd name="connsiteY6" fmla="*/ 3721967 h 3735977"/>
              <a:gd name="connsiteX7" fmla="*/ 0 w 5330699"/>
              <a:gd name="connsiteY7" fmla="*/ 14010 h 3735977"/>
              <a:gd name="connsiteX8" fmla="*/ 14010 w 5330699"/>
              <a:gd name="connsiteY8" fmla="*/ 0 h 3735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30699" h="3735977">
                <a:moveTo>
                  <a:pt x="14010" y="0"/>
                </a:moveTo>
                <a:lnTo>
                  <a:pt x="5316689" y="0"/>
                </a:lnTo>
                <a:cubicBezTo>
                  <a:pt x="5324427" y="0"/>
                  <a:pt x="5330699" y="6272"/>
                  <a:pt x="5330699" y="14010"/>
                </a:cubicBezTo>
                <a:lnTo>
                  <a:pt x="5330699" y="3721967"/>
                </a:lnTo>
                <a:cubicBezTo>
                  <a:pt x="5330699" y="3729705"/>
                  <a:pt x="5324427" y="3735977"/>
                  <a:pt x="5316689" y="3735977"/>
                </a:cubicBezTo>
                <a:lnTo>
                  <a:pt x="14010" y="3735977"/>
                </a:lnTo>
                <a:cubicBezTo>
                  <a:pt x="6272" y="3735977"/>
                  <a:pt x="0" y="3729705"/>
                  <a:pt x="0" y="3721967"/>
                </a:cubicBezTo>
                <a:lnTo>
                  <a:pt x="0" y="14010"/>
                </a:lnTo>
                <a:cubicBezTo>
                  <a:pt x="0" y="6272"/>
                  <a:pt x="6272" y="0"/>
                  <a:pt x="14010" y="0"/>
                </a:cubicBezTo>
                <a:close/>
              </a:path>
            </a:pathLst>
          </a:custGeom>
          <a:solidFill>
            <a:schemeClr val="bg1">
              <a:lumMod val="95000"/>
              <a:alpha val="46000"/>
            </a:schemeClr>
          </a:solidFill>
        </p:spPr>
        <p:txBody>
          <a:bodyPr wrap="square">
            <a:noAutofit/>
          </a:bodyPr>
          <a:lstStyle>
            <a:lvl1pPr marL="0" indent="0" algn="ctr">
              <a:buNone/>
              <a:defRPr sz="1315" b="0" i="0">
                <a:solidFill>
                  <a:schemeClr val="tx1">
                    <a:lumMod val="50000"/>
                    <a:lumOff val="50000"/>
                  </a:schemeClr>
                </a:solidFill>
                <a:latin typeface="Arial" panose="020B0604020202090204" pitchFamily="34" charset="0"/>
              </a:defRPr>
            </a:lvl1pPr>
          </a:lstStyle>
          <a:p>
            <a:endParaRPr lang="id-ID" dirty="0"/>
          </a:p>
        </p:txBody>
      </p:sp>
      <p:sp>
        <p:nvSpPr>
          <p:cNvPr id="3" name="Picture Placeholder 13"/>
          <p:cNvSpPr>
            <a:spLocks noGrp="1"/>
          </p:cNvSpPr>
          <p:nvPr>
            <p:ph type="pic" sz="quarter" idx="17"/>
          </p:nvPr>
        </p:nvSpPr>
        <p:spPr>
          <a:xfrm>
            <a:off x="4572002" y="851723"/>
            <a:ext cx="3655757" cy="1802991"/>
          </a:xfrm>
          <a:custGeom>
            <a:avLst/>
            <a:gdLst>
              <a:gd name="connsiteX0" fmla="*/ 14010 w 5330699"/>
              <a:gd name="connsiteY0" fmla="*/ 0 h 3735977"/>
              <a:gd name="connsiteX1" fmla="*/ 5316689 w 5330699"/>
              <a:gd name="connsiteY1" fmla="*/ 0 h 3735977"/>
              <a:gd name="connsiteX2" fmla="*/ 5330699 w 5330699"/>
              <a:gd name="connsiteY2" fmla="*/ 14010 h 3735977"/>
              <a:gd name="connsiteX3" fmla="*/ 5330699 w 5330699"/>
              <a:gd name="connsiteY3" fmla="*/ 3721967 h 3735977"/>
              <a:gd name="connsiteX4" fmla="*/ 5316689 w 5330699"/>
              <a:gd name="connsiteY4" fmla="*/ 3735977 h 3735977"/>
              <a:gd name="connsiteX5" fmla="*/ 14010 w 5330699"/>
              <a:gd name="connsiteY5" fmla="*/ 3735977 h 3735977"/>
              <a:gd name="connsiteX6" fmla="*/ 0 w 5330699"/>
              <a:gd name="connsiteY6" fmla="*/ 3721967 h 3735977"/>
              <a:gd name="connsiteX7" fmla="*/ 0 w 5330699"/>
              <a:gd name="connsiteY7" fmla="*/ 14010 h 3735977"/>
              <a:gd name="connsiteX8" fmla="*/ 14010 w 5330699"/>
              <a:gd name="connsiteY8" fmla="*/ 0 h 3735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30699" h="3735977">
                <a:moveTo>
                  <a:pt x="14010" y="0"/>
                </a:moveTo>
                <a:lnTo>
                  <a:pt x="5316689" y="0"/>
                </a:lnTo>
                <a:cubicBezTo>
                  <a:pt x="5324427" y="0"/>
                  <a:pt x="5330699" y="6272"/>
                  <a:pt x="5330699" y="14010"/>
                </a:cubicBezTo>
                <a:lnTo>
                  <a:pt x="5330699" y="3721967"/>
                </a:lnTo>
                <a:cubicBezTo>
                  <a:pt x="5330699" y="3729705"/>
                  <a:pt x="5324427" y="3735977"/>
                  <a:pt x="5316689" y="3735977"/>
                </a:cubicBezTo>
                <a:lnTo>
                  <a:pt x="14010" y="3735977"/>
                </a:lnTo>
                <a:cubicBezTo>
                  <a:pt x="6272" y="3735977"/>
                  <a:pt x="0" y="3729705"/>
                  <a:pt x="0" y="3721967"/>
                </a:cubicBezTo>
                <a:lnTo>
                  <a:pt x="0" y="14010"/>
                </a:lnTo>
                <a:cubicBezTo>
                  <a:pt x="0" y="6272"/>
                  <a:pt x="6272" y="0"/>
                  <a:pt x="14010" y="0"/>
                </a:cubicBezTo>
                <a:close/>
              </a:path>
            </a:pathLst>
          </a:custGeom>
          <a:solidFill>
            <a:schemeClr val="bg1">
              <a:lumMod val="95000"/>
              <a:alpha val="46000"/>
            </a:schemeClr>
          </a:solidFill>
        </p:spPr>
        <p:txBody>
          <a:bodyPr wrap="square">
            <a:noAutofit/>
          </a:bodyPr>
          <a:lstStyle>
            <a:lvl1pPr marL="0" indent="0" algn="ctr">
              <a:buNone/>
              <a:defRPr sz="1315" b="0" i="0">
                <a:solidFill>
                  <a:schemeClr val="tx1">
                    <a:lumMod val="50000"/>
                    <a:lumOff val="50000"/>
                  </a:schemeClr>
                </a:solidFill>
                <a:latin typeface="Arial" panose="020B0604020202090204" pitchFamily="34" charset="0"/>
              </a:defRPr>
            </a:lvl1pPr>
          </a:lstStyle>
          <a:p>
            <a:endParaRPr lang="id-ID" dirty="0"/>
          </a:p>
        </p:txBody>
      </p:sp>
    </p:spTree>
  </p:cSld>
  <p:clrMapOvr>
    <a:masterClrMapping/>
  </p:clrMapOvr>
  <mc:AlternateContent xmlns:mc="http://schemas.openxmlformats.org/markup-compatibility/2006">
    <mc:Choice xmlns:p14="http://schemas.microsoft.com/office/powerpoint/2010/main" Requires="p14">
      <p:transition p14:dur="500" advClick="0">
        <p14:flip dir="r"/>
      </p:transition>
    </mc:Choice>
    <mc:Fallback>
      <p:transition advClick="0">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5_Title Slide">
    <p:spTree>
      <p:nvGrpSpPr>
        <p:cNvPr id="1" name=""/>
        <p:cNvGrpSpPr/>
        <p:nvPr/>
      </p:nvGrpSpPr>
      <p:grpSpPr>
        <a:xfrm>
          <a:off x="0" y="0"/>
          <a:ext cx="0" cy="0"/>
          <a:chOff x="0" y="0"/>
          <a:chExt cx="0" cy="0"/>
        </a:xfrm>
      </p:grpSpPr>
      <p:sp>
        <p:nvSpPr>
          <p:cNvPr id="5" name="Picture Placeholder 6"/>
          <p:cNvSpPr>
            <a:spLocks noGrp="1"/>
          </p:cNvSpPr>
          <p:nvPr>
            <p:ph type="pic" sz="quarter" idx="12"/>
          </p:nvPr>
        </p:nvSpPr>
        <p:spPr>
          <a:xfrm>
            <a:off x="3056730" y="915125"/>
            <a:ext cx="834461" cy="833171"/>
          </a:xfrm>
          <a:custGeom>
            <a:avLst/>
            <a:gdLst>
              <a:gd name="connsiteX0" fmla="*/ 501446 w 1002892"/>
              <a:gd name="connsiteY0" fmla="*/ 0 h 1002892"/>
              <a:gd name="connsiteX1" fmla="*/ 1002892 w 1002892"/>
              <a:gd name="connsiteY1" fmla="*/ 501446 h 1002892"/>
              <a:gd name="connsiteX2" fmla="*/ 501446 w 1002892"/>
              <a:gd name="connsiteY2" fmla="*/ 1002892 h 1002892"/>
              <a:gd name="connsiteX3" fmla="*/ 0 w 1002892"/>
              <a:gd name="connsiteY3" fmla="*/ 501446 h 1002892"/>
              <a:gd name="connsiteX4" fmla="*/ 501446 w 1002892"/>
              <a:gd name="connsiteY4" fmla="*/ 0 h 1002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2892" h="1002892">
                <a:moveTo>
                  <a:pt x="501446" y="0"/>
                </a:moveTo>
                <a:cubicBezTo>
                  <a:pt x="778387" y="0"/>
                  <a:pt x="1002892" y="224505"/>
                  <a:pt x="1002892" y="501446"/>
                </a:cubicBezTo>
                <a:cubicBezTo>
                  <a:pt x="1002892" y="778387"/>
                  <a:pt x="778387" y="1002892"/>
                  <a:pt x="501446" y="1002892"/>
                </a:cubicBezTo>
                <a:cubicBezTo>
                  <a:pt x="224505" y="1002892"/>
                  <a:pt x="0" y="778387"/>
                  <a:pt x="0" y="501446"/>
                </a:cubicBezTo>
                <a:cubicBezTo>
                  <a:pt x="0" y="224505"/>
                  <a:pt x="224505" y="0"/>
                  <a:pt x="501446" y="0"/>
                </a:cubicBezTo>
                <a:close/>
              </a:path>
            </a:pathLst>
          </a:custGeom>
          <a:solidFill>
            <a:schemeClr val="bg1">
              <a:lumMod val="95000"/>
            </a:schemeClr>
          </a:solidFill>
          <a:effectLst>
            <a:outerShdw blurRad="1270000" dist="393700" dir="5400000" sx="80000" sy="80000" algn="t" rotWithShape="0">
              <a:schemeClr val="bg1">
                <a:lumMod val="75000"/>
                <a:alpha val="40000"/>
              </a:schemeClr>
            </a:outerShdw>
          </a:effectLst>
        </p:spPr>
        <p:txBody>
          <a:bodyPr wrap="square">
            <a:noAutofit/>
          </a:bodyPr>
          <a:lstStyle>
            <a:lvl1pPr marL="0" indent="0" algn="ctr">
              <a:buNone/>
              <a:defRPr sz="675" b="0" i="0">
                <a:solidFill>
                  <a:schemeClr val="tx1">
                    <a:lumMod val="50000"/>
                    <a:lumOff val="50000"/>
                  </a:schemeClr>
                </a:solidFill>
                <a:latin typeface="Arial" panose="020B0604020202090204" pitchFamily="34" charset="0"/>
              </a:defRPr>
            </a:lvl1pPr>
          </a:lstStyle>
          <a:p>
            <a:endParaRPr lang="id-ID" dirty="0"/>
          </a:p>
        </p:txBody>
      </p:sp>
      <p:sp>
        <p:nvSpPr>
          <p:cNvPr id="6" name="Picture Placeholder 6"/>
          <p:cNvSpPr>
            <a:spLocks noGrp="1"/>
          </p:cNvSpPr>
          <p:nvPr>
            <p:ph type="pic" sz="quarter" idx="13"/>
          </p:nvPr>
        </p:nvSpPr>
        <p:spPr>
          <a:xfrm>
            <a:off x="7174856" y="1961157"/>
            <a:ext cx="1113215" cy="1111494"/>
          </a:xfrm>
          <a:custGeom>
            <a:avLst/>
            <a:gdLst>
              <a:gd name="connsiteX0" fmla="*/ 501446 w 1002892"/>
              <a:gd name="connsiteY0" fmla="*/ 0 h 1002892"/>
              <a:gd name="connsiteX1" fmla="*/ 1002892 w 1002892"/>
              <a:gd name="connsiteY1" fmla="*/ 501446 h 1002892"/>
              <a:gd name="connsiteX2" fmla="*/ 501446 w 1002892"/>
              <a:gd name="connsiteY2" fmla="*/ 1002892 h 1002892"/>
              <a:gd name="connsiteX3" fmla="*/ 0 w 1002892"/>
              <a:gd name="connsiteY3" fmla="*/ 501446 h 1002892"/>
              <a:gd name="connsiteX4" fmla="*/ 501446 w 1002892"/>
              <a:gd name="connsiteY4" fmla="*/ 0 h 1002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2892" h="1002892">
                <a:moveTo>
                  <a:pt x="501446" y="0"/>
                </a:moveTo>
                <a:cubicBezTo>
                  <a:pt x="778387" y="0"/>
                  <a:pt x="1002892" y="224505"/>
                  <a:pt x="1002892" y="501446"/>
                </a:cubicBezTo>
                <a:cubicBezTo>
                  <a:pt x="1002892" y="778387"/>
                  <a:pt x="778387" y="1002892"/>
                  <a:pt x="501446" y="1002892"/>
                </a:cubicBezTo>
                <a:cubicBezTo>
                  <a:pt x="224505" y="1002892"/>
                  <a:pt x="0" y="778387"/>
                  <a:pt x="0" y="501446"/>
                </a:cubicBezTo>
                <a:cubicBezTo>
                  <a:pt x="0" y="224505"/>
                  <a:pt x="224505" y="0"/>
                  <a:pt x="501446" y="0"/>
                </a:cubicBezTo>
                <a:close/>
              </a:path>
            </a:pathLst>
          </a:custGeom>
          <a:solidFill>
            <a:schemeClr val="bg1">
              <a:lumMod val="95000"/>
            </a:schemeClr>
          </a:solidFill>
          <a:effectLst>
            <a:outerShdw blurRad="1270000" dist="393700" dir="5400000" sx="80000" sy="80000" algn="t" rotWithShape="0">
              <a:schemeClr val="bg1">
                <a:lumMod val="75000"/>
                <a:alpha val="40000"/>
              </a:schemeClr>
            </a:outerShdw>
          </a:effectLst>
        </p:spPr>
        <p:txBody>
          <a:bodyPr wrap="square">
            <a:noAutofit/>
          </a:bodyPr>
          <a:lstStyle>
            <a:lvl1pPr marL="0" indent="0" algn="ctr">
              <a:buNone/>
              <a:defRPr sz="675" b="0" i="0">
                <a:solidFill>
                  <a:schemeClr val="tx1">
                    <a:lumMod val="50000"/>
                    <a:lumOff val="50000"/>
                  </a:schemeClr>
                </a:solidFill>
                <a:latin typeface="Arial" panose="020B0604020202090204" pitchFamily="34" charset="0"/>
              </a:defRPr>
            </a:lvl1pPr>
          </a:lstStyle>
          <a:p>
            <a:endParaRPr lang="id-ID" dirty="0"/>
          </a:p>
        </p:txBody>
      </p:sp>
      <p:sp>
        <p:nvSpPr>
          <p:cNvPr id="7" name="Picture Placeholder 6"/>
          <p:cNvSpPr>
            <a:spLocks noGrp="1"/>
          </p:cNvSpPr>
          <p:nvPr>
            <p:ph type="pic" sz="quarter" idx="14"/>
          </p:nvPr>
        </p:nvSpPr>
        <p:spPr>
          <a:xfrm>
            <a:off x="3056730" y="3395209"/>
            <a:ext cx="834461" cy="833171"/>
          </a:xfrm>
          <a:custGeom>
            <a:avLst/>
            <a:gdLst>
              <a:gd name="connsiteX0" fmla="*/ 501446 w 1002892"/>
              <a:gd name="connsiteY0" fmla="*/ 0 h 1002892"/>
              <a:gd name="connsiteX1" fmla="*/ 1002892 w 1002892"/>
              <a:gd name="connsiteY1" fmla="*/ 501446 h 1002892"/>
              <a:gd name="connsiteX2" fmla="*/ 501446 w 1002892"/>
              <a:gd name="connsiteY2" fmla="*/ 1002892 h 1002892"/>
              <a:gd name="connsiteX3" fmla="*/ 0 w 1002892"/>
              <a:gd name="connsiteY3" fmla="*/ 501446 h 1002892"/>
              <a:gd name="connsiteX4" fmla="*/ 501446 w 1002892"/>
              <a:gd name="connsiteY4" fmla="*/ 0 h 1002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2892" h="1002892">
                <a:moveTo>
                  <a:pt x="501446" y="0"/>
                </a:moveTo>
                <a:cubicBezTo>
                  <a:pt x="778387" y="0"/>
                  <a:pt x="1002892" y="224505"/>
                  <a:pt x="1002892" y="501446"/>
                </a:cubicBezTo>
                <a:cubicBezTo>
                  <a:pt x="1002892" y="778387"/>
                  <a:pt x="778387" y="1002892"/>
                  <a:pt x="501446" y="1002892"/>
                </a:cubicBezTo>
                <a:cubicBezTo>
                  <a:pt x="224505" y="1002892"/>
                  <a:pt x="0" y="778387"/>
                  <a:pt x="0" y="501446"/>
                </a:cubicBezTo>
                <a:cubicBezTo>
                  <a:pt x="0" y="224505"/>
                  <a:pt x="224505" y="0"/>
                  <a:pt x="501446" y="0"/>
                </a:cubicBezTo>
                <a:close/>
              </a:path>
            </a:pathLst>
          </a:custGeom>
          <a:solidFill>
            <a:schemeClr val="bg1">
              <a:lumMod val="95000"/>
            </a:schemeClr>
          </a:solidFill>
          <a:effectLst>
            <a:outerShdw blurRad="1270000" dist="393700" dir="5400000" sx="80000" sy="80000" algn="t" rotWithShape="0">
              <a:schemeClr val="bg1">
                <a:lumMod val="75000"/>
                <a:alpha val="40000"/>
              </a:schemeClr>
            </a:outerShdw>
          </a:effectLst>
        </p:spPr>
        <p:txBody>
          <a:bodyPr wrap="square">
            <a:noAutofit/>
          </a:bodyPr>
          <a:lstStyle>
            <a:lvl1pPr marL="0" indent="0" algn="ctr">
              <a:buNone/>
              <a:defRPr sz="675" b="0" i="0">
                <a:solidFill>
                  <a:schemeClr val="tx1">
                    <a:lumMod val="50000"/>
                    <a:lumOff val="50000"/>
                  </a:schemeClr>
                </a:solidFill>
                <a:latin typeface="Arial" panose="020B0604020202090204" pitchFamily="34" charset="0"/>
              </a:defRPr>
            </a:lvl1pPr>
          </a:lstStyle>
          <a:p>
            <a:endParaRPr lang="id-ID" dirty="0"/>
          </a:p>
        </p:txBody>
      </p:sp>
    </p:spTree>
  </p:cSld>
  <p:clrMapOvr>
    <a:masterClrMapping/>
  </p:clrMapOvr>
  <mc:AlternateContent xmlns:mc="http://schemas.openxmlformats.org/markup-compatibility/2006">
    <mc:Choice xmlns:p14="http://schemas.microsoft.com/office/powerpoint/2010/main" Requires="p14">
      <p:transition p14:dur="500" advClick="0">
        <p14:flip dir="r"/>
      </p:transition>
    </mc:Choice>
    <mc:Fallback>
      <p:transition advClick="0">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42_Title Slide">
    <p:spTree>
      <p:nvGrpSpPr>
        <p:cNvPr id="1" name=""/>
        <p:cNvGrpSpPr/>
        <p:nvPr/>
      </p:nvGrpSpPr>
      <p:grpSpPr>
        <a:xfrm>
          <a:off x="0" y="0"/>
          <a:ext cx="0" cy="0"/>
          <a:chOff x="0" y="0"/>
          <a:chExt cx="0" cy="0"/>
        </a:xfrm>
      </p:grpSpPr>
      <p:sp>
        <p:nvSpPr>
          <p:cNvPr id="3" name="Picture Placeholder 13"/>
          <p:cNvSpPr>
            <a:spLocks noGrp="1"/>
          </p:cNvSpPr>
          <p:nvPr>
            <p:ph type="pic" sz="quarter" idx="16"/>
          </p:nvPr>
        </p:nvSpPr>
        <p:spPr>
          <a:xfrm>
            <a:off x="916244" y="1171575"/>
            <a:ext cx="7300452" cy="2800350"/>
          </a:xfrm>
          <a:custGeom>
            <a:avLst/>
            <a:gdLst>
              <a:gd name="connsiteX0" fmla="*/ 14010 w 5330699"/>
              <a:gd name="connsiteY0" fmla="*/ 0 h 3735977"/>
              <a:gd name="connsiteX1" fmla="*/ 5316689 w 5330699"/>
              <a:gd name="connsiteY1" fmla="*/ 0 h 3735977"/>
              <a:gd name="connsiteX2" fmla="*/ 5330699 w 5330699"/>
              <a:gd name="connsiteY2" fmla="*/ 14010 h 3735977"/>
              <a:gd name="connsiteX3" fmla="*/ 5330699 w 5330699"/>
              <a:gd name="connsiteY3" fmla="*/ 3721967 h 3735977"/>
              <a:gd name="connsiteX4" fmla="*/ 5316689 w 5330699"/>
              <a:gd name="connsiteY4" fmla="*/ 3735977 h 3735977"/>
              <a:gd name="connsiteX5" fmla="*/ 14010 w 5330699"/>
              <a:gd name="connsiteY5" fmla="*/ 3735977 h 3735977"/>
              <a:gd name="connsiteX6" fmla="*/ 0 w 5330699"/>
              <a:gd name="connsiteY6" fmla="*/ 3721967 h 3735977"/>
              <a:gd name="connsiteX7" fmla="*/ 0 w 5330699"/>
              <a:gd name="connsiteY7" fmla="*/ 14010 h 3735977"/>
              <a:gd name="connsiteX8" fmla="*/ 14010 w 5330699"/>
              <a:gd name="connsiteY8" fmla="*/ 0 h 3735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30699" h="3735977">
                <a:moveTo>
                  <a:pt x="14010" y="0"/>
                </a:moveTo>
                <a:lnTo>
                  <a:pt x="5316689" y="0"/>
                </a:lnTo>
                <a:cubicBezTo>
                  <a:pt x="5324427" y="0"/>
                  <a:pt x="5330699" y="6272"/>
                  <a:pt x="5330699" y="14010"/>
                </a:cubicBezTo>
                <a:lnTo>
                  <a:pt x="5330699" y="3721967"/>
                </a:lnTo>
                <a:cubicBezTo>
                  <a:pt x="5330699" y="3729705"/>
                  <a:pt x="5324427" y="3735977"/>
                  <a:pt x="5316689" y="3735977"/>
                </a:cubicBezTo>
                <a:lnTo>
                  <a:pt x="14010" y="3735977"/>
                </a:lnTo>
                <a:cubicBezTo>
                  <a:pt x="6272" y="3735977"/>
                  <a:pt x="0" y="3729705"/>
                  <a:pt x="0" y="3721967"/>
                </a:cubicBezTo>
                <a:lnTo>
                  <a:pt x="0" y="14010"/>
                </a:lnTo>
                <a:cubicBezTo>
                  <a:pt x="0" y="6272"/>
                  <a:pt x="6272" y="0"/>
                  <a:pt x="14010" y="0"/>
                </a:cubicBezTo>
                <a:close/>
              </a:path>
            </a:pathLst>
          </a:custGeom>
          <a:solidFill>
            <a:schemeClr val="bg1">
              <a:lumMod val="95000"/>
              <a:alpha val="46000"/>
            </a:schemeClr>
          </a:solidFill>
        </p:spPr>
        <p:txBody>
          <a:bodyPr wrap="square">
            <a:noAutofit/>
          </a:bodyPr>
          <a:lstStyle>
            <a:lvl1pPr marL="0" indent="0" algn="ctr">
              <a:buNone/>
              <a:defRPr sz="1315" b="0" i="0">
                <a:solidFill>
                  <a:schemeClr val="tx1">
                    <a:lumMod val="50000"/>
                    <a:lumOff val="50000"/>
                  </a:schemeClr>
                </a:solidFill>
                <a:latin typeface="Arial" panose="020B0604020202090204" pitchFamily="34" charset="0"/>
              </a:defRPr>
            </a:lvl1pPr>
          </a:lstStyle>
          <a:p>
            <a:endParaRPr lang="id-ID" dirty="0"/>
          </a:p>
        </p:txBody>
      </p:sp>
    </p:spTree>
  </p:cSld>
  <p:clrMapOvr>
    <a:masterClrMapping/>
  </p:clrMapOvr>
  <mc:AlternateContent xmlns:mc="http://schemas.openxmlformats.org/markup-compatibility/2006">
    <mc:Choice xmlns:p14="http://schemas.microsoft.com/office/powerpoint/2010/main" Requires="p14">
      <p:transition p14:dur="500" advClick="0">
        <p14:flip dir="r"/>
      </p:transition>
    </mc:Choice>
    <mc:Fallback>
      <p:transition advClick="0">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showMasterSp="0" userDrawn="1">
  <p:cSld name="43_Title Slide">
    <p:bg>
      <p:bgPr>
        <a:solidFill>
          <a:schemeClr val="bg1"/>
        </a:solidFill>
        <a:effectLst/>
      </p:bgPr>
    </p:bg>
    <p:spTree>
      <p:nvGrpSpPr>
        <p:cNvPr id="1" name=""/>
        <p:cNvGrpSpPr/>
        <p:nvPr/>
      </p:nvGrpSpPr>
      <p:grpSpPr>
        <a:xfrm>
          <a:off x="0" y="0"/>
          <a:ext cx="0" cy="0"/>
          <a:chOff x="0" y="0"/>
          <a:chExt cx="0" cy="0"/>
        </a:xfrm>
      </p:grpSpPr>
      <p:grpSp>
        <p:nvGrpSpPr>
          <p:cNvPr id="2" name="Group 1"/>
          <p:cNvGrpSpPr/>
          <p:nvPr userDrawn="1"/>
        </p:nvGrpSpPr>
        <p:grpSpPr>
          <a:xfrm>
            <a:off x="0" y="-1922268"/>
            <a:ext cx="8988036" cy="8988036"/>
            <a:chOff x="3727902" y="-2563024"/>
            <a:chExt cx="11984048" cy="11984048"/>
          </a:xfrm>
        </p:grpSpPr>
        <p:sp>
          <p:nvSpPr>
            <p:cNvPr id="3" name="Oval 2"/>
            <p:cNvSpPr/>
            <p:nvPr userDrawn="1"/>
          </p:nvSpPr>
          <p:spPr>
            <a:xfrm>
              <a:off x="3727902" y="-2563024"/>
              <a:ext cx="11984048" cy="11984048"/>
            </a:xfrm>
            <a:prstGeom prst="ellipse">
              <a:avLst/>
            </a:prstGeom>
            <a:solidFill>
              <a:schemeClr val="bg1">
                <a:alpha val="1000"/>
              </a:schemeClr>
            </a:solidFill>
            <a:ln>
              <a:noFill/>
            </a:ln>
            <a:effectLst>
              <a:outerShdw blurRad="1270000" sx="104000" sy="104000" algn="ctr"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015" b="0" i="0" dirty="0">
                <a:latin typeface="Arial" panose="020B0604020202090204" pitchFamily="34" charset="0"/>
              </a:endParaRPr>
            </a:p>
          </p:txBody>
        </p:sp>
        <p:sp>
          <p:nvSpPr>
            <p:cNvPr id="4" name="Oval 3"/>
            <p:cNvSpPr/>
            <p:nvPr userDrawn="1"/>
          </p:nvSpPr>
          <p:spPr>
            <a:xfrm>
              <a:off x="5865558" y="-425368"/>
              <a:ext cx="7708736" cy="7708736"/>
            </a:xfrm>
            <a:prstGeom prst="ellipse">
              <a:avLst/>
            </a:prstGeom>
            <a:solidFill>
              <a:schemeClr val="bg1">
                <a:alpha val="1000"/>
              </a:schemeClr>
            </a:solidFill>
            <a:ln>
              <a:noFill/>
            </a:ln>
            <a:effectLst>
              <a:outerShdw blurRad="1270000" sx="104000" sy="104000" algn="ctr"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015" b="0" i="0" dirty="0">
                <a:latin typeface="Arial" panose="020B0604020202090204" pitchFamily="34" charset="0"/>
              </a:endParaRPr>
            </a:p>
          </p:txBody>
        </p:sp>
        <p:sp>
          <p:nvSpPr>
            <p:cNvPr id="5" name="Oval 4"/>
            <p:cNvSpPr/>
            <p:nvPr userDrawn="1"/>
          </p:nvSpPr>
          <p:spPr>
            <a:xfrm>
              <a:off x="7720665" y="1429739"/>
              <a:ext cx="3998522" cy="3998522"/>
            </a:xfrm>
            <a:prstGeom prst="ellipse">
              <a:avLst/>
            </a:prstGeom>
            <a:solidFill>
              <a:schemeClr val="bg1">
                <a:alpha val="2000"/>
              </a:schemeClr>
            </a:solidFill>
            <a:ln>
              <a:noFill/>
            </a:ln>
            <a:effectLst>
              <a:outerShdw blurRad="1270000" sx="104000" sy="104000" algn="ctr"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015" b="0" i="0" dirty="0">
                <a:latin typeface="Arial" panose="020B0604020202090204" pitchFamily="34" charset="0"/>
              </a:endParaRPr>
            </a:p>
          </p:txBody>
        </p:sp>
      </p:grpSp>
      <p:sp>
        <p:nvSpPr>
          <p:cNvPr id="7" name="TextBox 6"/>
          <p:cNvSpPr txBox="1"/>
          <p:nvPr userDrawn="1"/>
        </p:nvSpPr>
        <p:spPr>
          <a:xfrm rot="10800000" flipV="1">
            <a:off x="8269997" y="186856"/>
            <a:ext cx="874005" cy="600164"/>
          </a:xfrm>
          <a:prstGeom prst="rect">
            <a:avLst/>
          </a:prstGeom>
          <a:noFill/>
        </p:spPr>
        <p:txBody>
          <a:bodyPr wrap="square" rtlCol="0">
            <a:spAutoFit/>
          </a:bodyPr>
          <a:lstStyle/>
          <a:p>
            <a:pPr algn="ctr"/>
            <a:fld id="{260E2A6B-A809-4840-BF14-8648BC0BDF87}" type="slidenum">
              <a:rPr lang="id-ID" sz="3300" b="0" i="0" smtClean="0">
                <a:solidFill>
                  <a:schemeClr val="bg1">
                    <a:lumMod val="95000"/>
                    <a:alpha val="30000"/>
                  </a:schemeClr>
                </a:solidFill>
                <a:latin typeface="Arial" panose="020B0604020202090204" pitchFamily="34" charset="0"/>
                <a:ea typeface="Roboto Condensed" panose="02000000000000000000" pitchFamily="2" charset="0"/>
                <a:cs typeface="Arial" panose="020B0604020202090204" pitchFamily="34" charset="0"/>
              </a:rPr>
            </a:fld>
            <a:endParaRPr lang="id-ID" sz="12450" b="0" i="0" dirty="0">
              <a:solidFill>
                <a:schemeClr val="bg1">
                  <a:lumMod val="95000"/>
                  <a:alpha val="30000"/>
                </a:schemeClr>
              </a:solidFill>
              <a:latin typeface="Arial" panose="020B0604020202090204" pitchFamily="34" charset="0"/>
              <a:ea typeface="Roboto Condensed" panose="02000000000000000000" pitchFamily="2" charset="0"/>
              <a:cs typeface="Arial" panose="020B0604020202090204" pitchFamily="34" charset="0"/>
            </a:endParaRPr>
          </a:p>
        </p:txBody>
      </p:sp>
      <p:cxnSp>
        <p:nvCxnSpPr>
          <p:cNvPr id="35" name="Straight Connector 34"/>
          <p:cNvCxnSpPr/>
          <p:nvPr userDrawn="1"/>
        </p:nvCxnSpPr>
        <p:spPr>
          <a:xfrm>
            <a:off x="906999" y="649346"/>
            <a:ext cx="7330006" cy="0"/>
          </a:xfrm>
          <a:prstGeom prst="line">
            <a:avLst/>
          </a:prstGeom>
          <a:ln>
            <a:solidFill>
              <a:schemeClr val="bg1">
                <a:lumMod val="95000"/>
                <a:alpha val="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p14:dur="500" advClick="0">
        <p14:flip dir="r"/>
      </p:transition>
    </mc:Choice>
    <mc:Fallback>
      <p:transition advClick="0">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44_Title Slide">
    <p:spTree>
      <p:nvGrpSpPr>
        <p:cNvPr id="1" name=""/>
        <p:cNvGrpSpPr/>
        <p:nvPr/>
      </p:nvGrpSpPr>
      <p:grpSpPr>
        <a:xfrm>
          <a:off x="0" y="0"/>
          <a:ext cx="0" cy="0"/>
          <a:chOff x="0" y="0"/>
          <a:chExt cx="0" cy="0"/>
        </a:xfrm>
      </p:grpSpPr>
      <p:sp>
        <p:nvSpPr>
          <p:cNvPr id="2" name="标题占位符 4"/>
          <p:cNvSpPr>
            <a:spLocks noGrp="1"/>
          </p:cNvSpPr>
          <p:nvPr>
            <p:ph type="title" hasCustomPrompt="1"/>
          </p:nvPr>
        </p:nvSpPr>
        <p:spPr>
          <a:xfrm>
            <a:off x="866276" y="273846"/>
            <a:ext cx="7425349" cy="375503"/>
          </a:xfrm>
          <a:prstGeom prst="rect">
            <a:avLst/>
          </a:prstGeom>
        </p:spPr>
        <p:txBody>
          <a:bodyPr vert="horz" lIns="91440" tIns="45720" rIns="91440" bIns="45720" rtlCol="0" anchor="ctr">
            <a:normAutofit/>
          </a:bodyPr>
          <a:lstStyle/>
          <a:p>
            <a:pPr marL="0" lvl="0" algn="l" defTabSz="685800" rtl="0" eaLnBrk="1" latinLnBrk="0" hangingPunct="1">
              <a:lnSpc>
                <a:spcPct val="90000"/>
              </a:lnSpc>
              <a:buClr>
                <a:srgbClr val="000000"/>
              </a:buClr>
              <a:buSzPts val="9200"/>
            </a:pPr>
            <a:r>
              <a:rPr kumimoji="1" lang="en-GB" altLang="zh-CN" dirty="0"/>
              <a:t>Click here to edit the master title style</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500" advClick="0">
        <p14:flip dir="r"/>
      </p:transition>
    </mc:Choice>
    <mc:Fallback>
      <p:transition advClick="0">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45_Title Slide">
    <p:spTree>
      <p:nvGrpSpPr>
        <p:cNvPr id="1" name=""/>
        <p:cNvGrpSpPr/>
        <p:nvPr/>
      </p:nvGrpSpPr>
      <p:grpSpPr>
        <a:xfrm>
          <a:off x="0" y="0"/>
          <a:ext cx="0" cy="0"/>
          <a:chOff x="0" y="0"/>
          <a:chExt cx="0" cy="0"/>
        </a:xfrm>
      </p:grpSpPr>
      <p:sp>
        <p:nvSpPr>
          <p:cNvPr id="2" name="标题占位符 4"/>
          <p:cNvSpPr>
            <a:spLocks noGrp="1"/>
          </p:cNvSpPr>
          <p:nvPr>
            <p:ph type="title" hasCustomPrompt="1"/>
          </p:nvPr>
        </p:nvSpPr>
        <p:spPr>
          <a:xfrm>
            <a:off x="866276" y="273846"/>
            <a:ext cx="7425349" cy="375503"/>
          </a:xfrm>
          <a:prstGeom prst="rect">
            <a:avLst/>
          </a:prstGeom>
        </p:spPr>
        <p:txBody>
          <a:bodyPr vert="horz" lIns="91440" tIns="45720" rIns="91440" bIns="45720" rtlCol="0" anchor="ctr">
            <a:normAutofit/>
          </a:bodyPr>
          <a:lstStyle/>
          <a:p>
            <a:pPr marL="0" lvl="0" algn="l" defTabSz="685800" rtl="0" eaLnBrk="1" latinLnBrk="0" hangingPunct="1">
              <a:lnSpc>
                <a:spcPct val="90000"/>
              </a:lnSpc>
              <a:buClr>
                <a:srgbClr val="000000"/>
              </a:buClr>
              <a:buSzPts val="9200"/>
            </a:pPr>
            <a:r>
              <a:rPr kumimoji="1" lang="en-GB" altLang="zh-CN" dirty="0"/>
              <a:t>Click here to edit the master title style</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500" advClick="0">
        <p14:flip dir="r"/>
      </p:transition>
    </mc:Choice>
    <mc:Fallback>
      <p:transition advClick="0">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46_Title Slide">
    <p:spTree>
      <p:nvGrpSpPr>
        <p:cNvPr id="1" name=""/>
        <p:cNvGrpSpPr/>
        <p:nvPr/>
      </p:nvGrpSpPr>
      <p:grpSpPr>
        <a:xfrm>
          <a:off x="0" y="0"/>
          <a:ext cx="0" cy="0"/>
          <a:chOff x="0" y="0"/>
          <a:chExt cx="0" cy="0"/>
        </a:xfrm>
      </p:grpSpPr>
      <p:sp>
        <p:nvSpPr>
          <p:cNvPr id="2" name="标题占位符 4"/>
          <p:cNvSpPr>
            <a:spLocks noGrp="1"/>
          </p:cNvSpPr>
          <p:nvPr>
            <p:ph type="title" hasCustomPrompt="1"/>
          </p:nvPr>
        </p:nvSpPr>
        <p:spPr>
          <a:xfrm>
            <a:off x="866276" y="273846"/>
            <a:ext cx="7425349" cy="375503"/>
          </a:xfrm>
          <a:prstGeom prst="rect">
            <a:avLst/>
          </a:prstGeom>
        </p:spPr>
        <p:txBody>
          <a:bodyPr vert="horz" lIns="91440" tIns="45720" rIns="91440" bIns="45720" rtlCol="0" anchor="ctr">
            <a:normAutofit/>
          </a:bodyPr>
          <a:lstStyle/>
          <a:p>
            <a:pPr marL="0" lvl="0" algn="l" defTabSz="685800" rtl="0" eaLnBrk="1" latinLnBrk="0" hangingPunct="1">
              <a:lnSpc>
                <a:spcPct val="90000"/>
              </a:lnSpc>
              <a:buClr>
                <a:srgbClr val="000000"/>
              </a:buClr>
              <a:buSzPts val="9200"/>
            </a:pPr>
            <a:r>
              <a:rPr kumimoji="1" lang="en-GB" altLang="zh-CN" dirty="0"/>
              <a:t>Click here to edit the master title style</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500" advClick="0">
        <p14:flip dir="r"/>
      </p:transition>
    </mc:Choice>
    <mc:Fallback>
      <p:transition advClick="0">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47_Title Slide">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advClick="0">
        <p14:flip dir="r"/>
      </p:transition>
    </mc:Choice>
    <mc:Fallback>
      <p:transition advClick="0">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48_Title Slide">
    <p:spTree>
      <p:nvGrpSpPr>
        <p:cNvPr id="1" name=""/>
        <p:cNvGrpSpPr/>
        <p:nvPr/>
      </p:nvGrpSpPr>
      <p:grpSpPr>
        <a:xfrm>
          <a:off x="0" y="0"/>
          <a:ext cx="0" cy="0"/>
          <a:chOff x="0" y="0"/>
          <a:chExt cx="0" cy="0"/>
        </a:xfrm>
      </p:grpSpPr>
      <p:sp>
        <p:nvSpPr>
          <p:cNvPr id="2" name="标题占位符 4"/>
          <p:cNvSpPr>
            <a:spLocks noGrp="1"/>
          </p:cNvSpPr>
          <p:nvPr>
            <p:ph type="title" hasCustomPrompt="1"/>
          </p:nvPr>
        </p:nvSpPr>
        <p:spPr>
          <a:xfrm>
            <a:off x="866276" y="273846"/>
            <a:ext cx="7425349" cy="375503"/>
          </a:xfrm>
          <a:prstGeom prst="rect">
            <a:avLst/>
          </a:prstGeom>
        </p:spPr>
        <p:txBody>
          <a:bodyPr vert="horz" lIns="91440" tIns="45720" rIns="91440" bIns="45720" rtlCol="0" anchor="ctr">
            <a:normAutofit/>
          </a:bodyPr>
          <a:lstStyle/>
          <a:p>
            <a:pPr marL="0" lvl="0" algn="l" defTabSz="685800" rtl="0" eaLnBrk="1" latinLnBrk="0" hangingPunct="1">
              <a:lnSpc>
                <a:spcPct val="90000"/>
              </a:lnSpc>
              <a:buClr>
                <a:srgbClr val="000000"/>
              </a:buClr>
              <a:buSzPts val="9200"/>
            </a:pPr>
            <a:r>
              <a:rPr kumimoji="1" lang="en-GB" altLang="zh-CN" dirty="0"/>
              <a:t>Click here to edit the master title style</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500" advClick="0">
        <p14:flip dir="r"/>
      </p:transition>
    </mc:Choice>
    <mc:Fallback>
      <p:transition advClick="0">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49_Title Slide">
    <p:spTree>
      <p:nvGrpSpPr>
        <p:cNvPr id="1" name=""/>
        <p:cNvGrpSpPr/>
        <p:nvPr/>
      </p:nvGrpSpPr>
      <p:grpSpPr>
        <a:xfrm>
          <a:off x="0" y="0"/>
          <a:ext cx="0" cy="0"/>
          <a:chOff x="0" y="0"/>
          <a:chExt cx="0" cy="0"/>
        </a:xfrm>
      </p:grpSpPr>
      <p:sp>
        <p:nvSpPr>
          <p:cNvPr id="2" name="标题占位符 4"/>
          <p:cNvSpPr>
            <a:spLocks noGrp="1"/>
          </p:cNvSpPr>
          <p:nvPr>
            <p:ph type="title" hasCustomPrompt="1"/>
          </p:nvPr>
        </p:nvSpPr>
        <p:spPr>
          <a:xfrm>
            <a:off x="866276" y="273846"/>
            <a:ext cx="7425349" cy="375503"/>
          </a:xfrm>
          <a:prstGeom prst="rect">
            <a:avLst/>
          </a:prstGeom>
        </p:spPr>
        <p:txBody>
          <a:bodyPr vert="horz" lIns="91440" tIns="45720" rIns="91440" bIns="45720" rtlCol="0" anchor="ctr">
            <a:normAutofit/>
          </a:bodyPr>
          <a:lstStyle/>
          <a:p>
            <a:pPr marL="0" lvl="0" algn="l" defTabSz="685800" rtl="0" eaLnBrk="1" latinLnBrk="0" hangingPunct="1">
              <a:lnSpc>
                <a:spcPct val="90000"/>
              </a:lnSpc>
              <a:buClr>
                <a:srgbClr val="000000"/>
              </a:buClr>
              <a:buSzPts val="9200"/>
            </a:pPr>
            <a:r>
              <a:rPr kumimoji="1" lang="en-GB" altLang="zh-CN" dirty="0"/>
              <a:t>Click here to edit the master title style</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500" advClick="0">
        <p14:flip dir="r"/>
      </p:transition>
    </mc:Choice>
    <mc:Fallback>
      <p:transition advClick="0">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58_Title Slide">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3487180" y="1071995"/>
            <a:ext cx="2043320" cy="3192903"/>
          </a:xfrm>
          <a:custGeom>
            <a:avLst/>
            <a:gdLst>
              <a:gd name="connsiteX0" fmla="*/ 0 w 5449562"/>
              <a:gd name="connsiteY0" fmla="*/ 0 h 8514407"/>
              <a:gd name="connsiteX1" fmla="*/ 5449562 w 5449562"/>
              <a:gd name="connsiteY1" fmla="*/ 0 h 8514407"/>
              <a:gd name="connsiteX2" fmla="*/ 5449562 w 5449562"/>
              <a:gd name="connsiteY2" fmla="*/ 8514407 h 8514407"/>
              <a:gd name="connsiteX3" fmla="*/ 0 w 5449562"/>
              <a:gd name="connsiteY3" fmla="*/ 8514407 h 8514407"/>
            </a:gdLst>
            <a:ahLst/>
            <a:cxnLst>
              <a:cxn ang="0">
                <a:pos x="connsiteX0" y="connsiteY0"/>
              </a:cxn>
              <a:cxn ang="0">
                <a:pos x="connsiteX1" y="connsiteY1"/>
              </a:cxn>
              <a:cxn ang="0">
                <a:pos x="connsiteX2" y="connsiteY2"/>
              </a:cxn>
              <a:cxn ang="0">
                <a:pos x="connsiteX3" y="connsiteY3"/>
              </a:cxn>
            </a:cxnLst>
            <a:rect l="l" t="t" r="r" b="b"/>
            <a:pathLst>
              <a:path w="5449562" h="8514407">
                <a:moveTo>
                  <a:pt x="0" y="0"/>
                </a:moveTo>
                <a:lnTo>
                  <a:pt x="5449562" y="0"/>
                </a:lnTo>
                <a:lnTo>
                  <a:pt x="5449562" y="8514407"/>
                </a:lnTo>
                <a:lnTo>
                  <a:pt x="0" y="8514407"/>
                </a:lnTo>
                <a:close/>
              </a:path>
            </a:pathLst>
          </a:custGeom>
        </p:spPr>
        <p:txBody>
          <a:bodyPr wrap="square">
            <a:noAutofit/>
          </a:bodyPr>
          <a:lstStyle>
            <a:lvl1pPr algn="ctr">
              <a:defRPr sz="1230"/>
            </a:lvl1pPr>
          </a:lstStyle>
          <a:p>
            <a:endParaRPr lang="en-US"/>
          </a:p>
        </p:txBody>
      </p:sp>
    </p:spTree>
  </p:cSld>
  <p:clrMapOvr>
    <a:masterClrMapping/>
  </p:clrMapOvr>
  <mc:AlternateContent xmlns:mc="http://schemas.openxmlformats.org/markup-compatibility/2006">
    <mc:Choice xmlns:p14="http://schemas.microsoft.com/office/powerpoint/2010/main" Requires="p14">
      <p:transition p14:dur="500" advClick="0">
        <p14:flip dir="r"/>
      </p:transition>
    </mc:Choice>
    <mc:Fallback>
      <p:transition advClick="0">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advClick="0">
        <p14:flip dir="r"/>
      </p:transition>
    </mc:Choice>
    <mc:Fallback>
      <p:transition advClick="0">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28_Title Slide">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5353526" y="1723073"/>
            <a:ext cx="2346689" cy="2773603"/>
          </a:xfrm>
          <a:custGeom>
            <a:avLst/>
            <a:gdLst>
              <a:gd name="connsiteX0" fmla="*/ 0 w 6258651"/>
              <a:gd name="connsiteY0" fmla="*/ 0 h 7396274"/>
              <a:gd name="connsiteX1" fmla="*/ 6258651 w 6258651"/>
              <a:gd name="connsiteY1" fmla="*/ 0 h 7396274"/>
              <a:gd name="connsiteX2" fmla="*/ 6258651 w 6258651"/>
              <a:gd name="connsiteY2" fmla="*/ 7396274 h 7396274"/>
              <a:gd name="connsiteX3" fmla="*/ 0 w 6258651"/>
              <a:gd name="connsiteY3" fmla="*/ 7396274 h 7396274"/>
            </a:gdLst>
            <a:ahLst/>
            <a:cxnLst>
              <a:cxn ang="0">
                <a:pos x="connsiteX0" y="connsiteY0"/>
              </a:cxn>
              <a:cxn ang="0">
                <a:pos x="connsiteX1" y="connsiteY1"/>
              </a:cxn>
              <a:cxn ang="0">
                <a:pos x="connsiteX2" y="connsiteY2"/>
              </a:cxn>
              <a:cxn ang="0">
                <a:pos x="connsiteX3" y="connsiteY3"/>
              </a:cxn>
            </a:cxnLst>
            <a:rect l="l" t="t" r="r" b="b"/>
            <a:pathLst>
              <a:path w="6258651" h="7396274">
                <a:moveTo>
                  <a:pt x="0" y="0"/>
                </a:moveTo>
                <a:lnTo>
                  <a:pt x="6258651" y="0"/>
                </a:lnTo>
                <a:lnTo>
                  <a:pt x="6258651" y="7396274"/>
                </a:lnTo>
                <a:lnTo>
                  <a:pt x="0" y="7396274"/>
                </a:lnTo>
                <a:close/>
              </a:path>
            </a:pathLst>
          </a:custGeom>
        </p:spPr>
        <p:txBody>
          <a:bodyPr wrap="square">
            <a:noAutofit/>
          </a:bodyPr>
          <a:lstStyle>
            <a:lvl1pPr algn="ctr">
              <a:defRPr sz="1230"/>
            </a:lvl1pPr>
          </a:lstStyle>
          <a:p>
            <a:endParaRPr lang="en-US"/>
          </a:p>
        </p:txBody>
      </p:sp>
      <p:sp>
        <p:nvSpPr>
          <p:cNvPr id="7" name="Picture Placeholder 6"/>
          <p:cNvSpPr>
            <a:spLocks noGrp="1"/>
          </p:cNvSpPr>
          <p:nvPr>
            <p:ph type="pic" sz="quarter" idx="11"/>
          </p:nvPr>
        </p:nvSpPr>
        <p:spPr>
          <a:xfrm>
            <a:off x="6385682" y="670322"/>
            <a:ext cx="2046690" cy="1849041"/>
          </a:xfrm>
          <a:custGeom>
            <a:avLst/>
            <a:gdLst>
              <a:gd name="connsiteX0" fmla="*/ 0 w 5458551"/>
              <a:gd name="connsiteY0" fmla="*/ 0 h 4930775"/>
              <a:gd name="connsiteX1" fmla="*/ 5458551 w 5458551"/>
              <a:gd name="connsiteY1" fmla="*/ 0 h 4930775"/>
              <a:gd name="connsiteX2" fmla="*/ 5458551 w 5458551"/>
              <a:gd name="connsiteY2" fmla="*/ 4930775 h 4930775"/>
              <a:gd name="connsiteX3" fmla="*/ 0 w 5458551"/>
              <a:gd name="connsiteY3" fmla="*/ 4930775 h 4930775"/>
            </a:gdLst>
            <a:ahLst/>
            <a:cxnLst>
              <a:cxn ang="0">
                <a:pos x="connsiteX0" y="connsiteY0"/>
              </a:cxn>
              <a:cxn ang="0">
                <a:pos x="connsiteX1" y="connsiteY1"/>
              </a:cxn>
              <a:cxn ang="0">
                <a:pos x="connsiteX2" y="connsiteY2"/>
              </a:cxn>
              <a:cxn ang="0">
                <a:pos x="connsiteX3" y="connsiteY3"/>
              </a:cxn>
            </a:cxnLst>
            <a:rect l="l" t="t" r="r" b="b"/>
            <a:pathLst>
              <a:path w="5458551" h="4930775">
                <a:moveTo>
                  <a:pt x="0" y="0"/>
                </a:moveTo>
                <a:lnTo>
                  <a:pt x="5458551" y="0"/>
                </a:lnTo>
                <a:lnTo>
                  <a:pt x="5458551" y="4930775"/>
                </a:lnTo>
                <a:lnTo>
                  <a:pt x="0" y="4930775"/>
                </a:lnTo>
                <a:close/>
              </a:path>
            </a:pathLst>
          </a:custGeom>
        </p:spPr>
        <p:txBody>
          <a:bodyPr wrap="square">
            <a:noAutofit/>
          </a:bodyPr>
          <a:lstStyle>
            <a:lvl1pPr algn="ctr">
              <a:defRPr sz="1230"/>
            </a:lvl1pPr>
          </a:lstStyle>
          <a:p>
            <a:endParaRPr lang="en-US"/>
          </a:p>
        </p:txBody>
      </p:sp>
    </p:spTree>
  </p:cSld>
  <p:clrMapOvr>
    <a:masterClrMapping/>
  </p:clrMapOvr>
  <mc:AlternateContent xmlns:mc="http://schemas.openxmlformats.org/markup-compatibility/2006">
    <mc:Choice xmlns:p14="http://schemas.microsoft.com/office/powerpoint/2010/main" Requires="p14">
      <p:transition p14:dur="500" advClick="0">
        <p14:flip dir="r"/>
      </p:transition>
    </mc:Choice>
    <mc:Fallback>
      <p:transition advClick="0">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5" name="Picture Placeholder 8"/>
          <p:cNvSpPr>
            <a:spLocks noGrp="1"/>
          </p:cNvSpPr>
          <p:nvPr>
            <p:ph type="pic" sz="quarter" idx="12"/>
          </p:nvPr>
        </p:nvSpPr>
        <p:spPr>
          <a:xfrm>
            <a:off x="4572000" y="0"/>
            <a:ext cx="4572000" cy="514350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900">
                <a:solidFill>
                  <a:schemeClr val="tx1"/>
                </a:solidFill>
              </a:defRPr>
            </a:lvl1pPr>
          </a:lstStyle>
          <a:p>
            <a:endParaRPr lang="en-US"/>
          </a:p>
        </p:txBody>
      </p:sp>
      <p:sp>
        <p:nvSpPr>
          <p:cNvPr id="4" name="Title 1"/>
          <p:cNvSpPr>
            <a:spLocks noGrp="1"/>
          </p:cNvSpPr>
          <p:nvPr>
            <p:ph type="title" hasCustomPrompt="1"/>
          </p:nvPr>
        </p:nvSpPr>
        <p:spPr>
          <a:xfrm>
            <a:off x="768728" y="1953971"/>
            <a:ext cx="7609959" cy="1235558"/>
          </a:xfrm>
          <a:prstGeom prst="rect">
            <a:avLst/>
          </a:prstGeom>
          <a:effectLst>
            <a:outerShdw blurRad="762000" dist="381000" dir="5400000" algn="t" rotWithShape="0">
              <a:prstClr val="black">
                <a:alpha val="30000"/>
              </a:prstClr>
            </a:outerShdw>
          </a:effectLst>
        </p:spPr>
        <p:txBody>
          <a:bodyPr/>
          <a:lstStyle>
            <a:lvl1pPr algn="ctr">
              <a:defRPr sz="7200" b="1" i="0">
                <a:latin typeface="Arial Black" panose="020B0A04020102020204" pitchFamily="34" charset="0"/>
                <a:ea typeface="Arial Black" panose="020B0A04020102020204" pitchFamily="34" charset="0"/>
                <a:cs typeface="Arial Black" panose="020B0A04020102020204" pitchFamily="34" charset="0"/>
              </a:defRPr>
            </a:lvl1pPr>
          </a:lstStyle>
          <a:p>
            <a:r>
              <a:rPr lang="en-US" dirty="0"/>
              <a:t>Click to edit</a:t>
            </a:r>
            <a:endParaRPr lang="en-US" dirty="0"/>
          </a:p>
        </p:txBody>
      </p:sp>
    </p:spTree>
  </p:cSld>
  <p:clrMapOvr>
    <a:masterClrMapping/>
  </p:clrMapOvr>
  <mc:AlternateContent xmlns:mc="http://schemas.openxmlformats.org/markup-compatibility/2006">
    <mc:Choice xmlns:p14="http://schemas.microsoft.com/office/powerpoint/2010/main" Requires="p14">
      <p:transition p14:dur="500" advClick="0">
        <p14:flip dir="r"/>
      </p:transition>
    </mc:Choice>
    <mc:Fallback>
      <p:transition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5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fill="hold"/>
                                        <p:tgtEl>
                                          <p:spTgt spid="4"/>
                                        </p:tgtEl>
                                        <p:attrNameLst>
                                          <p:attrName>ppt_x</p:attrName>
                                        </p:attrNameLst>
                                      </p:cBhvr>
                                      <p:tavLst>
                                        <p:tav tm="0">
                                          <p:val>
                                            <p:strVal val="#ppt_x"/>
                                          </p:val>
                                        </p:tav>
                                        <p:tav tm="100000">
                                          <p:val>
                                            <p:strVal val="#ppt_x"/>
                                          </p:val>
                                        </p:tav>
                                      </p:tavLst>
                                    </p:anim>
                                    <p:anim calcmode="lin" valueType="num">
                                      <p:cBhvr additive="base">
                                        <p:cTn id="8" dur="1000" fill="hold"/>
                                        <p:tgtEl>
                                          <p:spTgt spid="4"/>
                                        </p:tgtEl>
                                        <p:attrNameLst>
                                          <p:attrName>ppt_y</p:attrName>
                                        </p:attrNameLst>
                                      </p:cBhvr>
                                      <p:tavLst>
                                        <p:tav tm="0">
                                          <p:val>
                                            <p:strVal val="0-#ppt_h/2"/>
                                          </p:val>
                                        </p:tav>
                                        <p:tav tm="100000">
                                          <p:val>
                                            <p:strVal val="#ppt_y"/>
                                          </p:val>
                                        </p:tav>
                                      </p:tavLst>
                                    </p:anim>
                                  </p:childTnLst>
                                </p:cTn>
                              </p:par>
                              <p:par>
                                <p:cTn id="9" presetID="6" presetClass="emph" presetSubtype="0" decel="50000" fill="hold" grpId="0" nodeType="withEffect">
                                  <p:stCondLst>
                                    <p:cond delay="0"/>
                                  </p:stCondLst>
                                  <p:childTnLst>
                                    <p:animScale>
                                      <p:cBhvr>
                                        <p:cTn id="10" dur="5000" fill="hold"/>
                                        <p:tgtEl>
                                          <p:spTgt spid="5"/>
                                        </p:tgtEl>
                                      </p:cBhvr>
                                      <p:by x="120000" y="12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4" grpId="0" bldLvl="0" animBg="1"/>
    </p:bldLst>
  </p:timing>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628650" y="4767263"/>
            <a:ext cx="2057400" cy="273844"/>
          </a:xfrm>
          <a:prstGeom prst="rect">
            <a:avLst/>
          </a:prstGeom>
        </p:spPr>
        <p:txBody>
          <a:bodyPr/>
          <a:lstStyle/>
          <a:p>
            <a:fld id="{C764DE79-268F-4C1A-8933-263129D2AF90}" type="datetimeFigureOut">
              <a:rPr lang="en-US" dirty="0"/>
            </a:fld>
            <a:endParaRPr lang="en-US" dirty="0"/>
          </a:p>
        </p:txBody>
      </p:sp>
      <p:sp>
        <p:nvSpPr>
          <p:cNvPr id="4" name="页脚占位符 3"/>
          <p:cNvSpPr>
            <a:spLocks noGrp="1"/>
          </p:cNvSpPr>
          <p:nvPr>
            <p:ph type="ftr" sz="quarter" idx="11"/>
          </p:nvPr>
        </p:nvSpPr>
        <p:spPr>
          <a:xfrm>
            <a:off x="3028950" y="4767263"/>
            <a:ext cx="3086100" cy="273844"/>
          </a:xfrm>
          <a:prstGeom prst="rect">
            <a:avLst/>
          </a:prstGeom>
        </p:spPr>
        <p:txBody>
          <a:bodyPr/>
          <a:lstStyle/>
          <a:p>
            <a:endParaRPr lang="en-US" dirty="0"/>
          </a:p>
        </p:txBody>
      </p:sp>
      <p:sp>
        <p:nvSpPr>
          <p:cNvPr id="5" name="灯片编号占位符 4"/>
          <p:cNvSpPr>
            <a:spLocks noGrp="1"/>
          </p:cNvSpPr>
          <p:nvPr>
            <p:ph type="sldNum" sz="quarter" idx="12"/>
          </p:nvPr>
        </p:nvSpPr>
        <p:spPr>
          <a:xfrm>
            <a:off x="6457950" y="4767263"/>
            <a:ext cx="2057400" cy="273844"/>
          </a:xfrm>
          <a:prstGeom prst="rect">
            <a:avLst/>
          </a:prstGeom>
        </p:spPr>
        <p:txBody>
          <a:bodyPr/>
          <a:lstStyle/>
          <a:p>
            <a:fld id="{48F63A3B-78C7-47BE-AE5E-E10140E04643}" type="slidenum">
              <a:rPr lang="en-US" dirty="0"/>
            </a:fld>
            <a:endParaRPr lang="en-US" dirty="0"/>
          </a:p>
        </p:txBody>
      </p:sp>
    </p:spTree>
  </p:cSld>
  <p:clrMapOvr>
    <a:masterClrMapping/>
  </p:clrMapOvr>
  <mc:AlternateContent xmlns:mc="http://schemas.openxmlformats.org/markup-compatibility/2006">
    <mc:Choice xmlns:p14="http://schemas.microsoft.com/office/powerpoint/2010/main" Requires="p14">
      <p:transition p14:dur="500" advClick="0">
        <p14:flip dir="r"/>
      </p:transition>
    </mc:Choice>
    <mc:Fallback>
      <p:transition advClick="0">
        <p:fade/>
      </p:transition>
    </mc:Fallback>
  </mc:AlternateContent>
  <p:timing>
    <p:tnLst>
      <p:par>
        <p:cTn id="1" dur="indefinite" restart="never" nodeType="tmRoot"/>
      </p:par>
    </p:tnLst>
  </p:timing>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323528" y="195486"/>
            <a:ext cx="6858000" cy="325822"/>
          </a:xfrm>
          <a:prstGeom prst="rect">
            <a:avLst/>
          </a:prstGeom>
        </p:spPr>
        <p:txBody>
          <a:bodyPr anchor="b"/>
          <a:lstStyle>
            <a:lvl1pPr algn="l">
              <a:defRPr lang="zh-CN" altLang="en-US" sz="1350" b="1" kern="1200" dirty="0">
                <a:solidFill>
                  <a:schemeClr val="tx1"/>
                </a:solidFill>
                <a:latin typeface="华文中宋" panose="02010600040101010101" pitchFamily="2" charset="-122"/>
                <a:ea typeface="华文中宋" panose="02010600040101010101" pitchFamily="2" charset="-122"/>
                <a:cs typeface="+mj-cs"/>
              </a:defRPr>
            </a:lvl1pPr>
          </a:lstStyle>
          <a:p>
            <a:r>
              <a:rPr lang="zh-CN" altLang="en-US" dirty="0" smtClean="0"/>
              <a:t>单击此处编辑母版标题样式</a:t>
            </a:r>
            <a:endParaRPr lang="zh-CN" altLang="en-US" dirty="0"/>
          </a:p>
        </p:txBody>
      </p:sp>
      <p:sp>
        <p:nvSpPr>
          <p:cNvPr id="4" name="日期占位符 3"/>
          <p:cNvSpPr>
            <a:spLocks noGrp="1"/>
          </p:cNvSpPr>
          <p:nvPr>
            <p:ph type="dt" sz="half" idx="10"/>
          </p:nvPr>
        </p:nvSpPr>
        <p:spPr>
          <a:xfrm>
            <a:off x="628650" y="4767263"/>
            <a:ext cx="2057400" cy="273844"/>
          </a:xfrm>
        </p:spPr>
        <p:txBody>
          <a:bodyPr/>
          <a:lstStyle/>
          <a:p>
            <a:fld id="{D12D56AD-4DCF-4128-9366-4D1EEB280423}" type="datetimeFigureOut">
              <a:rPr lang="zh-CN" altLang="en-US" smtClean="0"/>
            </a:fld>
            <a:endParaRPr lang="zh-CN" altLang="en-US"/>
          </a:p>
        </p:txBody>
      </p:sp>
      <p:sp>
        <p:nvSpPr>
          <p:cNvPr id="5" name="页脚占位符 4"/>
          <p:cNvSpPr>
            <a:spLocks noGrp="1"/>
          </p:cNvSpPr>
          <p:nvPr>
            <p:ph type="ftr" sz="quarter" idx="11"/>
          </p:nvPr>
        </p:nvSpPr>
        <p:spPr>
          <a:xfrm>
            <a:off x="3028950" y="4767263"/>
            <a:ext cx="3086100" cy="273844"/>
          </a:xfrm>
        </p:spPr>
        <p:txBody>
          <a:bodyPr/>
          <a:lstStyle/>
          <a:p>
            <a:endParaRPr lang="zh-CN" altLang="en-US"/>
          </a:p>
        </p:txBody>
      </p:sp>
      <p:sp>
        <p:nvSpPr>
          <p:cNvPr id="6" name="灯片编号占位符 5"/>
          <p:cNvSpPr>
            <a:spLocks noGrp="1"/>
          </p:cNvSpPr>
          <p:nvPr>
            <p:ph type="sldNum" sz="quarter" idx="12"/>
          </p:nvPr>
        </p:nvSpPr>
        <p:spPr>
          <a:xfrm>
            <a:off x="6457950" y="4767263"/>
            <a:ext cx="2057400" cy="273844"/>
          </a:xfrm>
        </p:spPr>
        <p:txBody>
          <a:bodyPr/>
          <a:lstStyle/>
          <a:p>
            <a:fld id="{227DFD2B-7913-427C-A93A-A413B9909ABC}"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advClick="0">
        <p14:flip dir="r"/>
      </p:transition>
    </mc:Choice>
    <mc:Fallback>
      <p:transition advClick="0">
        <p:fade/>
      </p:transition>
    </mc:Fallback>
  </mc:AlternateContent>
  <p:timing>
    <p:tnLst>
      <p:par>
        <p:cTn id="1" dur="indefinite" restart="never" nodeType="tmRoot"/>
      </p:par>
    </p:tnLst>
  </p:timing>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transition spd="slow">
    <p:push/>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5" name="Picture Placeholder 8"/>
          <p:cNvSpPr>
            <a:spLocks noGrp="1"/>
          </p:cNvSpPr>
          <p:nvPr>
            <p:ph type="pic" sz="quarter" idx="12"/>
          </p:nvPr>
        </p:nvSpPr>
        <p:spPr>
          <a:xfrm>
            <a:off x="4572000" y="0"/>
            <a:ext cx="4572000" cy="514350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900">
                <a:solidFill>
                  <a:schemeClr val="tx1"/>
                </a:solidFill>
              </a:defRPr>
            </a:lvl1pPr>
          </a:lstStyle>
          <a:p>
            <a:endParaRPr lang="en-US"/>
          </a:p>
        </p:txBody>
      </p:sp>
      <p:sp>
        <p:nvSpPr>
          <p:cNvPr id="4" name="Title 1"/>
          <p:cNvSpPr>
            <a:spLocks noGrp="1"/>
          </p:cNvSpPr>
          <p:nvPr>
            <p:ph type="title" hasCustomPrompt="1"/>
          </p:nvPr>
        </p:nvSpPr>
        <p:spPr>
          <a:xfrm>
            <a:off x="768728" y="1953971"/>
            <a:ext cx="7609959" cy="1235558"/>
          </a:xfrm>
          <a:prstGeom prst="rect">
            <a:avLst/>
          </a:prstGeom>
          <a:effectLst>
            <a:outerShdw blurRad="762000" dist="381000" dir="5400000" algn="t" rotWithShape="0">
              <a:prstClr val="black">
                <a:alpha val="30000"/>
              </a:prstClr>
            </a:outerShdw>
          </a:effectLst>
        </p:spPr>
        <p:txBody>
          <a:bodyPr/>
          <a:lstStyle>
            <a:lvl1pPr algn="ctr">
              <a:defRPr sz="7200" b="1" i="0">
                <a:latin typeface="Arial Black" panose="020B0A04020102020204" pitchFamily="34" charset="0"/>
                <a:ea typeface="Arial Black" panose="020B0A04020102020204" pitchFamily="34" charset="0"/>
                <a:cs typeface="Arial Black" panose="020B0A04020102020204" pitchFamily="34" charset="0"/>
              </a:defRPr>
            </a:lvl1pPr>
          </a:lstStyle>
          <a:p>
            <a:r>
              <a:rPr lang="en-US" dirty="0"/>
              <a:t>Click to edit</a:t>
            </a:r>
            <a:endParaRPr lang="en-US" dirty="0"/>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5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fill="hold"/>
                                        <p:tgtEl>
                                          <p:spTgt spid="4"/>
                                        </p:tgtEl>
                                        <p:attrNameLst>
                                          <p:attrName>ppt_x</p:attrName>
                                        </p:attrNameLst>
                                      </p:cBhvr>
                                      <p:tavLst>
                                        <p:tav tm="0">
                                          <p:val>
                                            <p:strVal val="#ppt_x"/>
                                          </p:val>
                                        </p:tav>
                                        <p:tav tm="100000">
                                          <p:val>
                                            <p:strVal val="#ppt_x"/>
                                          </p:val>
                                        </p:tav>
                                      </p:tavLst>
                                    </p:anim>
                                    <p:anim calcmode="lin" valueType="num">
                                      <p:cBhvr additive="base">
                                        <p:cTn id="8" dur="1000" fill="hold"/>
                                        <p:tgtEl>
                                          <p:spTgt spid="4"/>
                                        </p:tgtEl>
                                        <p:attrNameLst>
                                          <p:attrName>ppt_y</p:attrName>
                                        </p:attrNameLst>
                                      </p:cBhvr>
                                      <p:tavLst>
                                        <p:tav tm="0">
                                          <p:val>
                                            <p:strVal val="0-#ppt_h/2"/>
                                          </p:val>
                                        </p:tav>
                                        <p:tav tm="100000">
                                          <p:val>
                                            <p:strVal val="#ppt_y"/>
                                          </p:val>
                                        </p:tav>
                                      </p:tavLst>
                                    </p:anim>
                                  </p:childTnLst>
                                </p:cTn>
                              </p:par>
                              <p:par>
                                <p:cTn id="9" presetID="6" presetClass="emph" presetSubtype="0" decel="50000" fill="hold" grpId="0" nodeType="withEffect">
                                  <p:stCondLst>
                                    <p:cond delay="0"/>
                                  </p:stCondLst>
                                  <p:childTnLst>
                                    <p:animScale>
                                      <p:cBhvr>
                                        <p:cTn id="10" dur="5000" fill="hold"/>
                                        <p:tgtEl>
                                          <p:spTgt spid="5"/>
                                        </p:tgtEl>
                                      </p:cBhvr>
                                      <p:by x="120000" y="12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4" grpId="0" bldLvl="0" animBg="1"/>
    </p:bldLst>
  </p:timing>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cSld>
  <p:clrMapOvr>
    <a:masterClrMapping/>
  </p:clrMapOvr>
  <p:transition spd="slow">
    <p:push/>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21_Title Slide">
    <p:spTree>
      <p:nvGrpSpPr>
        <p:cNvPr id="1" name=""/>
        <p:cNvGrpSpPr/>
        <p:nvPr/>
      </p:nvGrpSpPr>
      <p:grpSpPr>
        <a:xfrm>
          <a:off x="0" y="0"/>
          <a:ext cx="0" cy="0"/>
          <a:chOff x="0" y="0"/>
          <a:chExt cx="0" cy="0"/>
        </a:xfrm>
      </p:grpSpPr>
      <p:sp>
        <p:nvSpPr>
          <p:cNvPr id="3" name="Picture Placeholder 3"/>
          <p:cNvSpPr>
            <a:spLocks noGrp="1"/>
          </p:cNvSpPr>
          <p:nvPr>
            <p:ph type="pic" sz="quarter" idx="13"/>
          </p:nvPr>
        </p:nvSpPr>
        <p:spPr>
          <a:xfrm>
            <a:off x="4164808" y="871538"/>
            <a:ext cx="4071938" cy="2543175"/>
          </a:xfrm>
          <a:custGeom>
            <a:avLst/>
            <a:gdLst>
              <a:gd name="connsiteX0" fmla="*/ 0 w 4203290"/>
              <a:gd name="connsiteY0" fmla="*/ 0 h 6858000"/>
              <a:gd name="connsiteX1" fmla="*/ 4203290 w 4203290"/>
              <a:gd name="connsiteY1" fmla="*/ 0 h 6858000"/>
              <a:gd name="connsiteX2" fmla="*/ 4203290 w 4203290"/>
              <a:gd name="connsiteY2" fmla="*/ 6858000 h 6858000"/>
              <a:gd name="connsiteX3" fmla="*/ 0 w 420329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203290" h="6858000">
                <a:moveTo>
                  <a:pt x="0" y="0"/>
                </a:moveTo>
                <a:lnTo>
                  <a:pt x="4203290" y="0"/>
                </a:lnTo>
                <a:lnTo>
                  <a:pt x="4203290" y="6858000"/>
                </a:lnTo>
                <a:lnTo>
                  <a:pt x="0" y="6858000"/>
                </a:lnTo>
                <a:close/>
              </a:path>
            </a:pathLst>
          </a:custGeom>
          <a:solidFill>
            <a:schemeClr val="bg1">
              <a:lumMod val="95000"/>
            </a:schemeClr>
          </a:solidFill>
          <a:effectLst>
            <a:outerShdw blurRad="1270000" dist="1028700" dir="8100000" sx="90000" sy="90000" algn="tr" rotWithShape="0">
              <a:schemeClr val="bg1">
                <a:lumMod val="75000"/>
                <a:alpha val="40000"/>
              </a:schemeClr>
            </a:outerShdw>
          </a:effectLst>
        </p:spPr>
        <p:txBody>
          <a:bodyPr wrap="square">
            <a:noAutofit/>
          </a:bodyPr>
          <a:lstStyle>
            <a:lvl1pPr marL="0" indent="0" algn="ctr">
              <a:buNone/>
              <a:defRPr sz="1050" b="0" i="0">
                <a:solidFill>
                  <a:schemeClr val="tx1">
                    <a:lumMod val="65000"/>
                    <a:lumOff val="35000"/>
                  </a:schemeClr>
                </a:solidFill>
                <a:latin typeface="Arial" panose="020B0604020202090204" pitchFamily="34" charset="0"/>
              </a:defRPr>
            </a:lvl1pPr>
          </a:lstStyle>
          <a:p>
            <a:endParaRPr lang="id-ID" dirty="0"/>
          </a:p>
        </p:txBody>
      </p:sp>
    </p:spTree>
  </p:cSld>
  <p:clrMapOvr>
    <a:masterClrMapping/>
  </p:clrMapOvr>
  <p:transition spd="slow">
    <p:push/>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4_Title Slide">
    <p:spTree>
      <p:nvGrpSpPr>
        <p:cNvPr id="1" name=""/>
        <p:cNvGrpSpPr/>
        <p:nvPr/>
      </p:nvGrpSpPr>
      <p:grpSpPr>
        <a:xfrm>
          <a:off x="0" y="0"/>
          <a:ext cx="0" cy="0"/>
          <a:chOff x="0" y="0"/>
          <a:chExt cx="0" cy="0"/>
        </a:xfrm>
      </p:grpSpPr>
      <p:sp>
        <p:nvSpPr>
          <p:cNvPr id="6" name="Picture Placeholder 5"/>
          <p:cNvSpPr>
            <a:spLocks noGrp="1"/>
          </p:cNvSpPr>
          <p:nvPr>
            <p:ph type="pic" sz="quarter" idx="11"/>
          </p:nvPr>
        </p:nvSpPr>
        <p:spPr>
          <a:xfrm>
            <a:off x="668145" y="1611630"/>
            <a:ext cx="2489033" cy="1531620"/>
          </a:xfrm>
          <a:custGeom>
            <a:avLst/>
            <a:gdLst>
              <a:gd name="connsiteX0" fmla="*/ 20319 w 3318710"/>
              <a:gd name="connsiteY0" fmla="*/ 0 h 2042160"/>
              <a:gd name="connsiteX1" fmla="*/ 3298390 w 3318710"/>
              <a:gd name="connsiteY1" fmla="*/ 0 h 2042160"/>
              <a:gd name="connsiteX2" fmla="*/ 3318710 w 3318710"/>
              <a:gd name="connsiteY2" fmla="*/ 20319 h 2042160"/>
              <a:gd name="connsiteX3" fmla="*/ 3318710 w 3318710"/>
              <a:gd name="connsiteY3" fmla="*/ 2021841 h 2042160"/>
              <a:gd name="connsiteX4" fmla="*/ 3298390 w 3318710"/>
              <a:gd name="connsiteY4" fmla="*/ 2042160 h 2042160"/>
              <a:gd name="connsiteX5" fmla="*/ 20319 w 3318710"/>
              <a:gd name="connsiteY5" fmla="*/ 2042160 h 2042160"/>
              <a:gd name="connsiteX6" fmla="*/ 0 w 3318710"/>
              <a:gd name="connsiteY6" fmla="*/ 2021841 h 2042160"/>
              <a:gd name="connsiteX7" fmla="*/ 0 w 3318710"/>
              <a:gd name="connsiteY7" fmla="*/ 20319 h 2042160"/>
              <a:gd name="connsiteX8" fmla="*/ 20319 w 3318710"/>
              <a:gd name="connsiteY8" fmla="*/ 0 h 2042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8710" h="2042160">
                <a:moveTo>
                  <a:pt x="20319" y="0"/>
                </a:moveTo>
                <a:lnTo>
                  <a:pt x="3298390" y="0"/>
                </a:lnTo>
                <a:cubicBezTo>
                  <a:pt x="3309613" y="0"/>
                  <a:pt x="3318710" y="9097"/>
                  <a:pt x="3318710" y="20319"/>
                </a:cubicBezTo>
                <a:lnTo>
                  <a:pt x="3318710" y="2021841"/>
                </a:lnTo>
                <a:cubicBezTo>
                  <a:pt x="3318710" y="2033063"/>
                  <a:pt x="3309613" y="2042160"/>
                  <a:pt x="3298390" y="2042160"/>
                </a:cubicBezTo>
                <a:lnTo>
                  <a:pt x="20319" y="2042160"/>
                </a:lnTo>
                <a:cubicBezTo>
                  <a:pt x="9097" y="2042160"/>
                  <a:pt x="0" y="2033063"/>
                  <a:pt x="0" y="2021841"/>
                </a:cubicBezTo>
                <a:lnTo>
                  <a:pt x="0" y="20319"/>
                </a:lnTo>
                <a:cubicBezTo>
                  <a:pt x="0" y="9097"/>
                  <a:pt x="9097" y="0"/>
                  <a:pt x="20319" y="0"/>
                </a:cubicBezTo>
                <a:close/>
              </a:path>
            </a:pathLst>
          </a:custGeom>
          <a:solidFill>
            <a:schemeClr val="bg1">
              <a:lumMod val="95000"/>
              <a:alpha val="40000"/>
            </a:schemeClr>
          </a:solidFill>
        </p:spPr>
        <p:txBody>
          <a:bodyPr wrap="square">
            <a:noAutofit/>
          </a:bodyPr>
          <a:lstStyle>
            <a:lvl1pPr marL="0" indent="0" algn="ctr">
              <a:buNone/>
              <a:defRPr sz="1050" b="0" i="0">
                <a:solidFill>
                  <a:schemeClr val="tx1">
                    <a:lumMod val="65000"/>
                    <a:lumOff val="35000"/>
                  </a:schemeClr>
                </a:solidFill>
                <a:latin typeface="Arial" panose="020B0604020202090204" pitchFamily="34" charset="0"/>
              </a:defRPr>
            </a:lvl1pPr>
          </a:lstStyle>
          <a:p>
            <a:endParaRPr lang="id-ID" dirty="0"/>
          </a:p>
        </p:txBody>
      </p:sp>
      <p:sp>
        <p:nvSpPr>
          <p:cNvPr id="7" name="Picture Placeholder 6"/>
          <p:cNvSpPr>
            <a:spLocks noGrp="1"/>
          </p:cNvSpPr>
          <p:nvPr>
            <p:ph type="pic" sz="quarter" idx="12"/>
          </p:nvPr>
        </p:nvSpPr>
        <p:spPr>
          <a:xfrm>
            <a:off x="3327485" y="1611630"/>
            <a:ext cx="2489033" cy="1531620"/>
          </a:xfrm>
          <a:custGeom>
            <a:avLst/>
            <a:gdLst>
              <a:gd name="connsiteX0" fmla="*/ 20319 w 3318710"/>
              <a:gd name="connsiteY0" fmla="*/ 0 h 2042160"/>
              <a:gd name="connsiteX1" fmla="*/ 3298390 w 3318710"/>
              <a:gd name="connsiteY1" fmla="*/ 0 h 2042160"/>
              <a:gd name="connsiteX2" fmla="*/ 3318710 w 3318710"/>
              <a:gd name="connsiteY2" fmla="*/ 20319 h 2042160"/>
              <a:gd name="connsiteX3" fmla="*/ 3318710 w 3318710"/>
              <a:gd name="connsiteY3" fmla="*/ 2021841 h 2042160"/>
              <a:gd name="connsiteX4" fmla="*/ 3298390 w 3318710"/>
              <a:gd name="connsiteY4" fmla="*/ 2042160 h 2042160"/>
              <a:gd name="connsiteX5" fmla="*/ 20319 w 3318710"/>
              <a:gd name="connsiteY5" fmla="*/ 2042160 h 2042160"/>
              <a:gd name="connsiteX6" fmla="*/ 0 w 3318710"/>
              <a:gd name="connsiteY6" fmla="*/ 2021841 h 2042160"/>
              <a:gd name="connsiteX7" fmla="*/ 0 w 3318710"/>
              <a:gd name="connsiteY7" fmla="*/ 20319 h 2042160"/>
              <a:gd name="connsiteX8" fmla="*/ 20319 w 3318710"/>
              <a:gd name="connsiteY8" fmla="*/ 0 h 2042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8710" h="2042160">
                <a:moveTo>
                  <a:pt x="20319" y="0"/>
                </a:moveTo>
                <a:lnTo>
                  <a:pt x="3298390" y="0"/>
                </a:lnTo>
                <a:cubicBezTo>
                  <a:pt x="3309613" y="0"/>
                  <a:pt x="3318710" y="9097"/>
                  <a:pt x="3318710" y="20319"/>
                </a:cubicBezTo>
                <a:lnTo>
                  <a:pt x="3318710" y="2021841"/>
                </a:lnTo>
                <a:cubicBezTo>
                  <a:pt x="3318710" y="2033063"/>
                  <a:pt x="3309613" y="2042160"/>
                  <a:pt x="3298390" y="2042160"/>
                </a:cubicBezTo>
                <a:lnTo>
                  <a:pt x="20319" y="2042160"/>
                </a:lnTo>
                <a:cubicBezTo>
                  <a:pt x="9097" y="2042160"/>
                  <a:pt x="0" y="2033063"/>
                  <a:pt x="0" y="2021841"/>
                </a:cubicBezTo>
                <a:lnTo>
                  <a:pt x="0" y="20319"/>
                </a:lnTo>
                <a:cubicBezTo>
                  <a:pt x="0" y="9097"/>
                  <a:pt x="9097" y="0"/>
                  <a:pt x="20319" y="0"/>
                </a:cubicBezTo>
                <a:close/>
              </a:path>
            </a:pathLst>
          </a:custGeom>
          <a:solidFill>
            <a:schemeClr val="bg1">
              <a:lumMod val="95000"/>
              <a:alpha val="40000"/>
            </a:schemeClr>
          </a:solidFill>
        </p:spPr>
        <p:txBody>
          <a:bodyPr wrap="square">
            <a:noAutofit/>
          </a:bodyPr>
          <a:lstStyle>
            <a:lvl1pPr marL="0" indent="0" algn="ctr">
              <a:buNone/>
              <a:defRPr sz="1050" b="0" i="0">
                <a:solidFill>
                  <a:schemeClr val="tx1">
                    <a:lumMod val="65000"/>
                    <a:lumOff val="35000"/>
                  </a:schemeClr>
                </a:solidFill>
                <a:latin typeface="Arial" panose="020B0604020202090204" pitchFamily="34" charset="0"/>
              </a:defRPr>
            </a:lvl1pPr>
          </a:lstStyle>
          <a:p>
            <a:endParaRPr lang="id-ID" dirty="0"/>
          </a:p>
        </p:txBody>
      </p:sp>
      <p:sp>
        <p:nvSpPr>
          <p:cNvPr id="8" name="Picture Placeholder 7"/>
          <p:cNvSpPr>
            <a:spLocks noGrp="1"/>
          </p:cNvSpPr>
          <p:nvPr>
            <p:ph type="pic" sz="quarter" idx="13"/>
          </p:nvPr>
        </p:nvSpPr>
        <p:spPr>
          <a:xfrm>
            <a:off x="5986827" y="1611630"/>
            <a:ext cx="2489033" cy="1531620"/>
          </a:xfrm>
          <a:custGeom>
            <a:avLst/>
            <a:gdLst>
              <a:gd name="connsiteX0" fmla="*/ 20319 w 3318710"/>
              <a:gd name="connsiteY0" fmla="*/ 0 h 2042160"/>
              <a:gd name="connsiteX1" fmla="*/ 3298390 w 3318710"/>
              <a:gd name="connsiteY1" fmla="*/ 0 h 2042160"/>
              <a:gd name="connsiteX2" fmla="*/ 3318710 w 3318710"/>
              <a:gd name="connsiteY2" fmla="*/ 20319 h 2042160"/>
              <a:gd name="connsiteX3" fmla="*/ 3318710 w 3318710"/>
              <a:gd name="connsiteY3" fmla="*/ 2021841 h 2042160"/>
              <a:gd name="connsiteX4" fmla="*/ 3298390 w 3318710"/>
              <a:gd name="connsiteY4" fmla="*/ 2042160 h 2042160"/>
              <a:gd name="connsiteX5" fmla="*/ 20319 w 3318710"/>
              <a:gd name="connsiteY5" fmla="*/ 2042160 h 2042160"/>
              <a:gd name="connsiteX6" fmla="*/ 0 w 3318710"/>
              <a:gd name="connsiteY6" fmla="*/ 2021841 h 2042160"/>
              <a:gd name="connsiteX7" fmla="*/ 0 w 3318710"/>
              <a:gd name="connsiteY7" fmla="*/ 20319 h 2042160"/>
              <a:gd name="connsiteX8" fmla="*/ 20319 w 3318710"/>
              <a:gd name="connsiteY8" fmla="*/ 0 h 2042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8710" h="2042160">
                <a:moveTo>
                  <a:pt x="20319" y="0"/>
                </a:moveTo>
                <a:lnTo>
                  <a:pt x="3298390" y="0"/>
                </a:lnTo>
                <a:cubicBezTo>
                  <a:pt x="3309613" y="0"/>
                  <a:pt x="3318710" y="9097"/>
                  <a:pt x="3318710" y="20319"/>
                </a:cubicBezTo>
                <a:lnTo>
                  <a:pt x="3318710" y="2021841"/>
                </a:lnTo>
                <a:cubicBezTo>
                  <a:pt x="3318710" y="2033063"/>
                  <a:pt x="3309613" y="2042160"/>
                  <a:pt x="3298390" y="2042160"/>
                </a:cubicBezTo>
                <a:lnTo>
                  <a:pt x="20319" y="2042160"/>
                </a:lnTo>
                <a:cubicBezTo>
                  <a:pt x="9097" y="2042160"/>
                  <a:pt x="0" y="2033063"/>
                  <a:pt x="0" y="2021841"/>
                </a:cubicBezTo>
                <a:lnTo>
                  <a:pt x="0" y="20319"/>
                </a:lnTo>
                <a:cubicBezTo>
                  <a:pt x="0" y="9097"/>
                  <a:pt x="9097" y="0"/>
                  <a:pt x="20319" y="0"/>
                </a:cubicBezTo>
                <a:close/>
              </a:path>
            </a:pathLst>
          </a:custGeom>
          <a:solidFill>
            <a:schemeClr val="bg1">
              <a:lumMod val="95000"/>
              <a:alpha val="40000"/>
            </a:schemeClr>
          </a:solidFill>
        </p:spPr>
        <p:txBody>
          <a:bodyPr wrap="square">
            <a:noAutofit/>
          </a:bodyPr>
          <a:lstStyle>
            <a:lvl1pPr marL="0" indent="0" algn="ctr">
              <a:buNone/>
              <a:defRPr sz="1050" b="0" i="0">
                <a:solidFill>
                  <a:schemeClr val="tx1">
                    <a:lumMod val="65000"/>
                    <a:lumOff val="35000"/>
                  </a:schemeClr>
                </a:solidFill>
                <a:latin typeface="Arial" panose="020B0604020202090204" pitchFamily="34" charset="0"/>
              </a:defRPr>
            </a:lvl1pPr>
          </a:lstStyle>
          <a:p>
            <a:endParaRPr lang="id-ID" dirty="0"/>
          </a:p>
        </p:txBody>
      </p:sp>
    </p:spTree>
  </p:cSld>
  <p:clrMapOvr>
    <a:masterClrMapping/>
  </p:clrMapOvr>
  <p:transition spd="slow">
    <p:push/>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14_Title Slide">
    <p:spTree>
      <p:nvGrpSpPr>
        <p:cNvPr id="1" name=""/>
        <p:cNvGrpSpPr/>
        <p:nvPr/>
      </p:nvGrpSpPr>
      <p:grpSpPr>
        <a:xfrm>
          <a:off x="0" y="0"/>
          <a:ext cx="0" cy="0"/>
          <a:chOff x="0" y="0"/>
          <a:chExt cx="0" cy="0"/>
        </a:xfrm>
      </p:grpSpPr>
      <p:sp>
        <p:nvSpPr>
          <p:cNvPr id="8" name="Picture Placeholder 7"/>
          <p:cNvSpPr>
            <a:spLocks noGrp="1"/>
          </p:cNvSpPr>
          <p:nvPr>
            <p:ph type="pic" sz="quarter" idx="11"/>
          </p:nvPr>
        </p:nvSpPr>
        <p:spPr>
          <a:xfrm>
            <a:off x="4280038" y="837331"/>
            <a:ext cx="4157750" cy="3635132"/>
          </a:xfrm>
          <a:custGeom>
            <a:avLst/>
            <a:gdLst>
              <a:gd name="connsiteX0" fmla="*/ 1456042 w 5543667"/>
              <a:gd name="connsiteY0" fmla="*/ 61 h 4846843"/>
              <a:gd name="connsiteX1" fmla="*/ 2254209 w 5543667"/>
              <a:gd name="connsiteY1" fmla="*/ 234962 h 4846843"/>
              <a:gd name="connsiteX2" fmla="*/ 3353395 w 5543667"/>
              <a:gd name="connsiteY2" fmla="*/ 478574 h 4846843"/>
              <a:gd name="connsiteX3" fmla="*/ 3480149 w 5543667"/>
              <a:gd name="connsiteY3" fmla="*/ 493116 h 4846843"/>
              <a:gd name="connsiteX4" fmla="*/ 4685255 w 5543667"/>
              <a:gd name="connsiteY4" fmla="*/ 1074150 h 4846843"/>
              <a:gd name="connsiteX5" fmla="*/ 5481485 w 5543667"/>
              <a:gd name="connsiteY5" fmla="*/ 2246976 h 4846843"/>
              <a:gd name="connsiteX6" fmla="*/ 5395406 w 5543667"/>
              <a:gd name="connsiteY6" fmla="*/ 3817917 h 4846843"/>
              <a:gd name="connsiteX7" fmla="*/ 3802945 w 5543667"/>
              <a:gd name="connsiteY7" fmla="*/ 4829345 h 4846843"/>
              <a:gd name="connsiteX8" fmla="*/ 2006047 w 5543667"/>
              <a:gd name="connsiteY8" fmla="*/ 3153077 h 4846843"/>
              <a:gd name="connsiteX9" fmla="*/ 118689 w 5543667"/>
              <a:gd name="connsiteY9" fmla="*/ 2055653 h 4846843"/>
              <a:gd name="connsiteX10" fmla="*/ 792416 w 5543667"/>
              <a:gd name="connsiteY10" fmla="*/ 134255 h 4846843"/>
              <a:gd name="connsiteX11" fmla="*/ 1456042 w 5543667"/>
              <a:gd name="connsiteY11" fmla="*/ 61 h 4846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43667" h="4846843">
                <a:moveTo>
                  <a:pt x="1456042" y="61"/>
                </a:moveTo>
                <a:cubicBezTo>
                  <a:pt x="1830281" y="3860"/>
                  <a:pt x="2000678" y="185530"/>
                  <a:pt x="2254209" y="234962"/>
                </a:cubicBezTo>
                <a:cubicBezTo>
                  <a:pt x="2676920" y="317380"/>
                  <a:pt x="3149071" y="435549"/>
                  <a:pt x="3353395" y="478574"/>
                </a:cubicBezTo>
                <a:cubicBezTo>
                  <a:pt x="3395218" y="479808"/>
                  <a:pt x="3437558" y="484375"/>
                  <a:pt x="3480149" y="493116"/>
                </a:cubicBezTo>
                <a:cubicBezTo>
                  <a:pt x="3820878" y="563056"/>
                  <a:pt x="4348111" y="789012"/>
                  <a:pt x="4685255" y="1074150"/>
                </a:cubicBezTo>
                <a:cubicBezTo>
                  <a:pt x="5022397" y="1359287"/>
                  <a:pt x="5363126" y="1789682"/>
                  <a:pt x="5481485" y="2246976"/>
                </a:cubicBezTo>
                <a:cubicBezTo>
                  <a:pt x="5599843" y="2704270"/>
                  <a:pt x="5537077" y="3405455"/>
                  <a:pt x="5395406" y="3817917"/>
                </a:cubicBezTo>
                <a:cubicBezTo>
                  <a:pt x="5115649" y="4248312"/>
                  <a:pt x="4900520" y="4968188"/>
                  <a:pt x="3802945" y="4829345"/>
                </a:cubicBezTo>
                <a:cubicBezTo>
                  <a:pt x="2705370" y="4690502"/>
                  <a:pt x="2704197" y="3587322"/>
                  <a:pt x="2006047" y="3153077"/>
                </a:cubicBezTo>
                <a:cubicBezTo>
                  <a:pt x="1307896" y="2718831"/>
                  <a:pt x="320961" y="2558790"/>
                  <a:pt x="118689" y="2055653"/>
                </a:cubicBezTo>
                <a:cubicBezTo>
                  <a:pt x="-83583" y="1552515"/>
                  <a:pt x="-122900" y="462571"/>
                  <a:pt x="792416" y="134255"/>
                </a:cubicBezTo>
                <a:cubicBezTo>
                  <a:pt x="1073708" y="33357"/>
                  <a:pt x="1285933" y="-1666"/>
                  <a:pt x="1456042" y="61"/>
                </a:cubicBezTo>
                <a:close/>
              </a:path>
            </a:pathLst>
          </a:custGeom>
          <a:solidFill>
            <a:schemeClr val="bg1">
              <a:lumMod val="95000"/>
              <a:alpha val="40000"/>
            </a:schemeClr>
          </a:solidFill>
        </p:spPr>
        <p:txBody>
          <a:bodyPr wrap="square">
            <a:noAutofit/>
          </a:bodyPr>
          <a:lstStyle>
            <a:lvl1pPr marL="0" indent="0" algn="ctr">
              <a:buNone/>
              <a:defRPr sz="1050" b="0" i="0">
                <a:solidFill>
                  <a:schemeClr val="tx1">
                    <a:lumMod val="65000"/>
                    <a:lumOff val="35000"/>
                  </a:schemeClr>
                </a:solidFill>
                <a:latin typeface="Arial" panose="020B0604020202090204" pitchFamily="34" charset="0"/>
              </a:defRPr>
            </a:lvl1pPr>
          </a:lstStyle>
          <a:p>
            <a:endParaRPr lang="id-ID" dirty="0"/>
          </a:p>
        </p:txBody>
      </p:sp>
    </p:spTree>
  </p:cSld>
  <p:clrMapOvr>
    <a:masterClrMapping/>
  </p:clrMapOvr>
  <p:transition spd="slow">
    <p:push/>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7_Title Slide">
    <p:spTree>
      <p:nvGrpSpPr>
        <p:cNvPr id="1" name=""/>
        <p:cNvGrpSpPr/>
        <p:nvPr/>
      </p:nvGrpSpPr>
      <p:grpSpPr>
        <a:xfrm>
          <a:off x="0" y="0"/>
          <a:ext cx="0" cy="0"/>
          <a:chOff x="0" y="0"/>
          <a:chExt cx="0" cy="0"/>
        </a:xfrm>
      </p:grpSpPr>
      <p:sp>
        <p:nvSpPr>
          <p:cNvPr id="7" name="Picture Placeholder 36"/>
          <p:cNvSpPr>
            <a:spLocks noGrp="1"/>
          </p:cNvSpPr>
          <p:nvPr>
            <p:ph type="pic" sz="quarter" idx="11"/>
          </p:nvPr>
        </p:nvSpPr>
        <p:spPr>
          <a:xfrm>
            <a:off x="1097183" y="1894492"/>
            <a:ext cx="898673" cy="924533"/>
          </a:xfrm>
          <a:custGeom>
            <a:avLst/>
            <a:gdLst>
              <a:gd name="connsiteX0" fmla="*/ 716294 w 4297680"/>
              <a:gd name="connsiteY0" fmla="*/ 0 h 4297680"/>
              <a:gd name="connsiteX1" fmla="*/ 3581386 w 4297680"/>
              <a:gd name="connsiteY1" fmla="*/ 0 h 4297680"/>
              <a:gd name="connsiteX2" fmla="*/ 4297680 w 4297680"/>
              <a:gd name="connsiteY2" fmla="*/ 716294 h 4297680"/>
              <a:gd name="connsiteX3" fmla="*/ 4297680 w 4297680"/>
              <a:gd name="connsiteY3" fmla="*/ 3581386 h 4297680"/>
              <a:gd name="connsiteX4" fmla="*/ 3581386 w 4297680"/>
              <a:gd name="connsiteY4" fmla="*/ 4297680 h 4297680"/>
              <a:gd name="connsiteX5" fmla="*/ 716294 w 4297680"/>
              <a:gd name="connsiteY5" fmla="*/ 4297680 h 4297680"/>
              <a:gd name="connsiteX6" fmla="*/ 0 w 4297680"/>
              <a:gd name="connsiteY6" fmla="*/ 3581386 h 4297680"/>
              <a:gd name="connsiteX7" fmla="*/ 0 w 4297680"/>
              <a:gd name="connsiteY7" fmla="*/ 716294 h 4297680"/>
              <a:gd name="connsiteX8" fmla="*/ 716294 w 4297680"/>
              <a:gd name="connsiteY8" fmla="*/ 0 h 429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97680" h="4297680">
                <a:moveTo>
                  <a:pt x="716294" y="0"/>
                </a:moveTo>
                <a:lnTo>
                  <a:pt x="3581386" y="0"/>
                </a:lnTo>
                <a:cubicBezTo>
                  <a:pt x="3976984" y="0"/>
                  <a:pt x="4297680" y="320696"/>
                  <a:pt x="4297680" y="716294"/>
                </a:cubicBezTo>
                <a:lnTo>
                  <a:pt x="4297680" y="3581386"/>
                </a:lnTo>
                <a:cubicBezTo>
                  <a:pt x="4297680" y="3976984"/>
                  <a:pt x="3976984" y="4297680"/>
                  <a:pt x="3581386" y="4297680"/>
                </a:cubicBezTo>
                <a:lnTo>
                  <a:pt x="716294" y="4297680"/>
                </a:lnTo>
                <a:cubicBezTo>
                  <a:pt x="320696" y="4297680"/>
                  <a:pt x="0" y="3976984"/>
                  <a:pt x="0" y="3581386"/>
                </a:cubicBezTo>
                <a:lnTo>
                  <a:pt x="0" y="716294"/>
                </a:lnTo>
                <a:cubicBezTo>
                  <a:pt x="0" y="320696"/>
                  <a:pt x="320696" y="0"/>
                  <a:pt x="716294" y="0"/>
                </a:cubicBezTo>
                <a:close/>
              </a:path>
            </a:pathLst>
          </a:custGeom>
          <a:solidFill>
            <a:schemeClr val="bg1">
              <a:lumMod val="95000"/>
            </a:schemeClr>
          </a:solidFill>
          <a:effectLst/>
        </p:spPr>
        <p:txBody>
          <a:bodyPr wrap="square">
            <a:noAutofit/>
          </a:bodyPr>
          <a:lstStyle>
            <a:lvl1pPr marL="0" indent="0" algn="ctr">
              <a:buNone/>
              <a:defRPr sz="1050" b="0" i="0">
                <a:solidFill>
                  <a:schemeClr val="bg1">
                    <a:lumMod val="50000"/>
                  </a:schemeClr>
                </a:solidFill>
                <a:latin typeface="Arial" panose="020B0604020202090204" pitchFamily="34" charset="0"/>
              </a:defRPr>
            </a:lvl1pPr>
          </a:lstStyle>
          <a:p>
            <a:endParaRPr lang="id-ID" dirty="0"/>
          </a:p>
        </p:txBody>
      </p:sp>
      <p:sp>
        <p:nvSpPr>
          <p:cNvPr id="8" name="Picture Placeholder 36"/>
          <p:cNvSpPr>
            <a:spLocks noGrp="1"/>
          </p:cNvSpPr>
          <p:nvPr>
            <p:ph type="pic" sz="quarter" idx="12"/>
          </p:nvPr>
        </p:nvSpPr>
        <p:spPr>
          <a:xfrm>
            <a:off x="2248864" y="1894492"/>
            <a:ext cx="898673" cy="924533"/>
          </a:xfrm>
          <a:custGeom>
            <a:avLst/>
            <a:gdLst>
              <a:gd name="connsiteX0" fmla="*/ 716294 w 4297680"/>
              <a:gd name="connsiteY0" fmla="*/ 0 h 4297680"/>
              <a:gd name="connsiteX1" fmla="*/ 3581386 w 4297680"/>
              <a:gd name="connsiteY1" fmla="*/ 0 h 4297680"/>
              <a:gd name="connsiteX2" fmla="*/ 4297680 w 4297680"/>
              <a:gd name="connsiteY2" fmla="*/ 716294 h 4297680"/>
              <a:gd name="connsiteX3" fmla="*/ 4297680 w 4297680"/>
              <a:gd name="connsiteY3" fmla="*/ 3581386 h 4297680"/>
              <a:gd name="connsiteX4" fmla="*/ 3581386 w 4297680"/>
              <a:gd name="connsiteY4" fmla="*/ 4297680 h 4297680"/>
              <a:gd name="connsiteX5" fmla="*/ 716294 w 4297680"/>
              <a:gd name="connsiteY5" fmla="*/ 4297680 h 4297680"/>
              <a:gd name="connsiteX6" fmla="*/ 0 w 4297680"/>
              <a:gd name="connsiteY6" fmla="*/ 3581386 h 4297680"/>
              <a:gd name="connsiteX7" fmla="*/ 0 w 4297680"/>
              <a:gd name="connsiteY7" fmla="*/ 716294 h 4297680"/>
              <a:gd name="connsiteX8" fmla="*/ 716294 w 4297680"/>
              <a:gd name="connsiteY8" fmla="*/ 0 h 429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97680" h="4297680">
                <a:moveTo>
                  <a:pt x="716294" y="0"/>
                </a:moveTo>
                <a:lnTo>
                  <a:pt x="3581386" y="0"/>
                </a:lnTo>
                <a:cubicBezTo>
                  <a:pt x="3976984" y="0"/>
                  <a:pt x="4297680" y="320696"/>
                  <a:pt x="4297680" y="716294"/>
                </a:cubicBezTo>
                <a:lnTo>
                  <a:pt x="4297680" y="3581386"/>
                </a:lnTo>
                <a:cubicBezTo>
                  <a:pt x="4297680" y="3976984"/>
                  <a:pt x="3976984" y="4297680"/>
                  <a:pt x="3581386" y="4297680"/>
                </a:cubicBezTo>
                <a:lnTo>
                  <a:pt x="716294" y="4297680"/>
                </a:lnTo>
                <a:cubicBezTo>
                  <a:pt x="320696" y="4297680"/>
                  <a:pt x="0" y="3976984"/>
                  <a:pt x="0" y="3581386"/>
                </a:cubicBezTo>
                <a:lnTo>
                  <a:pt x="0" y="716294"/>
                </a:lnTo>
                <a:cubicBezTo>
                  <a:pt x="0" y="320696"/>
                  <a:pt x="320696" y="0"/>
                  <a:pt x="716294" y="0"/>
                </a:cubicBezTo>
                <a:close/>
              </a:path>
            </a:pathLst>
          </a:custGeom>
          <a:solidFill>
            <a:schemeClr val="bg1">
              <a:lumMod val="95000"/>
            </a:schemeClr>
          </a:solidFill>
          <a:effectLst/>
        </p:spPr>
        <p:txBody>
          <a:bodyPr wrap="square">
            <a:noAutofit/>
          </a:bodyPr>
          <a:lstStyle>
            <a:lvl1pPr marL="0" indent="0" algn="ctr">
              <a:buNone/>
              <a:defRPr sz="1050" b="0" i="0">
                <a:solidFill>
                  <a:schemeClr val="bg1">
                    <a:lumMod val="50000"/>
                  </a:schemeClr>
                </a:solidFill>
                <a:latin typeface="Arial" panose="020B0604020202090204" pitchFamily="34" charset="0"/>
              </a:defRPr>
            </a:lvl1pPr>
          </a:lstStyle>
          <a:p>
            <a:endParaRPr lang="id-ID" dirty="0"/>
          </a:p>
        </p:txBody>
      </p:sp>
      <p:sp>
        <p:nvSpPr>
          <p:cNvPr id="9" name="Picture Placeholder 36"/>
          <p:cNvSpPr>
            <a:spLocks noGrp="1"/>
          </p:cNvSpPr>
          <p:nvPr>
            <p:ph type="pic" sz="quarter" idx="13"/>
          </p:nvPr>
        </p:nvSpPr>
        <p:spPr>
          <a:xfrm>
            <a:off x="3400544" y="1894492"/>
            <a:ext cx="898673" cy="924533"/>
          </a:xfrm>
          <a:custGeom>
            <a:avLst/>
            <a:gdLst>
              <a:gd name="connsiteX0" fmla="*/ 716294 w 4297680"/>
              <a:gd name="connsiteY0" fmla="*/ 0 h 4297680"/>
              <a:gd name="connsiteX1" fmla="*/ 3581386 w 4297680"/>
              <a:gd name="connsiteY1" fmla="*/ 0 h 4297680"/>
              <a:gd name="connsiteX2" fmla="*/ 4297680 w 4297680"/>
              <a:gd name="connsiteY2" fmla="*/ 716294 h 4297680"/>
              <a:gd name="connsiteX3" fmla="*/ 4297680 w 4297680"/>
              <a:gd name="connsiteY3" fmla="*/ 3581386 h 4297680"/>
              <a:gd name="connsiteX4" fmla="*/ 3581386 w 4297680"/>
              <a:gd name="connsiteY4" fmla="*/ 4297680 h 4297680"/>
              <a:gd name="connsiteX5" fmla="*/ 716294 w 4297680"/>
              <a:gd name="connsiteY5" fmla="*/ 4297680 h 4297680"/>
              <a:gd name="connsiteX6" fmla="*/ 0 w 4297680"/>
              <a:gd name="connsiteY6" fmla="*/ 3581386 h 4297680"/>
              <a:gd name="connsiteX7" fmla="*/ 0 w 4297680"/>
              <a:gd name="connsiteY7" fmla="*/ 716294 h 4297680"/>
              <a:gd name="connsiteX8" fmla="*/ 716294 w 4297680"/>
              <a:gd name="connsiteY8" fmla="*/ 0 h 429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97680" h="4297680">
                <a:moveTo>
                  <a:pt x="716294" y="0"/>
                </a:moveTo>
                <a:lnTo>
                  <a:pt x="3581386" y="0"/>
                </a:lnTo>
                <a:cubicBezTo>
                  <a:pt x="3976984" y="0"/>
                  <a:pt x="4297680" y="320696"/>
                  <a:pt x="4297680" y="716294"/>
                </a:cubicBezTo>
                <a:lnTo>
                  <a:pt x="4297680" y="3581386"/>
                </a:lnTo>
                <a:cubicBezTo>
                  <a:pt x="4297680" y="3976984"/>
                  <a:pt x="3976984" y="4297680"/>
                  <a:pt x="3581386" y="4297680"/>
                </a:cubicBezTo>
                <a:lnTo>
                  <a:pt x="716294" y="4297680"/>
                </a:lnTo>
                <a:cubicBezTo>
                  <a:pt x="320696" y="4297680"/>
                  <a:pt x="0" y="3976984"/>
                  <a:pt x="0" y="3581386"/>
                </a:cubicBezTo>
                <a:lnTo>
                  <a:pt x="0" y="716294"/>
                </a:lnTo>
                <a:cubicBezTo>
                  <a:pt x="0" y="320696"/>
                  <a:pt x="320696" y="0"/>
                  <a:pt x="716294" y="0"/>
                </a:cubicBezTo>
                <a:close/>
              </a:path>
            </a:pathLst>
          </a:custGeom>
          <a:solidFill>
            <a:schemeClr val="bg1">
              <a:lumMod val="95000"/>
            </a:schemeClr>
          </a:solidFill>
          <a:effectLst/>
        </p:spPr>
        <p:txBody>
          <a:bodyPr wrap="square">
            <a:noAutofit/>
          </a:bodyPr>
          <a:lstStyle>
            <a:lvl1pPr marL="0" indent="0" algn="ctr">
              <a:buNone/>
              <a:defRPr sz="1050" b="0" i="0">
                <a:solidFill>
                  <a:schemeClr val="bg1">
                    <a:lumMod val="50000"/>
                  </a:schemeClr>
                </a:solidFill>
                <a:latin typeface="Arial" panose="020B0604020202090204" pitchFamily="34" charset="0"/>
              </a:defRPr>
            </a:lvl1pPr>
          </a:lstStyle>
          <a:p>
            <a:endParaRPr lang="id-ID" dirty="0"/>
          </a:p>
        </p:txBody>
      </p:sp>
      <p:sp>
        <p:nvSpPr>
          <p:cNvPr id="10" name="Picture Placeholder 36"/>
          <p:cNvSpPr>
            <a:spLocks noGrp="1"/>
          </p:cNvSpPr>
          <p:nvPr>
            <p:ph type="pic" sz="quarter" idx="14"/>
          </p:nvPr>
        </p:nvSpPr>
        <p:spPr>
          <a:xfrm>
            <a:off x="4552225" y="1894492"/>
            <a:ext cx="898673" cy="924533"/>
          </a:xfrm>
          <a:custGeom>
            <a:avLst/>
            <a:gdLst>
              <a:gd name="connsiteX0" fmla="*/ 716294 w 4297680"/>
              <a:gd name="connsiteY0" fmla="*/ 0 h 4297680"/>
              <a:gd name="connsiteX1" fmla="*/ 3581386 w 4297680"/>
              <a:gd name="connsiteY1" fmla="*/ 0 h 4297680"/>
              <a:gd name="connsiteX2" fmla="*/ 4297680 w 4297680"/>
              <a:gd name="connsiteY2" fmla="*/ 716294 h 4297680"/>
              <a:gd name="connsiteX3" fmla="*/ 4297680 w 4297680"/>
              <a:gd name="connsiteY3" fmla="*/ 3581386 h 4297680"/>
              <a:gd name="connsiteX4" fmla="*/ 3581386 w 4297680"/>
              <a:gd name="connsiteY4" fmla="*/ 4297680 h 4297680"/>
              <a:gd name="connsiteX5" fmla="*/ 716294 w 4297680"/>
              <a:gd name="connsiteY5" fmla="*/ 4297680 h 4297680"/>
              <a:gd name="connsiteX6" fmla="*/ 0 w 4297680"/>
              <a:gd name="connsiteY6" fmla="*/ 3581386 h 4297680"/>
              <a:gd name="connsiteX7" fmla="*/ 0 w 4297680"/>
              <a:gd name="connsiteY7" fmla="*/ 716294 h 4297680"/>
              <a:gd name="connsiteX8" fmla="*/ 716294 w 4297680"/>
              <a:gd name="connsiteY8" fmla="*/ 0 h 429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97680" h="4297680">
                <a:moveTo>
                  <a:pt x="716294" y="0"/>
                </a:moveTo>
                <a:lnTo>
                  <a:pt x="3581386" y="0"/>
                </a:lnTo>
                <a:cubicBezTo>
                  <a:pt x="3976984" y="0"/>
                  <a:pt x="4297680" y="320696"/>
                  <a:pt x="4297680" y="716294"/>
                </a:cubicBezTo>
                <a:lnTo>
                  <a:pt x="4297680" y="3581386"/>
                </a:lnTo>
                <a:cubicBezTo>
                  <a:pt x="4297680" y="3976984"/>
                  <a:pt x="3976984" y="4297680"/>
                  <a:pt x="3581386" y="4297680"/>
                </a:cubicBezTo>
                <a:lnTo>
                  <a:pt x="716294" y="4297680"/>
                </a:lnTo>
                <a:cubicBezTo>
                  <a:pt x="320696" y="4297680"/>
                  <a:pt x="0" y="3976984"/>
                  <a:pt x="0" y="3581386"/>
                </a:cubicBezTo>
                <a:lnTo>
                  <a:pt x="0" y="716294"/>
                </a:lnTo>
                <a:cubicBezTo>
                  <a:pt x="0" y="320696"/>
                  <a:pt x="320696" y="0"/>
                  <a:pt x="716294" y="0"/>
                </a:cubicBezTo>
                <a:close/>
              </a:path>
            </a:pathLst>
          </a:custGeom>
          <a:solidFill>
            <a:schemeClr val="bg1">
              <a:lumMod val="95000"/>
            </a:schemeClr>
          </a:solidFill>
          <a:effectLst/>
        </p:spPr>
        <p:txBody>
          <a:bodyPr wrap="square">
            <a:noAutofit/>
          </a:bodyPr>
          <a:lstStyle>
            <a:lvl1pPr marL="0" indent="0" algn="ctr">
              <a:buNone/>
              <a:defRPr sz="1050" b="0" i="0">
                <a:solidFill>
                  <a:schemeClr val="bg1">
                    <a:lumMod val="50000"/>
                  </a:schemeClr>
                </a:solidFill>
                <a:latin typeface="Arial" panose="020B0604020202090204" pitchFamily="34" charset="0"/>
              </a:defRPr>
            </a:lvl1pPr>
          </a:lstStyle>
          <a:p>
            <a:endParaRPr lang="id-ID" dirty="0"/>
          </a:p>
        </p:txBody>
      </p:sp>
    </p:spTree>
  </p:cSld>
  <p:clrMapOvr>
    <a:masterClrMapping/>
  </p:clrMapOvr>
  <p:transition spd="slow">
    <p:push/>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12_Title Slide">
    <p:spTree>
      <p:nvGrpSpPr>
        <p:cNvPr id="1" name=""/>
        <p:cNvGrpSpPr/>
        <p:nvPr/>
      </p:nvGrpSpPr>
      <p:grpSpPr>
        <a:xfrm>
          <a:off x="0" y="0"/>
          <a:ext cx="0" cy="0"/>
          <a:chOff x="0" y="0"/>
          <a:chExt cx="0" cy="0"/>
        </a:xfrm>
      </p:grpSpPr>
      <p:sp>
        <p:nvSpPr>
          <p:cNvPr id="5" name="Picture Placeholder 6"/>
          <p:cNvSpPr>
            <a:spLocks noGrp="1"/>
          </p:cNvSpPr>
          <p:nvPr>
            <p:ph type="pic" sz="quarter" idx="11"/>
          </p:nvPr>
        </p:nvSpPr>
        <p:spPr>
          <a:xfrm>
            <a:off x="5830569" y="2178779"/>
            <a:ext cx="675413" cy="674370"/>
          </a:xfrm>
          <a:custGeom>
            <a:avLst/>
            <a:gdLst>
              <a:gd name="connsiteX0" fmla="*/ 501446 w 1002892"/>
              <a:gd name="connsiteY0" fmla="*/ 0 h 1002892"/>
              <a:gd name="connsiteX1" fmla="*/ 1002892 w 1002892"/>
              <a:gd name="connsiteY1" fmla="*/ 501446 h 1002892"/>
              <a:gd name="connsiteX2" fmla="*/ 501446 w 1002892"/>
              <a:gd name="connsiteY2" fmla="*/ 1002892 h 1002892"/>
              <a:gd name="connsiteX3" fmla="*/ 0 w 1002892"/>
              <a:gd name="connsiteY3" fmla="*/ 501446 h 1002892"/>
              <a:gd name="connsiteX4" fmla="*/ 501446 w 1002892"/>
              <a:gd name="connsiteY4" fmla="*/ 0 h 1002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2892" h="1002892">
                <a:moveTo>
                  <a:pt x="501446" y="0"/>
                </a:moveTo>
                <a:cubicBezTo>
                  <a:pt x="778387" y="0"/>
                  <a:pt x="1002892" y="224505"/>
                  <a:pt x="1002892" y="501446"/>
                </a:cubicBezTo>
                <a:cubicBezTo>
                  <a:pt x="1002892" y="778387"/>
                  <a:pt x="778387" y="1002892"/>
                  <a:pt x="501446" y="1002892"/>
                </a:cubicBezTo>
                <a:cubicBezTo>
                  <a:pt x="224505" y="1002892"/>
                  <a:pt x="0" y="778387"/>
                  <a:pt x="0" y="501446"/>
                </a:cubicBezTo>
                <a:cubicBezTo>
                  <a:pt x="0" y="224505"/>
                  <a:pt x="224505" y="0"/>
                  <a:pt x="501446" y="0"/>
                </a:cubicBezTo>
                <a:close/>
              </a:path>
            </a:pathLst>
          </a:custGeom>
          <a:solidFill>
            <a:schemeClr val="bg1">
              <a:lumMod val="95000"/>
            </a:schemeClr>
          </a:solidFill>
        </p:spPr>
        <p:txBody>
          <a:bodyPr wrap="square">
            <a:noAutofit/>
          </a:bodyPr>
          <a:lstStyle>
            <a:lvl1pPr marL="0" indent="0" algn="ctr">
              <a:buNone/>
              <a:defRPr sz="940" b="0" i="0">
                <a:solidFill>
                  <a:schemeClr val="tx1">
                    <a:lumMod val="50000"/>
                    <a:lumOff val="50000"/>
                  </a:schemeClr>
                </a:solidFill>
                <a:latin typeface="Arial" panose="020B0604020202090204" pitchFamily="34" charset="0"/>
              </a:defRPr>
            </a:lvl1pPr>
          </a:lstStyle>
          <a:p>
            <a:endParaRPr lang="id-ID" dirty="0"/>
          </a:p>
        </p:txBody>
      </p:sp>
      <p:sp>
        <p:nvSpPr>
          <p:cNvPr id="4" name="Picture Placeholder 6"/>
          <p:cNvSpPr>
            <a:spLocks noGrp="1"/>
          </p:cNvSpPr>
          <p:nvPr>
            <p:ph type="pic" sz="quarter" idx="10"/>
          </p:nvPr>
        </p:nvSpPr>
        <p:spPr>
          <a:xfrm>
            <a:off x="2638020" y="2178779"/>
            <a:ext cx="675413" cy="674370"/>
          </a:xfrm>
          <a:custGeom>
            <a:avLst/>
            <a:gdLst>
              <a:gd name="connsiteX0" fmla="*/ 501446 w 1002892"/>
              <a:gd name="connsiteY0" fmla="*/ 0 h 1002892"/>
              <a:gd name="connsiteX1" fmla="*/ 1002892 w 1002892"/>
              <a:gd name="connsiteY1" fmla="*/ 501446 h 1002892"/>
              <a:gd name="connsiteX2" fmla="*/ 501446 w 1002892"/>
              <a:gd name="connsiteY2" fmla="*/ 1002892 h 1002892"/>
              <a:gd name="connsiteX3" fmla="*/ 0 w 1002892"/>
              <a:gd name="connsiteY3" fmla="*/ 501446 h 1002892"/>
              <a:gd name="connsiteX4" fmla="*/ 501446 w 1002892"/>
              <a:gd name="connsiteY4" fmla="*/ 0 h 1002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2892" h="1002892">
                <a:moveTo>
                  <a:pt x="501446" y="0"/>
                </a:moveTo>
                <a:cubicBezTo>
                  <a:pt x="778387" y="0"/>
                  <a:pt x="1002892" y="224505"/>
                  <a:pt x="1002892" y="501446"/>
                </a:cubicBezTo>
                <a:cubicBezTo>
                  <a:pt x="1002892" y="778387"/>
                  <a:pt x="778387" y="1002892"/>
                  <a:pt x="501446" y="1002892"/>
                </a:cubicBezTo>
                <a:cubicBezTo>
                  <a:pt x="224505" y="1002892"/>
                  <a:pt x="0" y="778387"/>
                  <a:pt x="0" y="501446"/>
                </a:cubicBezTo>
                <a:cubicBezTo>
                  <a:pt x="0" y="224505"/>
                  <a:pt x="224505" y="0"/>
                  <a:pt x="501446" y="0"/>
                </a:cubicBezTo>
                <a:close/>
              </a:path>
            </a:pathLst>
          </a:custGeom>
          <a:solidFill>
            <a:schemeClr val="bg1">
              <a:lumMod val="95000"/>
            </a:schemeClr>
          </a:solidFill>
        </p:spPr>
        <p:txBody>
          <a:bodyPr wrap="square">
            <a:noAutofit/>
          </a:bodyPr>
          <a:lstStyle>
            <a:lvl1pPr marL="0" indent="0" algn="ctr">
              <a:buNone/>
              <a:defRPr sz="940" b="0" i="0">
                <a:solidFill>
                  <a:schemeClr val="tx1">
                    <a:lumMod val="50000"/>
                    <a:lumOff val="50000"/>
                  </a:schemeClr>
                </a:solidFill>
                <a:latin typeface="Arial" panose="020B0604020202090204" pitchFamily="34" charset="0"/>
              </a:defRPr>
            </a:lvl1pPr>
          </a:lstStyle>
          <a:p>
            <a:endParaRPr lang="id-ID" dirty="0"/>
          </a:p>
        </p:txBody>
      </p:sp>
    </p:spTree>
  </p:cSld>
  <p:clrMapOvr>
    <a:masterClrMapping/>
  </p:clrMapOvr>
  <p:transition spd="slow">
    <p:push/>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9_Title Slide">
    <p:spTree>
      <p:nvGrpSpPr>
        <p:cNvPr id="1" name=""/>
        <p:cNvGrpSpPr/>
        <p:nvPr/>
      </p:nvGrpSpPr>
      <p:grpSpPr>
        <a:xfrm>
          <a:off x="0" y="0"/>
          <a:ext cx="0" cy="0"/>
          <a:chOff x="0" y="0"/>
          <a:chExt cx="0" cy="0"/>
        </a:xfrm>
      </p:grpSpPr>
      <p:sp>
        <p:nvSpPr>
          <p:cNvPr id="4" name="Picture Placeholder 6"/>
          <p:cNvSpPr>
            <a:spLocks noGrp="1"/>
          </p:cNvSpPr>
          <p:nvPr>
            <p:ph type="pic" sz="quarter" idx="10"/>
          </p:nvPr>
        </p:nvSpPr>
        <p:spPr>
          <a:xfrm>
            <a:off x="3537173" y="3864505"/>
            <a:ext cx="588633" cy="587724"/>
          </a:xfrm>
          <a:custGeom>
            <a:avLst/>
            <a:gdLst>
              <a:gd name="connsiteX0" fmla="*/ 501446 w 1002892"/>
              <a:gd name="connsiteY0" fmla="*/ 0 h 1002892"/>
              <a:gd name="connsiteX1" fmla="*/ 1002892 w 1002892"/>
              <a:gd name="connsiteY1" fmla="*/ 501446 h 1002892"/>
              <a:gd name="connsiteX2" fmla="*/ 501446 w 1002892"/>
              <a:gd name="connsiteY2" fmla="*/ 1002892 h 1002892"/>
              <a:gd name="connsiteX3" fmla="*/ 0 w 1002892"/>
              <a:gd name="connsiteY3" fmla="*/ 501446 h 1002892"/>
              <a:gd name="connsiteX4" fmla="*/ 501446 w 1002892"/>
              <a:gd name="connsiteY4" fmla="*/ 0 h 1002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2892" h="1002892">
                <a:moveTo>
                  <a:pt x="501446" y="0"/>
                </a:moveTo>
                <a:cubicBezTo>
                  <a:pt x="778387" y="0"/>
                  <a:pt x="1002892" y="224505"/>
                  <a:pt x="1002892" y="501446"/>
                </a:cubicBezTo>
                <a:cubicBezTo>
                  <a:pt x="1002892" y="778387"/>
                  <a:pt x="778387" y="1002892"/>
                  <a:pt x="501446" y="1002892"/>
                </a:cubicBezTo>
                <a:cubicBezTo>
                  <a:pt x="224505" y="1002892"/>
                  <a:pt x="0" y="778387"/>
                  <a:pt x="0" y="501446"/>
                </a:cubicBezTo>
                <a:cubicBezTo>
                  <a:pt x="0" y="224505"/>
                  <a:pt x="224505" y="0"/>
                  <a:pt x="501446" y="0"/>
                </a:cubicBezTo>
                <a:close/>
              </a:path>
            </a:pathLst>
          </a:custGeom>
          <a:solidFill>
            <a:schemeClr val="bg1"/>
          </a:solidFill>
        </p:spPr>
        <p:txBody>
          <a:bodyPr wrap="square">
            <a:noAutofit/>
          </a:bodyPr>
          <a:lstStyle>
            <a:lvl1pPr marL="0" indent="0" algn="ctr">
              <a:buNone/>
              <a:defRPr sz="940" b="0" i="0">
                <a:solidFill>
                  <a:schemeClr val="tx1">
                    <a:lumMod val="50000"/>
                    <a:lumOff val="50000"/>
                  </a:schemeClr>
                </a:solidFill>
                <a:latin typeface="Arial" panose="020B0604020202090204" pitchFamily="34" charset="0"/>
              </a:defRPr>
            </a:lvl1pPr>
          </a:lstStyle>
          <a:p>
            <a:endParaRPr lang="id-ID" dirty="0"/>
          </a:p>
        </p:txBody>
      </p:sp>
      <p:sp>
        <p:nvSpPr>
          <p:cNvPr id="5" name="Picture Placeholder 6"/>
          <p:cNvSpPr>
            <a:spLocks noGrp="1"/>
          </p:cNvSpPr>
          <p:nvPr>
            <p:ph type="pic" sz="quarter" idx="11"/>
          </p:nvPr>
        </p:nvSpPr>
        <p:spPr>
          <a:xfrm>
            <a:off x="6728591" y="3864505"/>
            <a:ext cx="588633" cy="587724"/>
          </a:xfrm>
          <a:custGeom>
            <a:avLst/>
            <a:gdLst>
              <a:gd name="connsiteX0" fmla="*/ 501446 w 1002892"/>
              <a:gd name="connsiteY0" fmla="*/ 0 h 1002892"/>
              <a:gd name="connsiteX1" fmla="*/ 1002892 w 1002892"/>
              <a:gd name="connsiteY1" fmla="*/ 501446 h 1002892"/>
              <a:gd name="connsiteX2" fmla="*/ 501446 w 1002892"/>
              <a:gd name="connsiteY2" fmla="*/ 1002892 h 1002892"/>
              <a:gd name="connsiteX3" fmla="*/ 0 w 1002892"/>
              <a:gd name="connsiteY3" fmla="*/ 501446 h 1002892"/>
              <a:gd name="connsiteX4" fmla="*/ 501446 w 1002892"/>
              <a:gd name="connsiteY4" fmla="*/ 0 h 1002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2892" h="1002892">
                <a:moveTo>
                  <a:pt x="501446" y="0"/>
                </a:moveTo>
                <a:cubicBezTo>
                  <a:pt x="778387" y="0"/>
                  <a:pt x="1002892" y="224505"/>
                  <a:pt x="1002892" y="501446"/>
                </a:cubicBezTo>
                <a:cubicBezTo>
                  <a:pt x="1002892" y="778387"/>
                  <a:pt x="778387" y="1002892"/>
                  <a:pt x="501446" y="1002892"/>
                </a:cubicBezTo>
                <a:cubicBezTo>
                  <a:pt x="224505" y="1002892"/>
                  <a:pt x="0" y="778387"/>
                  <a:pt x="0" y="501446"/>
                </a:cubicBezTo>
                <a:cubicBezTo>
                  <a:pt x="0" y="224505"/>
                  <a:pt x="224505" y="0"/>
                  <a:pt x="501446" y="0"/>
                </a:cubicBezTo>
                <a:close/>
              </a:path>
            </a:pathLst>
          </a:custGeom>
          <a:solidFill>
            <a:schemeClr val="bg1"/>
          </a:solidFill>
        </p:spPr>
        <p:txBody>
          <a:bodyPr wrap="square">
            <a:noAutofit/>
          </a:bodyPr>
          <a:lstStyle>
            <a:lvl1pPr marL="0" indent="0" algn="ctr">
              <a:buNone/>
              <a:defRPr sz="940" b="0" i="0">
                <a:solidFill>
                  <a:schemeClr val="tx1">
                    <a:lumMod val="50000"/>
                    <a:lumOff val="50000"/>
                  </a:schemeClr>
                </a:solidFill>
                <a:latin typeface="Arial" panose="020B0604020202090204" pitchFamily="34" charset="0"/>
              </a:defRPr>
            </a:lvl1pPr>
          </a:lstStyle>
          <a:p>
            <a:endParaRPr lang="id-ID" dirty="0"/>
          </a:p>
        </p:txBody>
      </p:sp>
    </p:spTree>
  </p:cSld>
  <p:clrMapOvr>
    <a:masterClrMapping/>
  </p:clrMapOvr>
  <p:transition spd="slow">
    <p:push/>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19_Title Slide">
    <p:spTree>
      <p:nvGrpSpPr>
        <p:cNvPr id="1" name=""/>
        <p:cNvGrpSpPr/>
        <p:nvPr/>
      </p:nvGrpSpPr>
      <p:grpSpPr>
        <a:xfrm>
          <a:off x="0" y="0"/>
          <a:ext cx="0" cy="0"/>
          <a:chOff x="0" y="0"/>
          <a:chExt cx="0" cy="0"/>
        </a:xfrm>
      </p:grpSpPr>
      <p:sp>
        <p:nvSpPr>
          <p:cNvPr id="6" name="Picture Placeholder 3"/>
          <p:cNvSpPr>
            <a:spLocks noGrp="1"/>
          </p:cNvSpPr>
          <p:nvPr>
            <p:ph type="pic" sz="quarter" idx="11"/>
          </p:nvPr>
        </p:nvSpPr>
        <p:spPr>
          <a:xfrm>
            <a:off x="915693" y="2571752"/>
            <a:ext cx="1827647" cy="1607107"/>
          </a:xfrm>
          <a:custGeom>
            <a:avLst/>
            <a:gdLst>
              <a:gd name="connsiteX0" fmla="*/ 0 w 4203290"/>
              <a:gd name="connsiteY0" fmla="*/ 0 h 6858000"/>
              <a:gd name="connsiteX1" fmla="*/ 4203290 w 4203290"/>
              <a:gd name="connsiteY1" fmla="*/ 0 h 6858000"/>
              <a:gd name="connsiteX2" fmla="*/ 4203290 w 4203290"/>
              <a:gd name="connsiteY2" fmla="*/ 6858000 h 6858000"/>
              <a:gd name="connsiteX3" fmla="*/ 0 w 420329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203290" h="6858000">
                <a:moveTo>
                  <a:pt x="0" y="0"/>
                </a:moveTo>
                <a:lnTo>
                  <a:pt x="4203290" y="0"/>
                </a:lnTo>
                <a:lnTo>
                  <a:pt x="4203290" y="6858000"/>
                </a:lnTo>
                <a:lnTo>
                  <a:pt x="0" y="6858000"/>
                </a:lnTo>
                <a:close/>
              </a:path>
            </a:pathLst>
          </a:custGeom>
          <a:solidFill>
            <a:schemeClr val="bg1">
              <a:lumMod val="95000"/>
              <a:alpha val="40000"/>
            </a:schemeClr>
          </a:solidFill>
        </p:spPr>
        <p:txBody>
          <a:bodyPr wrap="square">
            <a:noAutofit/>
          </a:bodyPr>
          <a:lstStyle>
            <a:lvl1pPr marL="0" indent="0" algn="ctr">
              <a:buNone/>
              <a:defRPr sz="1050" b="0" i="0">
                <a:solidFill>
                  <a:schemeClr val="tx1">
                    <a:lumMod val="65000"/>
                    <a:lumOff val="35000"/>
                  </a:schemeClr>
                </a:solidFill>
                <a:latin typeface="Arial" panose="020B0604020202090204" pitchFamily="34" charset="0"/>
              </a:defRPr>
            </a:lvl1pPr>
          </a:lstStyle>
          <a:p>
            <a:endParaRPr lang="id-ID" dirty="0"/>
          </a:p>
        </p:txBody>
      </p:sp>
      <p:sp>
        <p:nvSpPr>
          <p:cNvPr id="7" name="Picture Placeholder 3"/>
          <p:cNvSpPr>
            <a:spLocks noGrp="1"/>
          </p:cNvSpPr>
          <p:nvPr>
            <p:ph type="pic" sz="quarter" idx="12"/>
          </p:nvPr>
        </p:nvSpPr>
        <p:spPr>
          <a:xfrm>
            <a:off x="4573019" y="2571752"/>
            <a:ext cx="1827647" cy="1607107"/>
          </a:xfrm>
          <a:custGeom>
            <a:avLst/>
            <a:gdLst>
              <a:gd name="connsiteX0" fmla="*/ 0 w 4203290"/>
              <a:gd name="connsiteY0" fmla="*/ 0 h 6858000"/>
              <a:gd name="connsiteX1" fmla="*/ 4203290 w 4203290"/>
              <a:gd name="connsiteY1" fmla="*/ 0 h 6858000"/>
              <a:gd name="connsiteX2" fmla="*/ 4203290 w 4203290"/>
              <a:gd name="connsiteY2" fmla="*/ 6858000 h 6858000"/>
              <a:gd name="connsiteX3" fmla="*/ 0 w 420329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203290" h="6858000">
                <a:moveTo>
                  <a:pt x="0" y="0"/>
                </a:moveTo>
                <a:lnTo>
                  <a:pt x="4203290" y="0"/>
                </a:lnTo>
                <a:lnTo>
                  <a:pt x="4203290" y="6858000"/>
                </a:lnTo>
                <a:lnTo>
                  <a:pt x="0" y="6858000"/>
                </a:lnTo>
                <a:close/>
              </a:path>
            </a:pathLst>
          </a:custGeom>
          <a:solidFill>
            <a:schemeClr val="bg1">
              <a:lumMod val="95000"/>
              <a:alpha val="40000"/>
            </a:schemeClr>
          </a:solidFill>
        </p:spPr>
        <p:txBody>
          <a:bodyPr wrap="square">
            <a:noAutofit/>
          </a:bodyPr>
          <a:lstStyle>
            <a:lvl1pPr marL="0" indent="0" algn="ctr">
              <a:buNone/>
              <a:defRPr sz="1050" b="0" i="0">
                <a:solidFill>
                  <a:schemeClr val="tx1">
                    <a:lumMod val="65000"/>
                    <a:lumOff val="35000"/>
                  </a:schemeClr>
                </a:solidFill>
                <a:latin typeface="Arial" panose="020B0604020202090204" pitchFamily="34" charset="0"/>
              </a:defRPr>
            </a:lvl1pPr>
          </a:lstStyle>
          <a:p>
            <a:endParaRPr lang="id-ID" dirty="0"/>
          </a:p>
        </p:txBody>
      </p:sp>
      <p:sp>
        <p:nvSpPr>
          <p:cNvPr id="8" name="Picture Placeholder 3"/>
          <p:cNvSpPr>
            <a:spLocks noGrp="1"/>
          </p:cNvSpPr>
          <p:nvPr>
            <p:ph type="pic" sz="quarter" idx="13"/>
          </p:nvPr>
        </p:nvSpPr>
        <p:spPr>
          <a:xfrm>
            <a:off x="2743339" y="964646"/>
            <a:ext cx="1827647" cy="1607107"/>
          </a:xfrm>
          <a:custGeom>
            <a:avLst/>
            <a:gdLst>
              <a:gd name="connsiteX0" fmla="*/ 0 w 4203290"/>
              <a:gd name="connsiteY0" fmla="*/ 0 h 6858000"/>
              <a:gd name="connsiteX1" fmla="*/ 4203290 w 4203290"/>
              <a:gd name="connsiteY1" fmla="*/ 0 h 6858000"/>
              <a:gd name="connsiteX2" fmla="*/ 4203290 w 4203290"/>
              <a:gd name="connsiteY2" fmla="*/ 6858000 h 6858000"/>
              <a:gd name="connsiteX3" fmla="*/ 0 w 420329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203290" h="6858000">
                <a:moveTo>
                  <a:pt x="0" y="0"/>
                </a:moveTo>
                <a:lnTo>
                  <a:pt x="4203290" y="0"/>
                </a:lnTo>
                <a:lnTo>
                  <a:pt x="4203290" y="6858000"/>
                </a:lnTo>
                <a:lnTo>
                  <a:pt x="0" y="6858000"/>
                </a:lnTo>
                <a:close/>
              </a:path>
            </a:pathLst>
          </a:custGeom>
          <a:solidFill>
            <a:schemeClr val="bg1">
              <a:lumMod val="95000"/>
              <a:alpha val="40000"/>
            </a:schemeClr>
          </a:solidFill>
        </p:spPr>
        <p:txBody>
          <a:bodyPr wrap="square">
            <a:noAutofit/>
          </a:bodyPr>
          <a:lstStyle>
            <a:lvl1pPr marL="0" indent="0" algn="ctr">
              <a:buNone/>
              <a:defRPr sz="1050" b="0" i="0">
                <a:solidFill>
                  <a:schemeClr val="tx1">
                    <a:lumMod val="65000"/>
                    <a:lumOff val="35000"/>
                  </a:schemeClr>
                </a:solidFill>
                <a:latin typeface="Arial" panose="020B0604020202090204" pitchFamily="34" charset="0"/>
              </a:defRPr>
            </a:lvl1pPr>
          </a:lstStyle>
          <a:p>
            <a:endParaRPr lang="id-ID" dirty="0"/>
          </a:p>
        </p:txBody>
      </p:sp>
      <p:sp>
        <p:nvSpPr>
          <p:cNvPr id="9" name="Picture Placeholder 3"/>
          <p:cNvSpPr>
            <a:spLocks noGrp="1"/>
          </p:cNvSpPr>
          <p:nvPr>
            <p:ph type="pic" sz="quarter" idx="14"/>
          </p:nvPr>
        </p:nvSpPr>
        <p:spPr>
          <a:xfrm>
            <a:off x="6400665" y="964646"/>
            <a:ext cx="1827647" cy="1607107"/>
          </a:xfrm>
          <a:custGeom>
            <a:avLst/>
            <a:gdLst>
              <a:gd name="connsiteX0" fmla="*/ 0 w 4203290"/>
              <a:gd name="connsiteY0" fmla="*/ 0 h 6858000"/>
              <a:gd name="connsiteX1" fmla="*/ 4203290 w 4203290"/>
              <a:gd name="connsiteY1" fmla="*/ 0 h 6858000"/>
              <a:gd name="connsiteX2" fmla="*/ 4203290 w 4203290"/>
              <a:gd name="connsiteY2" fmla="*/ 6858000 h 6858000"/>
              <a:gd name="connsiteX3" fmla="*/ 0 w 420329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203290" h="6858000">
                <a:moveTo>
                  <a:pt x="0" y="0"/>
                </a:moveTo>
                <a:lnTo>
                  <a:pt x="4203290" y="0"/>
                </a:lnTo>
                <a:lnTo>
                  <a:pt x="4203290" y="6858000"/>
                </a:lnTo>
                <a:lnTo>
                  <a:pt x="0" y="6858000"/>
                </a:lnTo>
                <a:close/>
              </a:path>
            </a:pathLst>
          </a:custGeom>
          <a:solidFill>
            <a:schemeClr val="bg1">
              <a:lumMod val="95000"/>
              <a:alpha val="40000"/>
            </a:schemeClr>
          </a:solidFill>
        </p:spPr>
        <p:txBody>
          <a:bodyPr wrap="square">
            <a:noAutofit/>
          </a:bodyPr>
          <a:lstStyle>
            <a:lvl1pPr marL="0" indent="0" algn="ctr">
              <a:buNone/>
              <a:defRPr sz="1050" b="0" i="0">
                <a:solidFill>
                  <a:schemeClr val="tx1">
                    <a:lumMod val="65000"/>
                    <a:lumOff val="35000"/>
                  </a:schemeClr>
                </a:solidFill>
                <a:latin typeface="Arial" panose="020B0604020202090204" pitchFamily="34" charset="0"/>
              </a:defRPr>
            </a:lvl1pPr>
          </a:lstStyle>
          <a:p>
            <a:endParaRPr lang="id-ID" dirty="0"/>
          </a:p>
        </p:txBody>
      </p:sp>
    </p:spTree>
  </p:cSld>
  <p:clrMapOvr>
    <a:masterClrMapping/>
  </p:clrMapOvr>
  <p:transition spd="slow">
    <p:push/>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25_Title Slide">
    <p:spTree>
      <p:nvGrpSpPr>
        <p:cNvPr id="1" name=""/>
        <p:cNvGrpSpPr/>
        <p:nvPr/>
      </p:nvGrpSpPr>
      <p:grpSpPr>
        <a:xfrm>
          <a:off x="0" y="0"/>
          <a:ext cx="0" cy="0"/>
          <a:chOff x="0" y="0"/>
          <a:chExt cx="0" cy="0"/>
        </a:xfrm>
      </p:grpSpPr>
      <p:sp>
        <p:nvSpPr>
          <p:cNvPr id="4" name="Picture Placeholder 3"/>
          <p:cNvSpPr>
            <a:spLocks noGrp="1"/>
          </p:cNvSpPr>
          <p:nvPr>
            <p:ph type="pic" sz="quarter" idx="16"/>
          </p:nvPr>
        </p:nvSpPr>
        <p:spPr>
          <a:xfrm>
            <a:off x="936172" y="849086"/>
            <a:ext cx="3701144" cy="3445329"/>
          </a:xfrm>
          <a:custGeom>
            <a:avLst/>
            <a:gdLst>
              <a:gd name="connsiteX0" fmla="*/ 24714 w 4934858"/>
              <a:gd name="connsiteY0" fmla="*/ 0 h 4593772"/>
              <a:gd name="connsiteX1" fmla="*/ 4910144 w 4934858"/>
              <a:gd name="connsiteY1" fmla="*/ 0 h 4593772"/>
              <a:gd name="connsiteX2" fmla="*/ 4934858 w 4934858"/>
              <a:gd name="connsiteY2" fmla="*/ 24714 h 4593772"/>
              <a:gd name="connsiteX3" fmla="*/ 4934858 w 4934858"/>
              <a:gd name="connsiteY3" fmla="*/ 4569058 h 4593772"/>
              <a:gd name="connsiteX4" fmla="*/ 4910144 w 4934858"/>
              <a:gd name="connsiteY4" fmla="*/ 4593772 h 4593772"/>
              <a:gd name="connsiteX5" fmla="*/ 24714 w 4934858"/>
              <a:gd name="connsiteY5" fmla="*/ 4593772 h 4593772"/>
              <a:gd name="connsiteX6" fmla="*/ 0 w 4934858"/>
              <a:gd name="connsiteY6" fmla="*/ 4569058 h 4593772"/>
              <a:gd name="connsiteX7" fmla="*/ 0 w 4934858"/>
              <a:gd name="connsiteY7" fmla="*/ 24714 h 4593772"/>
              <a:gd name="connsiteX8" fmla="*/ 24714 w 4934858"/>
              <a:gd name="connsiteY8" fmla="*/ 0 h 4593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34858" h="4593772">
                <a:moveTo>
                  <a:pt x="24714" y="0"/>
                </a:moveTo>
                <a:lnTo>
                  <a:pt x="4910144" y="0"/>
                </a:lnTo>
                <a:cubicBezTo>
                  <a:pt x="4923793" y="0"/>
                  <a:pt x="4934858" y="11065"/>
                  <a:pt x="4934858" y="24714"/>
                </a:cubicBezTo>
                <a:lnTo>
                  <a:pt x="4934858" y="4569058"/>
                </a:lnTo>
                <a:cubicBezTo>
                  <a:pt x="4934858" y="4582707"/>
                  <a:pt x="4923793" y="4593772"/>
                  <a:pt x="4910144" y="4593772"/>
                </a:cubicBezTo>
                <a:lnTo>
                  <a:pt x="24714" y="4593772"/>
                </a:lnTo>
                <a:cubicBezTo>
                  <a:pt x="11065" y="4593772"/>
                  <a:pt x="0" y="4582707"/>
                  <a:pt x="0" y="4569058"/>
                </a:cubicBezTo>
                <a:lnTo>
                  <a:pt x="0" y="24714"/>
                </a:lnTo>
                <a:cubicBezTo>
                  <a:pt x="0" y="11065"/>
                  <a:pt x="11065" y="0"/>
                  <a:pt x="24714" y="0"/>
                </a:cubicBezTo>
                <a:close/>
              </a:path>
            </a:pathLst>
          </a:custGeom>
          <a:solidFill>
            <a:schemeClr val="bg1">
              <a:lumMod val="95000"/>
              <a:alpha val="46000"/>
            </a:schemeClr>
          </a:solidFill>
          <a:effectLst>
            <a:outerShdw blurRad="1270000" dist="1143000" sx="80000" sy="80000" algn="l" rotWithShape="0">
              <a:prstClr val="black">
                <a:alpha val="40000"/>
              </a:prstClr>
            </a:outerShdw>
          </a:effectLst>
        </p:spPr>
        <p:txBody>
          <a:bodyPr wrap="square">
            <a:noAutofit/>
          </a:bodyPr>
          <a:lstStyle>
            <a:lvl1pPr marL="0" indent="0" algn="ctr">
              <a:buNone/>
              <a:defRPr sz="1315" b="0" i="0">
                <a:solidFill>
                  <a:schemeClr val="tx1">
                    <a:lumMod val="50000"/>
                    <a:lumOff val="50000"/>
                  </a:schemeClr>
                </a:solidFill>
                <a:latin typeface="Arial" panose="020B0604020202090204" pitchFamily="34" charset="0"/>
              </a:defRPr>
            </a:lvl1pPr>
          </a:lstStyle>
          <a:p>
            <a:endParaRPr lang="id-ID" dirty="0"/>
          </a:p>
        </p:txBody>
      </p:sp>
    </p:spTree>
  </p:cSld>
  <p:clrMapOvr>
    <a:masterClrMapping/>
  </p:clrMapOvr>
  <p:transition spd="slow">
    <p:push/>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13_Title Slide">
    <p:spTree>
      <p:nvGrpSpPr>
        <p:cNvPr id="1" name=""/>
        <p:cNvGrpSpPr/>
        <p:nvPr/>
      </p:nvGrpSpPr>
      <p:grpSpPr>
        <a:xfrm>
          <a:off x="0" y="0"/>
          <a:ext cx="0" cy="0"/>
          <a:chOff x="0" y="0"/>
          <a:chExt cx="0" cy="0"/>
        </a:xfrm>
      </p:grpSpPr>
      <p:sp>
        <p:nvSpPr>
          <p:cNvPr id="2" name="Picture Placeholder 3"/>
          <p:cNvSpPr>
            <a:spLocks noGrp="1"/>
          </p:cNvSpPr>
          <p:nvPr>
            <p:ph type="pic" sz="quarter" idx="11"/>
          </p:nvPr>
        </p:nvSpPr>
        <p:spPr>
          <a:xfrm>
            <a:off x="4280844" y="1234217"/>
            <a:ext cx="5497217" cy="3077115"/>
          </a:xfrm>
          <a:custGeom>
            <a:avLst/>
            <a:gdLst>
              <a:gd name="connsiteX0" fmla="*/ 0 w 4203290"/>
              <a:gd name="connsiteY0" fmla="*/ 0 h 6858000"/>
              <a:gd name="connsiteX1" fmla="*/ 4203290 w 4203290"/>
              <a:gd name="connsiteY1" fmla="*/ 0 h 6858000"/>
              <a:gd name="connsiteX2" fmla="*/ 4203290 w 4203290"/>
              <a:gd name="connsiteY2" fmla="*/ 6858000 h 6858000"/>
              <a:gd name="connsiteX3" fmla="*/ 0 w 420329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203290" h="6858000">
                <a:moveTo>
                  <a:pt x="0" y="0"/>
                </a:moveTo>
                <a:lnTo>
                  <a:pt x="4203290" y="0"/>
                </a:lnTo>
                <a:lnTo>
                  <a:pt x="4203290" y="6858000"/>
                </a:lnTo>
                <a:lnTo>
                  <a:pt x="0" y="6858000"/>
                </a:lnTo>
                <a:close/>
              </a:path>
            </a:pathLst>
          </a:custGeom>
          <a:solidFill>
            <a:schemeClr val="bg1">
              <a:lumMod val="95000"/>
            </a:schemeClr>
          </a:solidFill>
          <a:effectLst>
            <a:outerShdw blurRad="1270000" sx="90000" sy="90000" algn="ctr" rotWithShape="0">
              <a:schemeClr val="bg1">
                <a:lumMod val="50000"/>
                <a:alpha val="40000"/>
              </a:schemeClr>
            </a:outerShdw>
          </a:effectLst>
        </p:spPr>
        <p:txBody>
          <a:bodyPr wrap="square">
            <a:noAutofit/>
          </a:bodyPr>
          <a:lstStyle>
            <a:lvl1pPr marL="0" indent="0" algn="ctr">
              <a:buNone/>
              <a:defRPr sz="1050" b="0" i="0">
                <a:solidFill>
                  <a:schemeClr val="tx1">
                    <a:lumMod val="65000"/>
                    <a:lumOff val="35000"/>
                  </a:schemeClr>
                </a:solidFill>
                <a:latin typeface="Arial" panose="020B0604020202090204" pitchFamily="34" charset="0"/>
              </a:defRPr>
            </a:lvl1pPr>
          </a:lstStyle>
          <a:p>
            <a:endParaRPr lang="id-ID" dirty="0"/>
          </a:p>
        </p:txBody>
      </p:sp>
    </p:spTree>
  </p:cSld>
  <p:clrMapOvr>
    <a:masterClrMapping/>
  </p:clrMapOvr>
  <p:transition spd="slow">
    <p:push/>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24_Title Slide">
    <p:spTree>
      <p:nvGrpSpPr>
        <p:cNvPr id="1" name=""/>
        <p:cNvGrpSpPr/>
        <p:nvPr/>
      </p:nvGrpSpPr>
      <p:grpSpPr>
        <a:xfrm>
          <a:off x="0" y="0"/>
          <a:ext cx="0" cy="0"/>
          <a:chOff x="0" y="0"/>
          <a:chExt cx="0" cy="0"/>
        </a:xfrm>
      </p:grpSpPr>
      <p:sp>
        <p:nvSpPr>
          <p:cNvPr id="3" name="Picture Placeholder 2"/>
          <p:cNvSpPr>
            <a:spLocks noGrp="1"/>
          </p:cNvSpPr>
          <p:nvPr>
            <p:ph type="pic" sz="quarter" idx="14"/>
          </p:nvPr>
        </p:nvSpPr>
        <p:spPr>
          <a:xfrm>
            <a:off x="6117418" y="870859"/>
            <a:ext cx="2112182" cy="3401786"/>
          </a:xfrm>
          <a:custGeom>
            <a:avLst/>
            <a:gdLst>
              <a:gd name="connsiteX0" fmla="*/ 52891 w 3170575"/>
              <a:gd name="connsiteY0" fmla="*/ 0 h 2361206"/>
              <a:gd name="connsiteX1" fmla="*/ 3117684 w 3170575"/>
              <a:gd name="connsiteY1" fmla="*/ 0 h 2361206"/>
              <a:gd name="connsiteX2" fmla="*/ 3170575 w 3170575"/>
              <a:gd name="connsiteY2" fmla="*/ 52891 h 2361206"/>
              <a:gd name="connsiteX3" fmla="*/ 3170575 w 3170575"/>
              <a:gd name="connsiteY3" fmla="*/ 2308315 h 2361206"/>
              <a:gd name="connsiteX4" fmla="*/ 3117684 w 3170575"/>
              <a:gd name="connsiteY4" fmla="*/ 2361206 h 2361206"/>
              <a:gd name="connsiteX5" fmla="*/ 52891 w 3170575"/>
              <a:gd name="connsiteY5" fmla="*/ 2361206 h 2361206"/>
              <a:gd name="connsiteX6" fmla="*/ 0 w 3170575"/>
              <a:gd name="connsiteY6" fmla="*/ 2308315 h 2361206"/>
              <a:gd name="connsiteX7" fmla="*/ 0 w 3170575"/>
              <a:gd name="connsiteY7" fmla="*/ 52891 h 2361206"/>
              <a:gd name="connsiteX8" fmla="*/ 52891 w 3170575"/>
              <a:gd name="connsiteY8" fmla="*/ 0 h 2361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0575" h="2361206">
                <a:moveTo>
                  <a:pt x="52891" y="0"/>
                </a:moveTo>
                <a:lnTo>
                  <a:pt x="3117684" y="0"/>
                </a:lnTo>
                <a:cubicBezTo>
                  <a:pt x="3146895" y="0"/>
                  <a:pt x="3170575" y="23680"/>
                  <a:pt x="3170575" y="52891"/>
                </a:cubicBezTo>
                <a:lnTo>
                  <a:pt x="3170575" y="2308315"/>
                </a:lnTo>
                <a:cubicBezTo>
                  <a:pt x="3170575" y="2337526"/>
                  <a:pt x="3146895" y="2361206"/>
                  <a:pt x="3117684" y="2361206"/>
                </a:cubicBezTo>
                <a:lnTo>
                  <a:pt x="52891" y="2361206"/>
                </a:lnTo>
                <a:cubicBezTo>
                  <a:pt x="23680" y="2361206"/>
                  <a:pt x="0" y="2337526"/>
                  <a:pt x="0" y="2308315"/>
                </a:cubicBezTo>
                <a:lnTo>
                  <a:pt x="0" y="52891"/>
                </a:lnTo>
                <a:cubicBezTo>
                  <a:pt x="0" y="23680"/>
                  <a:pt x="23680" y="0"/>
                  <a:pt x="52891" y="0"/>
                </a:cubicBezTo>
                <a:close/>
              </a:path>
            </a:pathLst>
          </a:custGeom>
          <a:solidFill>
            <a:schemeClr val="bg1">
              <a:lumMod val="95000"/>
            </a:schemeClr>
          </a:solidFill>
          <a:effectLst>
            <a:outerShdw blurRad="1270000" dist="838200" dir="10800000" sx="75000" sy="75000" algn="r" rotWithShape="0">
              <a:schemeClr val="bg1">
                <a:lumMod val="50000"/>
                <a:alpha val="40000"/>
              </a:schemeClr>
            </a:outerShdw>
          </a:effectLst>
        </p:spPr>
        <p:txBody>
          <a:bodyPr wrap="square">
            <a:noAutofit/>
          </a:bodyPr>
          <a:lstStyle>
            <a:lvl1pPr marL="0" indent="0" algn="ctr">
              <a:buNone/>
              <a:defRPr sz="1050" b="0" i="0">
                <a:solidFill>
                  <a:schemeClr val="tx1">
                    <a:lumMod val="65000"/>
                    <a:lumOff val="35000"/>
                  </a:schemeClr>
                </a:solidFill>
                <a:latin typeface="Arial" panose="020B0604020202090204" pitchFamily="34" charset="0"/>
              </a:defRPr>
            </a:lvl1pPr>
          </a:lstStyle>
          <a:p>
            <a:endParaRPr lang="id-ID" dirty="0"/>
          </a:p>
        </p:txBody>
      </p:sp>
    </p:spTree>
  </p:cSld>
  <p:clrMapOvr>
    <a:masterClrMapping/>
  </p:clrMapOvr>
  <p:transition spd="slow">
    <p:push/>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10_Title Slide">
    <p:spTree>
      <p:nvGrpSpPr>
        <p:cNvPr id="1" name=""/>
        <p:cNvGrpSpPr/>
        <p:nvPr/>
      </p:nvGrpSpPr>
      <p:grpSpPr>
        <a:xfrm>
          <a:off x="0" y="0"/>
          <a:ext cx="0" cy="0"/>
          <a:chOff x="0" y="0"/>
          <a:chExt cx="0" cy="0"/>
        </a:xfrm>
      </p:grpSpPr>
      <p:sp>
        <p:nvSpPr>
          <p:cNvPr id="3" name="Picture Placeholder 3"/>
          <p:cNvSpPr>
            <a:spLocks noGrp="1"/>
          </p:cNvSpPr>
          <p:nvPr>
            <p:ph type="pic" sz="quarter" idx="11"/>
          </p:nvPr>
        </p:nvSpPr>
        <p:spPr>
          <a:xfrm>
            <a:off x="0" y="1"/>
            <a:ext cx="9144000" cy="5143500"/>
          </a:xfrm>
          <a:custGeom>
            <a:avLst/>
            <a:gdLst>
              <a:gd name="connsiteX0" fmla="*/ 0 w 4203290"/>
              <a:gd name="connsiteY0" fmla="*/ 0 h 6858000"/>
              <a:gd name="connsiteX1" fmla="*/ 4203290 w 4203290"/>
              <a:gd name="connsiteY1" fmla="*/ 0 h 6858000"/>
              <a:gd name="connsiteX2" fmla="*/ 4203290 w 4203290"/>
              <a:gd name="connsiteY2" fmla="*/ 6858000 h 6858000"/>
              <a:gd name="connsiteX3" fmla="*/ 0 w 420329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203290" h="6858000">
                <a:moveTo>
                  <a:pt x="0" y="0"/>
                </a:moveTo>
                <a:lnTo>
                  <a:pt x="4203290" y="0"/>
                </a:lnTo>
                <a:lnTo>
                  <a:pt x="4203290" y="6858000"/>
                </a:lnTo>
                <a:lnTo>
                  <a:pt x="0" y="6858000"/>
                </a:lnTo>
                <a:close/>
              </a:path>
            </a:pathLst>
          </a:custGeom>
          <a:solidFill>
            <a:schemeClr val="bg1">
              <a:lumMod val="95000"/>
              <a:alpha val="40000"/>
            </a:schemeClr>
          </a:solidFill>
        </p:spPr>
        <p:txBody>
          <a:bodyPr wrap="square">
            <a:noAutofit/>
          </a:bodyPr>
          <a:lstStyle>
            <a:lvl1pPr marL="0" indent="0" algn="ctr">
              <a:buNone/>
              <a:defRPr sz="1050" b="0" i="0">
                <a:solidFill>
                  <a:schemeClr val="tx1">
                    <a:lumMod val="65000"/>
                    <a:lumOff val="35000"/>
                  </a:schemeClr>
                </a:solidFill>
                <a:latin typeface="Arial" panose="020B0604020202090204" pitchFamily="34" charset="0"/>
              </a:defRPr>
            </a:lvl1pPr>
          </a:lstStyle>
          <a:p>
            <a:endParaRPr lang="id-ID" dirty="0"/>
          </a:p>
        </p:txBody>
      </p:sp>
      <p:sp>
        <p:nvSpPr>
          <p:cNvPr id="4" name="Picture Placeholder 6"/>
          <p:cNvSpPr>
            <a:spLocks noGrp="1"/>
          </p:cNvSpPr>
          <p:nvPr>
            <p:ph type="pic" sz="quarter" idx="10"/>
          </p:nvPr>
        </p:nvSpPr>
        <p:spPr>
          <a:xfrm>
            <a:off x="5297886" y="3472577"/>
            <a:ext cx="713046" cy="711945"/>
          </a:xfrm>
          <a:custGeom>
            <a:avLst/>
            <a:gdLst>
              <a:gd name="connsiteX0" fmla="*/ 501446 w 1002892"/>
              <a:gd name="connsiteY0" fmla="*/ 0 h 1002892"/>
              <a:gd name="connsiteX1" fmla="*/ 1002892 w 1002892"/>
              <a:gd name="connsiteY1" fmla="*/ 501446 h 1002892"/>
              <a:gd name="connsiteX2" fmla="*/ 501446 w 1002892"/>
              <a:gd name="connsiteY2" fmla="*/ 1002892 h 1002892"/>
              <a:gd name="connsiteX3" fmla="*/ 0 w 1002892"/>
              <a:gd name="connsiteY3" fmla="*/ 501446 h 1002892"/>
              <a:gd name="connsiteX4" fmla="*/ 501446 w 1002892"/>
              <a:gd name="connsiteY4" fmla="*/ 0 h 1002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2892" h="1002892">
                <a:moveTo>
                  <a:pt x="501446" y="0"/>
                </a:moveTo>
                <a:cubicBezTo>
                  <a:pt x="778387" y="0"/>
                  <a:pt x="1002892" y="224505"/>
                  <a:pt x="1002892" y="501446"/>
                </a:cubicBezTo>
                <a:cubicBezTo>
                  <a:pt x="1002892" y="778387"/>
                  <a:pt x="778387" y="1002892"/>
                  <a:pt x="501446" y="1002892"/>
                </a:cubicBezTo>
                <a:cubicBezTo>
                  <a:pt x="224505" y="1002892"/>
                  <a:pt x="0" y="778387"/>
                  <a:pt x="0" y="501446"/>
                </a:cubicBezTo>
                <a:cubicBezTo>
                  <a:pt x="0" y="224505"/>
                  <a:pt x="224505" y="0"/>
                  <a:pt x="501446" y="0"/>
                </a:cubicBezTo>
                <a:close/>
              </a:path>
            </a:pathLst>
          </a:custGeom>
          <a:solidFill>
            <a:schemeClr val="bg1"/>
          </a:solidFill>
        </p:spPr>
        <p:txBody>
          <a:bodyPr wrap="square">
            <a:noAutofit/>
          </a:bodyPr>
          <a:lstStyle>
            <a:lvl1pPr marL="0" indent="0" algn="ctr">
              <a:buNone/>
              <a:defRPr sz="940" b="0" i="0">
                <a:solidFill>
                  <a:schemeClr val="tx1">
                    <a:lumMod val="50000"/>
                    <a:lumOff val="50000"/>
                  </a:schemeClr>
                </a:solidFill>
                <a:latin typeface="Arial" panose="020B0604020202090204" pitchFamily="34" charset="0"/>
              </a:defRPr>
            </a:lvl1pPr>
          </a:lstStyle>
          <a:p>
            <a:endParaRPr lang="id-ID" dirty="0"/>
          </a:p>
        </p:txBody>
      </p:sp>
    </p:spTree>
  </p:cSld>
  <p:clrMapOvr>
    <a:masterClrMapping/>
  </p:clrMapOvr>
  <p:transition spd="slow">
    <p:push/>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1_Title Slide">
    <p:spTree>
      <p:nvGrpSpPr>
        <p:cNvPr id="1" name=""/>
        <p:cNvGrpSpPr/>
        <p:nvPr/>
      </p:nvGrpSpPr>
      <p:grpSpPr>
        <a:xfrm>
          <a:off x="0" y="0"/>
          <a:ext cx="0" cy="0"/>
          <a:chOff x="0" y="0"/>
          <a:chExt cx="0" cy="0"/>
        </a:xfrm>
      </p:grpSpPr>
      <p:sp>
        <p:nvSpPr>
          <p:cNvPr id="3" name="Picture Placeholder 3"/>
          <p:cNvSpPr>
            <a:spLocks noGrp="1"/>
          </p:cNvSpPr>
          <p:nvPr>
            <p:ph type="pic" sz="quarter" idx="11"/>
          </p:nvPr>
        </p:nvSpPr>
        <p:spPr>
          <a:xfrm>
            <a:off x="0" y="3"/>
            <a:ext cx="9144000" cy="2643187"/>
          </a:xfrm>
          <a:custGeom>
            <a:avLst/>
            <a:gdLst>
              <a:gd name="connsiteX0" fmla="*/ 0 w 4203290"/>
              <a:gd name="connsiteY0" fmla="*/ 0 h 6858000"/>
              <a:gd name="connsiteX1" fmla="*/ 4203290 w 4203290"/>
              <a:gd name="connsiteY1" fmla="*/ 0 h 6858000"/>
              <a:gd name="connsiteX2" fmla="*/ 4203290 w 4203290"/>
              <a:gd name="connsiteY2" fmla="*/ 6858000 h 6858000"/>
              <a:gd name="connsiteX3" fmla="*/ 0 w 420329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203290" h="6858000">
                <a:moveTo>
                  <a:pt x="0" y="0"/>
                </a:moveTo>
                <a:lnTo>
                  <a:pt x="4203290" y="0"/>
                </a:lnTo>
                <a:lnTo>
                  <a:pt x="4203290" y="6858000"/>
                </a:lnTo>
                <a:lnTo>
                  <a:pt x="0" y="6858000"/>
                </a:lnTo>
                <a:close/>
              </a:path>
            </a:pathLst>
          </a:custGeom>
          <a:solidFill>
            <a:schemeClr val="bg1">
              <a:lumMod val="95000"/>
              <a:alpha val="40000"/>
            </a:schemeClr>
          </a:solidFill>
        </p:spPr>
        <p:txBody>
          <a:bodyPr wrap="square">
            <a:noAutofit/>
          </a:bodyPr>
          <a:lstStyle>
            <a:lvl1pPr marL="0" indent="0" algn="ctr">
              <a:buNone/>
              <a:defRPr sz="1050" b="0" i="0">
                <a:solidFill>
                  <a:schemeClr val="tx1">
                    <a:lumMod val="65000"/>
                    <a:lumOff val="35000"/>
                  </a:schemeClr>
                </a:solidFill>
                <a:latin typeface="Arial" panose="020B0604020202090204" pitchFamily="34" charset="0"/>
              </a:defRPr>
            </a:lvl1pPr>
          </a:lstStyle>
          <a:p>
            <a:endParaRPr lang="id-ID" dirty="0"/>
          </a:p>
        </p:txBody>
      </p:sp>
    </p:spTree>
  </p:cSld>
  <p:clrMapOvr>
    <a:masterClrMapping/>
  </p:clrMapOvr>
  <p:transition spd="slow">
    <p:push/>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15_Title Slide">
    <p:spTree>
      <p:nvGrpSpPr>
        <p:cNvPr id="1" name=""/>
        <p:cNvGrpSpPr/>
        <p:nvPr/>
      </p:nvGrpSpPr>
      <p:grpSpPr>
        <a:xfrm>
          <a:off x="0" y="0"/>
          <a:ext cx="0" cy="0"/>
          <a:chOff x="0" y="0"/>
          <a:chExt cx="0" cy="0"/>
        </a:xfrm>
      </p:grpSpPr>
      <p:sp>
        <p:nvSpPr>
          <p:cNvPr id="3" name="Picture Placeholder 3"/>
          <p:cNvSpPr>
            <a:spLocks noGrp="1"/>
          </p:cNvSpPr>
          <p:nvPr>
            <p:ph type="pic" sz="quarter" idx="11"/>
          </p:nvPr>
        </p:nvSpPr>
        <p:spPr>
          <a:xfrm>
            <a:off x="2" y="3"/>
            <a:ext cx="4468761" cy="5143499"/>
          </a:xfrm>
          <a:custGeom>
            <a:avLst/>
            <a:gdLst>
              <a:gd name="connsiteX0" fmla="*/ 0 w 4203290"/>
              <a:gd name="connsiteY0" fmla="*/ 0 h 6858000"/>
              <a:gd name="connsiteX1" fmla="*/ 4203290 w 4203290"/>
              <a:gd name="connsiteY1" fmla="*/ 0 h 6858000"/>
              <a:gd name="connsiteX2" fmla="*/ 4203290 w 4203290"/>
              <a:gd name="connsiteY2" fmla="*/ 6858000 h 6858000"/>
              <a:gd name="connsiteX3" fmla="*/ 0 w 420329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203290" h="6858000">
                <a:moveTo>
                  <a:pt x="0" y="0"/>
                </a:moveTo>
                <a:lnTo>
                  <a:pt x="4203290" y="0"/>
                </a:lnTo>
                <a:lnTo>
                  <a:pt x="4203290" y="6858000"/>
                </a:lnTo>
                <a:lnTo>
                  <a:pt x="0" y="6858000"/>
                </a:lnTo>
                <a:close/>
              </a:path>
            </a:pathLst>
          </a:custGeom>
          <a:solidFill>
            <a:schemeClr val="bg1">
              <a:lumMod val="95000"/>
              <a:alpha val="40000"/>
            </a:schemeClr>
          </a:solidFill>
        </p:spPr>
        <p:txBody>
          <a:bodyPr wrap="square">
            <a:noAutofit/>
          </a:bodyPr>
          <a:lstStyle>
            <a:lvl1pPr marL="0" indent="0" algn="ctr">
              <a:buNone/>
              <a:defRPr sz="1050" b="0" i="0">
                <a:solidFill>
                  <a:schemeClr val="tx1">
                    <a:lumMod val="65000"/>
                    <a:lumOff val="35000"/>
                  </a:schemeClr>
                </a:solidFill>
                <a:latin typeface="Arial" panose="020B0604020202090204" pitchFamily="34" charset="0"/>
              </a:defRPr>
            </a:lvl1pPr>
          </a:lstStyle>
          <a:p>
            <a:endParaRPr lang="id-ID" dirty="0"/>
          </a:p>
        </p:txBody>
      </p:sp>
    </p:spTree>
  </p:cSld>
  <p:clrMapOvr>
    <a:masterClrMapping/>
  </p:clrMapOvr>
  <p:transition spd="slow">
    <p:push/>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22_Title Slide">
    <p:spTree>
      <p:nvGrpSpPr>
        <p:cNvPr id="1" name=""/>
        <p:cNvGrpSpPr/>
        <p:nvPr/>
      </p:nvGrpSpPr>
      <p:grpSpPr>
        <a:xfrm>
          <a:off x="0" y="0"/>
          <a:ext cx="0" cy="0"/>
          <a:chOff x="0" y="0"/>
          <a:chExt cx="0" cy="0"/>
        </a:xfrm>
      </p:grpSpPr>
      <p:sp>
        <p:nvSpPr>
          <p:cNvPr id="11" name="Picture Placeholder 6"/>
          <p:cNvSpPr>
            <a:spLocks noGrp="1"/>
          </p:cNvSpPr>
          <p:nvPr>
            <p:ph type="pic" sz="quarter" idx="10"/>
          </p:nvPr>
        </p:nvSpPr>
        <p:spPr>
          <a:xfrm>
            <a:off x="1371236" y="2651055"/>
            <a:ext cx="814353" cy="813095"/>
          </a:xfrm>
          <a:custGeom>
            <a:avLst/>
            <a:gdLst>
              <a:gd name="connsiteX0" fmla="*/ 501446 w 1002892"/>
              <a:gd name="connsiteY0" fmla="*/ 0 h 1002892"/>
              <a:gd name="connsiteX1" fmla="*/ 1002892 w 1002892"/>
              <a:gd name="connsiteY1" fmla="*/ 501446 h 1002892"/>
              <a:gd name="connsiteX2" fmla="*/ 501446 w 1002892"/>
              <a:gd name="connsiteY2" fmla="*/ 1002892 h 1002892"/>
              <a:gd name="connsiteX3" fmla="*/ 0 w 1002892"/>
              <a:gd name="connsiteY3" fmla="*/ 501446 h 1002892"/>
              <a:gd name="connsiteX4" fmla="*/ 501446 w 1002892"/>
              <a:gd name="connsiteY4" fmla="*/ 0 h 1002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2892" h="1002892">
                <a:moveTo>
                  <a:pt x="501446" y="0"/>
                </a:moveTo>
                <a:cubicBezTo>
                  <a:pt x="778387" y="0"/>
                  <a:pt x="1002892" y="224505"/>
                  <a:pt x="1002892" y="501446"/>
                </a:cubicBezTo>
                <a:cubicBezTo>
                  <a:pt x="1002892" y="778387"/>
                  <a:pt x="778387" y="1002892"/>
                  <a:pt x="501446" y="1002892"/>
                </a:cubicBezTo>
                <a:cubicBezTo>
                  <a:pt x="224505" y="1002892"/>
                  <a:pt x="0" y="778387"/>
                  <a:pt x="0" y="501446"/>
                </a:cubicBezTo>
                <a:cubicBezTo>
                  <a:pt x="0" y="224505"/>
                  <a:pt x="224505" y="0"/>
                  <a:pt x="501446" y="0"/>
                </a:cubicBezTo>
                <a:close/>
              </a:path>
            </a:pathLst>
          </a:custGeom>
          <a:solidFill>
            <a:schemeClr val="bg1">
              <a:lumMod val="95000"/>
            </a:schemeClr>
          </a:solidFill>
          <a:effectLst>
            <a:outerShdw blurRad="1270000" dist="393700" dir="5400000" sx="80000" sy="80000" algn="t" rotWithShape="0">
              <a:schemeClr val="bg1">
                <a:lumMod val="75000"/>
                <a:alpha val="40000"/>
              </a:schemeClr>
            </a:outerShdw>
          </a:effectLst>
        </p:spPr>
        <p:txBody>
          <a:bodyPr wrap="square">
            <a:noAutofit/>
          </a:bodyPr>
          <a:lstStyle>
            <a:lvl1pPr marL="0" indent="0" algn="ctr">
              <a:buNone/>
              <a:defRPr sz="675" b="0" i="0">
                <a:solidFill>
                  <a:schemeClr val="tx1">
                    <a:lumMod val="50000"/>
                    <a:lumOff val="50000"/>
                  </a:schemeClr>
                </a:solidFill>
                <a:latin typeface="Arial" panose="020B0604020202090204" pitchFamily="34" charset="0"/>
              </a:defRPr>
            </a:lvl1pPr>
          </a:lstStyle>
          <a:p>
            <a:endParaRPr lang="id-ID" dirty="0"/>
          </a:p>
        </p:txBody>
      </p:sp>
      <p:sp>
        <p:nvSpPr>
          <p:cNvPr id="12" name="Picture Placeholder 6"/>
          <p:cNvSpPr>
            <a:spLocks noGrp="1"/>
          </p:cNvSpPr>
          <p:nvPr>
            <p:ph type="pic" sz="quarter" idx="11"/>
          </p:nvPr>
        </p:nvSpPr>
        <p:spPr>
          <a:xfrm>
            <a:off x="2640446" y="2551884"/>
            <a:ext cx="814353" cy="813095"/>
          </a:xfrm>
          <a:custGeom>
            <a:avLst/>
            <a:gdLst>
              <a:gd name="connsiteX0" fmla="*/ 501446 w 1002892"/>
              <a:gd name="connsiteY0" fmla="*/ 0 h 1002892"/>
              <a:gd name="connsiteX1" fmla="*/ 1002892 w 1002892"/>
              <a:gd name="connsiteY1" fmla="*/ 501446 h 1002892"/>
              <a:gd name="connsiteX2" fmla="*/ 501446 w 1002892"/>
              <a:gd name="connsiteY2" fmla="*/ 1002892 h 1002892"/>
              <a:gd name="connsiteX3" fmla="*/ 0 w 1002892"/>
              <a:gd name="connsiteY3" fmla="*/ 501446 h 1002892"/>
              <a:gd name="connsiteX4" fmla="*/ 501446 w 1002892"/>
              <a:gd name="connsiteY4" fmla="*/ 0 h 1002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2892" h="1002892">
                <a:moveTo>
                  <a:pt x="501446" y="0"/>
                </a:moveTo>
                <a:cubicBezTo>
                  <a:pt x="778387" y="0"/>
                  <a:pt x="1002892" y="224505"/>
                  <a:pt x="1002892" y="501446"/>
                </a:cubicBezTo>
                <a:cubicBezTo>
                  <a:pt x="1002892" y="778387"/>
                  <a:pt x="778387" y="1002892"/>
                  <a:pt x="501446" y="1002892"/>
                </a:cubicBezTo>
                <a:cubicBezTo>
                  <a:pt x="224505" y="1002892"/>
                  <a:pt x="0" y="778387"/>
                  <a:pt x="0" y="501446"/>
                </a:cubicBezTo>
                <a:cubicBezTo>
                  <a:pt x="0" y="224505"/>
                  <a:pt x="224505" y="0"/>
                  <a:pt x="501446" y="0"/>
                </a:cubicBezTo>
                <a:close/>
              </a:path>
            </a:pathLst>
          </a:custGeom>
          <a:solidFill>
            <a:schemeClr val="bg1">
              <a:lumMod val="95000"/>
            </a:schemeClr>
          </a:solidFill>
          <a:effectLst>
            <a:outerShdw blurRad="1270000" dist="393700" dir="5400000" sx="80000" sy="80000" algn="t" rotWithShape="0">
              <a:schemeClr val="bg1">
                <a:lumMod val="75000"/>
                <a:alpha val="40000"/>
              </a:schemeClr>
            </a:outerShdw>
          </a:effectLst>
        </p:spPr>
        <p:txBody>
          <a:bodyPr wrap="square">
            <a:noAutofit/>
          </a:bodyPr>
          <a:lstStyle>
            <a:lvl1pPr marL="0" indent="0" algn="ctr">
              <a:buNone/>
              <a:defRPr sz="675" b="0" i="0">
                <a:solidFill>
                  <a:schemeClr val="tx1">
                    <a:lumMod val="50000"/>
                    <a:lumOff val="50000"/>
                  </a:schemeClr>
                </a:solidFill>
                <a:latin typeface="Arial" panose="020B0604020202090204" pitchFamily="34" charset="0"/>
              </a:defRPr>
            </a:lvl1pPr>
          </a:lstStyle>
          <a:p>
            <a:endParaRPr lang="id-ID" dirty="0"/>
          </a:p>
        </p:txBody>
      </p:sp>
      <p:sp>
        <p:nvSpPr>
          <p:cNvPr id="13" name="Picture Placeholder 6"/>
          <p:cNvSpPr>
            <a:spLocks noGrp="1"/>
          </p:cNvSpPr>
          <p:nvPr>
            <p:ph type="pic" sz="quarter" idx="12"/>
          </p:nvPr>
        </p:nvSpPr>
        <p:spPr>
          <a:xfrm>
            <a:off x="1778411" y="1236035"/>
            <a:ext cx="1027281" cy="1025694"/>
          </a:xfrm>
          <a:custGeom>
            <a:avLst/>
            <a:gdLst>
              <a:gd name="connsiteX0" fmla="*/ 501446 w 1002892"/>
              <a:gd name="connsiteY0" fmla="*/ 0 h 1002892"/>
              <a:gd name="connsiteX1" fmla="*/ 1002892 w 1002892"/>
              <a:gd name="connsiteY1" fmla="*/ 501446 h 1002892"/>
              <a:gd name="connsiteX2" fmla="*/ 501446 w 1002892"/>
              <a:gd name="connsiteY2" fmla="*/ 1002892 h 1002892"/>
              <a:gd name="connsiteX3" fmla="*/ 0 w 1002892"/>
              <a:gd name="connsiteY3" fmla="*/ 501446 h 1002892"/>
              <a:gd name="connsiteX4" fmla="*/ 501446 w 1002892"/>
              <a:gd name="connsiteY4" fmla="*/ 0 h 1002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2892" h="1002892">
                <a:moveTo>
                  <a:pt x="501446" y="0"/>
                </a:moveTo>
                <a:cubicBezTo>
                  <a:pt x="778387" y="0"/>
                  <a:pt x="1002892" y="224505"/>
                  <a:pt x="1002892" y="501446"/>
                </a:cubicBezTo>
                <a:cubicBezTo>
                  <a:pt x="1002892" y="778387"/>
                  <a:pt x="778387" y="1002892"/>
                  <a:pt x="501446" y="1002892"/>
                </a:cubicBezTo>
                <a:cubicBezTo>
                  <a:pt x="224505" y="1002892"/>
                  <a:pt x="0" y="778387"/>
                  <a:pt x="0" y="501446"/>
                </a:cubicBezTo>
                <a:cubicBezTo>
                  <a:pt x="0" y="224505"/>
                  <a:pt x="224505" y="0"/>
                  <a:pt x="501446" y="0"/>
                </a:cubicBezTo>
                <a:close/>
              </a:path>
            </a:pathLst>
          </a:custGeom>
          <a:solidFill>
            <a:schemeClr val="bg1">
              <a:lumMod val="95000"/>
            </a:schemeClr>
          </a:solidFill>
          <a:effectLst>
            <a:outerShdw blurRad="1270000" dist="393700" dir="5400000" sx="80000" sy="80000" algn="t" rotWithShape="0">
              <a:schemeClr val="bg1">
                <a:lumMod val="75000"/>
                <a:alpha val="40000"/>
              </a:schemeClr>
            </a:outerShdw>
          </a:effectLst>
        </p:spPr>
        <p:txBody>
          <a:bodyPr wrap="square">
            <a:noAutofit/>
          </a:bodyPr>
          <a:lstStyle>
            <a:lvl1pPr marL="0" indent="0" algn="ctr">
              <a:buNone/>
              <a:defRPr sz="675" b="0" i="0">
                <a:solidFill>
                  <a:schemeClr val="tx1">
                    <a:lumMod val="50000"/>
                    <a:lumOff val="50000"/>
                  </a:schemeClr>
                </a:solidFill>
                <a:latin typeface="Arial" panose="020B0604020202090204" pitchFamily="34" charset="0"/>
              </a:defRPr>
            </a:lvl1pPr>
          </a:lstStyle>
          <a:p>
            <a:endParaRPr lang="id-ID" dirty="0"/>
          </a:p>
        </p:txBody>
      </p:sp>
      <p:sp>
        <p:nvSpPr>
          <p:cNvPr id="14" name="Picture Placeholder 6"/>
          <p:cNvSpPr>
            <a:spLocks noGrp="1"/>
          </p:cNvSpPr>
          <p:nvPr>
            <p:ph type="pic" sz="quarter" idx="13"/>
          </p:nvPr>
        </p:nvSpPr>
        <p:spPr>
          <a:xfrm>
            <a:off x="3448822" y="1068886"/>
            <a:ext cx="578720" cy="577826"/>
          </a:xfrm>
          <a:custGeom>
            <a:avLst/>
            <a:gdLst>
              <a:gd name="connsiteX0" fmla="*/ 501446 w 1002892"/>
              <a:gd name="connsiteY0" fmla="*/ 0 h 1002892"/>
              <a:gd name="connsiteX1" fmla="*/ 1002892 w 1002892"/>
              <a:gd name="connsiteY1" fmla="*/ 501446 h 1002892"/>
              <a:gd name="connsiteX2" fmla="*/ 501446 w 1002892"/>
              <a:gd name="connsiteY2" fmla="*/ 1002892 h 1002892"/>
              <a:gd name="connsiteX3" fmla="*/ 0 w 1002892"/>
              <a:gd name="connsiteY3" fmla="*/ 501446 h 1002892"/>
              <a:gd name="connsiteX4" fmla="*/ 501446 w 1002892"/>
              <a:gd name="connsiteY4" fmla="*/ 0 h 1002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2892" h="1002892">
                <a:moveTo>
                  <a:pt x="501446" y="0"/>
                </a:moveTo>
                <a:cubicBezTo>
                  <a:pt x="778387" y="0"/>
                  <a:pt x="1002892" y="224505"/>
                  <a:pt x="1002892" y="501446"/>
                </a:cubicBezTo>
                <a:cubicBezTo>
                  <a:pt x="1002892" y="778387"/>
                  <a:pt x="778387" y="1002892"/>
                  <a:pt x="501446" y="1002892"/>
                </a:cubicBezTo>
                <a:cubicBezTo>
                  <a:pt x="224505" y="1002892"/>
                  <a:pt x="0" y="778387"/>
                  <a:pt x="0" y="501446"/>
                </a:cubicBezTo>
                <a:cubicBezTo>
                  <a:pt x="0" y="224505"/>
                  <a:pt x="224505" y="0"/>
                  <a:pt x="501446" y="0"/>
                </a:cubicBezTo>
                <a:close/>
              </a:path>
            </a:pathLst>
          </a:custGeom>
          <a:solidFill>
            <a:schemeClr val="bg1">
              <a:lumMod val="95000"/>
            </a:schemeClr>
          </a:solidFill>
          <a:effectLst>
            <a:outerShdw blurRad="1270000" dist="393700" dir="5400000" sx="80000" sy="80000" algn="t" rotWithShape="0">
              <a:schemeClr val="bg1">
                <a:lumMod val="75000"/>
                <a:alpha val="40000"/>
              </a:schemeClr>
            </a:outerShdw>
          </a:effectLst>
        </p:spPr>
        <p:txBody>
          <a:bodyPr wrap="square">
            <a:noAutofit/>
          </a:bodyPr>
          <a:lstStyle>
            <a:lvl1pPr marL="0" indent="0" algn="ctr">
              <a:buNone/>
              <a:defRPr sz="675" b="0" i="0">
                <a:solidFill>
                  <a:schemeClr val="tx1">
                    <a:lumMod val="50000"/>
                    <a:lumOff val="50000"/>
                  </a:schemeClr>
                </a:solidFill>
                <a:latin typeface="Arial" panose="020B0604020202090204" pitchFamily="34" charset="0"/>
              </a:defRPr>
            </a:lvl1pPr>
          </a:lstStyle>
          <a:p>
            <a:endParaRPr lang="id-ID" dirty="0"/>
          </a:p>
        </p:txBody>
      </p:sp>
      <p:sp>
        <p:nvSpPr>
          <p:cNvPr id="15" name="Picture Placeholder 6"/>
          <p:cNvSpPr>
            <a:spLocks noGrp="1"/>
          </p:cNvSpPr>
          <p:nvPr>
            <p:ph type="pic" sz="quarter" idx="14"/>
          </p:nvPr>
        </p:nvSpPr>
        <p:spPr>
          <a:xfrm>
            <a:off x="3776110" y="2955772"/>
            <a:ext cx="578720" cy="577826"/>
          </a:xfrm>
          <a:custGeom>
            <a:avLst/>
            <a:gdLst>
              <a:gd name="connsiteX0" fmla="*/ 501446 w 1002892"/>
              <a:gd name="connsiteY0" fmla="*/ 0 h 1002892"/>
              <a:gd name="connsiteX1" fmla="*/ 1002892 w 1002892"/>
              <a:gd name="connsiteY1" fmla="*/ 501446 h 1002892"/>
              <a:gd name="connsiteX2" fmla="*/ 501446 w 1002892"/>
              <a:gd name="connsiteY2" fmla="*/ 1002892 h 1002892"/>
              <a:gd name="connsiteX3" fmla="*/ 0 w 1002892"/>
              <a:gd name="connsiteY3" fmla="*/ 501446 h 1002892"/>
              <a:gd name="connsiteX4" fmla="*/ 501446 w 1002892"/>
              <a:gd name="connsiteY4" fmla="*/ 0 h 1002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2892" h="1002892">
                <a:moveTo>
                  <a:pt x="501446" y="0"/>
                </a:moveTo>
                <a:cubicBezTo>
                  <a:pt x="778387" y="0"/>
                  <a:pt x="1002892" y="224505"/>
                  <a:pt x="1002892" y="501446"/>
                </a:cubicBezTo>
                <a:cubicBezTo>
                  <a:pt x="1002892" y="778387"/>
                  <a:pt x="778387" y="1002892"/>
                  <a:pt x="501446" y="1002892"/>
                </a:cubicBezTo>
                <a:cubicBezTo>
                  <a:pt x="224505" y="1002892"/>
                  <a:pt x="0" y="778387"/>
                  <a:pt x="0" y="501446"/>
                </a:cubicBezTo>
                <a:cubicBezTo>
                  <a:pt x="0" y="224505"/>
                  <a:pt x="224505" y="0"/>
                  <a:pt x="501446" y="0"/>
                </a:cubicBezTo>
                <a:close/>
              </a:path>
            </a:pathLst>
          </a:custGeom>
          <a:solidFill>
            <a:schemeClr val="bg1">
              <a:lumMod val="95000"/>
            </a:schemeClr>
          </a:solidFill>
          <a:effectLst>
            <a:outerShdw blurRad="1270000" dist="393700" dir="5400000" sx="80000" sy="80000" algn="t" rotWithShape="0">
              <a:schemeClr val="bg1">
                <a:lumMod val="75000"/>
                <a:alpha val="40000"/>
              </a:schemeClr>
            </a:outerShdw>
          </a:effectLst>
        </p:spPr>
        <p:txBody>
          <a:bodyPr wrap="square">
            <a:noAutofit/>
          </a:bodyPr>
          <a:lstStyle>
            <a:lvl1pPr marL="0" indent="0" algn="ctr">
              <a:buNone/>
              <a:defRPr sz="675" b="0" i="0">
                <a:solidFill>
                  <a:schemeClr val="tx1">
                    <a:lumMod val="50000"/>
                    <a:lumOff val="50000"/>
                  </a:schemeClr>
                </a:solidFill>
                <a:latin typeface="Arial" panose="020B0604020202090204" pitchFamily="34" charset="0"/>
              </a:defRPr>
            </a:lvl1pPr>
          </a:lstStyle>
          <a:p>
            <a:endParaRPr lang="id-ID" dirty="0"/>
          </a:p>
        </p:txBody>
      </p:sp>
      <p:sp>
        <p:nvSpPr>
          <p:cNvPr id="16" name="Picture Placeholder 6"/>
          <p:cNvSpPr>
            <a:spLocks noGrp="1"/>
          </p:cNvSpPr>
          <p:nvPr>
            <p:ph type="pic" sz="quarter" idx="15"/>
          </p:nvPr>
        </p:nvSpPr>
        <p:spPr>
          <a:xfrm>
            <a:off x="3498747" y="1969143"/>
            <a:ext cx="440346" cy="439667"/>
          </a:xfrm>
          <a:custGeom>
            <a:avLst/>
            <a:gdLst>
              <a:gd name="connsiteX0" fmla="*/ 501446 w 1002892"/>
              <a:gd name="connsiteY0" fmla="*/ 0 h 1002892"/>
              <a:gd name="connsiteX1" fmla="*/ 1002892 w 1002892"/>
              <a:gd name="connsiteY1" fmla="*/ 501446 h 1002892"/>
              <a:gd name="connsiteX2" fmla="*/ 501446 w 1002892"/>
              <a:gd name="connsiteY2" fmla="*/ 1002892 h 1002892"/>
              <a:gd name="connsiteX3" fmla="*/ 0 w 1002892"/>
              <a:gd name="connsiteY3" fmla="*/ 501446 h 1002892"/>
              <a:gd name="connsiteX4" fmla="*/ 501446 w 1002892"/>
              <a:gd name="connsiteY4" fmla="*/ 0 h 1002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2892" h="1002892">
                <a:moveTo>
                  <a:pt x="501446" y="0"/>
                </a:moveTo>
                <a:cubicBezTo>
                  <a:pt x="778387" y="0"/>
                  <a:pt x="1002892" y="224505"/>
                  <a:pt x="1002892" y="501446"/>
                </a:cubicBezTo>
                <a:cubicBezTo>
                  <a:pt x="1002892" y="778387"/>
                  <a:pt x="778387" y="1002892"/>
                  <a:pt x="501446" y="1002892"/>
                </a:cubicBezTo>
                <a:cubicBezTo>
                  <a:pt x="224505" y="1002892"/>
                  <a:pt x="0" y="778387"/>
                  <a:pt x="0" y="501446"/>
                </a:cubicBezTo>
                <a:cubicBezTo>
                  <a:pt x="0" y="224505"/>
                  <a:pt x="224505" y="0"/>
                  <a:pt x="501446" y="0"/>
                </a:cubicBezTo>
                <a:close/>
              </a:path>
            </a:pathLst>
          </a:custGeom>
          <a:solidFill>
            <a:schemeClr val="bg1">
              <a:lumMod val="95000"/>
            </a:schemeClr>
          </a:solidFill>
          <a:effectLst>
            <a:outerShdw blurRad="1270000" dist="393700" dir="5400000" sx="80000" sy="80000" algn="t" rotWithShape="0">
              <a:schemeClr val="bg1">
                <a:lumMod val="75000"/>
                <a:alpha val="40000"/>
              </a:schemeClr>
            </a:outerShdw>
          </a:effectLst>
        </p:spPr>
        <p:txBody>
          <a:bodyPr wrap="square">
            <a:noAutofit/>
          </a:bodyPr>
          <a:lstStyle>
            <a:lvl1pPr marL="0" indent="0" algn="ctr">
              <a:buNone/>
              <a:defRPr sz="675" b="0" i="0">
                <a:solidFill>
                  <a:schemeClr val="tx1">
                    <a:lumMod val="50000"/>
                    <a:lumOff val="50000"/>
                  </a:schemeClr>
                </a:solidFill>
                <a:latin typeface="Arial" panose="020B0604020202090204" pitchFamily="34" charset="0"/>
              </a:defRPr>
            </a:lvl1pPr>
          </a:lstStyle>
          <a:p>
            <a:endParaRPr lang="id-ID" dirty="0"/>
          </a:p>
        </p:txBody>
      </p:sp>
      <p:sp>
        <p:nvSpPr>
          <p:cNvPr id="17" name="Picture Placeholder 6"/>
          <p:cNvSpPr>
            <a:spLocks noGrp="1"/>
          </p:cNvSpPr>
          <p:nvPr>
            <p:ph type="pic" sz="quarter" idx="16"/>
          </p:nvPr>
        </p:nvSpPr>
        <p:spPr>
          <a:xfrm>
            <a:off x="977025" y="1136999"/>
            <a:ext cx="440346" cy="439667"/>
          </a:xfrm>
          <a:custGeom>
            <a:avLst/>
            <a:gdLst>
              <a:gd name="connsiteX0" fmla="*/ 501446 w 1002892"/>
              <a:gd name="connsiteY0" fmla="*/ 0 h 1002892"/>
              <a:gd name="connsiteX1" fmla="*/ 1002892 w 1002892"/>
              <a:gd name="connsiteY1" fmla="*/ 501446 h 1002892"/>
              <a:gd name="connsiteX2" fmla="*/ 501446 w 1002892"/>
              <a:gd name="connsiteY2" fmla="*/ 1002892 h 1002892"/>
              <a:gd name="connsiteX3" fmla="*/ 0 w 1002892"/>
              <a:gd name="connsiteY3" fmla="*/ 501446 h 1002892"/>
              <a:gd name="connsiteX4" fmla="*/ 501446 w 1002892"/>
              <a:gd name="connsiteY4" fmla="*/ 0 h 1002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2892" h="1002892">
                <a:moveTo>
                  <a:pt x="501446" y="0"/>
                </a:moveTo>
                <a:cubicBezTo>
                  <a:pt x="778387" y="0"/>
                  <a:pt x="1002892" y="224505"/>
                  <a:pt x="1002892" y="501446"/>
                </a:cubicBezTo>
                <a:cubicBezTo>
                  <a:pt x="1002892" y="778387"/>
                  <a:pt x="778387" y="1002892"/>
                  <a:pt x="501446" y="1002892"/>
                </a:cubicBezTo>
                <a:cubicBezTo>
                  <a:pt x="224505" y="1002892"/>
                  <a:pt x="0" y="778387"/>
                  <a:pt x="0" y="501446"/>
                </a:cubicBezTo>
                <a:cubicBezTo>
                  <a:pt x="0" y="224505"/>
                  <a:pt x="224505" y="0"/>
                  <a:pt x="501446" y="0"/>
                </a:cubicBezTo>
                <a:close/>
              </a:path>
            </a:pathLst>
          </a:custGeom>
          <a:solidFill>
            <a:schemeClr val="bg1">
              <a:lumMod val="95000"/>
            </a:schemeClr>
          </a:solidFill>
          <a:effectLst>
            <a:outerShdw blurRad="1270000" dist="393700" dir="5400000" sx="80000" sy="80000" algn="t" rotWithShape="0">
              <a:schemeClr val="bg1">
                <a:lumMod val="75000"/>
                <a:alpha val="40000"/>
              </a:schemeClr>
            </a:outerShdw>
          </a:effectLst>
        </p:spPr>
        <p:txBody>
          <a:bodyPr wrap="square">
            <a:noAutofit/>
          </a:bodyPr>
          <a:lstStyle>
            <a:lvl1pPr marL="0" indent="0" algn="ctr">
              <a:buNone/>
              <a:defRPr sz="675" b="0" i="0">
                <a:solidFill>
                  <a:schemeClr val="tx1">
                    <a:lumMod val="50000"/>
                    <a:lumOff val="50000"/>
                  </a:schemeClr>
                </a:solidFill>
                <a:latin typeface="Arial" panose="020B0604020202090204" pitchFamily="34" charset="0"/>
              </a:defRPr>
            </a:lvl1pPr>
          </a:lstStyle>
          <a:p>
            <a:endParaRPr lang="id-ID" dirty="0"/>
          </a:p>
        </p:txBody>
      </p:sp>
      <p:sp>
        <p:nvSpPr>
          <p:cNvPr id="18" name="Picture Placeholder 6"/>
          <p:cNvSpPr>
            <a:spLocks noGrp="1"/>
          </p:cNvSpPr>
          <p:nvPr>
            <p:ph type="pic" sz="quarter" idx="17"/>
          </p:nvPr>
        </p:nvSpPr>
        <p:spPr>
          <a:xfrm>
            <a:off x="2231434" y="3782542"/>
            <a:ext cx="361658" cy="361100"/>
          </a:xfrm>
          <a:custGeom>
            <a:avLst/>
            <a:gdLst>
              <a:gd name="connsiteX0" fmla="*/ 501446 w 1002892"/>
              <a:gd name="connsiteY0" fmla="*/ 0 h 1002892"/>
              <a:gd name="connsiteX1" fmla="*/ 1002892 w 1002892"/>
              <a:gd name="connsiteY1" fmla="*/ 501446 h 1002892"/>
              <a:gd name="connsiteX2" fmla="*/ 501446 w 1002892"/>
              <a:gd name="connsiteY2" fmla="*/ 1002892 h 1002892"/>
              <a:gd name="connsiteX3" fmla="*/ 0 w 1002892"/>
              <a:gd name="connsiteY3" fmla="*/ 501446 h 1002892"/>
              <a:gd name="connsiteX4" fmla="*/ 501446 w 1002892"/>
              <a:gd name="connsiteY4" fmla="*/ 0 h 1002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2892" h="1002892">
                <a:moveTo>
                  <a:pt x="501446" y="0"/>
                </a:moveTo>
                <a:cubicBezTo>
                  <a:pt x="778387" y="0"/>
                  <a:pt x="1002892" y="224505"/>
                  <a:pt x="1002892" y="501446"/>
                </a:cubicBezTo>
                <a:cubicBezTo>
                  <a:pt x="1002892" y="778387"/>
                  <a:pt x="778387" y="1002892"/>
                  <a:pt x="501446" y="1002892"/>
                </a:cubicBezTo>
                <a:cubicBezTo>
                  <a:pt x="224505" y="1002892"/>
                  <a:pt x="0" y="778387"/>
                  <a:pt x="0" y="501446"/>
                </a:cubicBezTo>
                <a:cubicBezTo>
                  <a:pt x="0" y="224505"/>
                  <a:pt x="224505" y="0"/>
                  <a:pt x="501446" y="0"/>
                </a:cubicBezTo>
                <a:close/>
              </a:path>
            </a:pathLst>
          </a:custGeom>
          <a:solidFill>
            <a:schemeClr val="bg1">
              <a:lumMod val="95000"/>
            </a:schemeClr>
          </a:solidFill>
          <a:effectLst>
            <a:outerShdw blurRad="1270000" dist="393700" dir="5400000" sx="80000" sy="80000" algn="t" rotWithShape="0">
              <a:schemeClr val="bg1">
                <a:lumMod val="75000"/>
                <a:alpha val="40000"/>
              </a:schemeClr>
            </a:outerShdw>
          </a:effectLst>
        </p:spPr>
        <p:txBody>
          <a:bodyPr wrap="square">
            <a:noAutofit/>
          </a:bodyPr>
          <a:lstStyle>
            <a:lvl1pPr marL="0" indent="0" algn="ctr">
              <a:buNone/>
              <a:defRPr sz="675" b="0" i="0">
                <a:solidFill>
                  <a:schemeClr val="tx1">
                    <a:lumMod val="50000"/>
                    <a:lumOff val="50000"/>
                  </a:schemeClr>
                </a:solidFill>
                <a:latin typeface="Arial" panose="020B0604020202090204" pitchFamily="34" charset="0"/>
              </a:defRPr>
            </a:lvl1pPr>
          </a:lstStyle>
          <a:p>
            <a:endParaRPr lang="id-ID" dirty="0"/>
          </a:p>
        </p:txBody>
      </p:sp>
    </p:spTree>
  </p:cSld>
  <p:clrMapOvr>
    <a:masterClrMapping/>
  </p:clrMapOvr>
  <p:transition spd="slow">
    <p:push/>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23_Title Slide">
    <p:spTree>
      <p:nvGrpSpPr>
        <p:cNvPr id="1" name=""/>
        <p:cNvGrpSpPr/>
        <p:nvPr/>
      </p:nvGrpSpPr>
      <p:grpSpPr>
        <a:xfrm>
          <a:off x="0" y="0"/>
          <a:ext cx="0" cy="0"/>
          <a:chOff x="0" y="0"/>
          <a:chExt cx="0" cy="0"/>
        </a:xfrm>
      </p:grpSpPr>
      <p:sp>
        <p:nvSpPr>
          <p:cNvPr id="7" name="Picture Placeholder 6"/>
          <p:cNvSpPr>
            <a:spLocks noGrp="1"/>
          </p:cNvSpPr>
          <p:nvPr>
            <p:ph type="pic" sz="quarter" idx="13"/>
          </p:nvPr>
        </p:nvSpPr>
        <p:spPr>
          <a:xfrm>
            <a:off x="3554962" y="1686300"/>
            <a:ext cx="2673453" cy="1770905"/>
          </a:xfrm>
          <a:custGeom>
            <a:avLst/>
            <a:gdLst>
              <a:gd name="connsiteX0" fmla="*/ 52891 w 3170575"/>
              <a:gd name="connsiteY0" fmla="*/ 0 h 2361206"/>
              <a:gd name="connsiteX1" fmla="*/ 3117684 w 3170575"/>
              <a:gd name="connsiteY1" fmla="*/ 0 h 2361206"/>
              <a:gd name="connsiteX2" fmla="*/ 3170575 w 3170575"/>
              <a:gd name="connsiteY2" fmla="*/ 52891 h 2361206"/>
              <a:gd name="connsiteX3" fmla="*/ 3170575 w 3170575"/>
              <a:gd name="connsiteY3" fmla="*/ 2308315 h 2361206"/>
              <a:gd name="connsiteX4" fmla="*/ 3117684 w 3170575"/>
              <a:gd name="connsiteY4" fmla="*/ 2361206 h 2361206"/>
              <a:gd name="connsiteX5" fmla="*/ 52891 w 3170575"/>
              <a:gd name="connsiteY5" fmla="*/ 2361206 h 2361206"/>
              <a:gd name="connsiteX6" fmla="*/ 0 w 3170575"/>
              <a:gd name="connsiteY6" fmla="*/ 2308315 h 2361206"/>
              <a:gd name="connsiteX7" fmla="*/ 0 w 3170575"/>
              <a:gd name="connsiteY7" fmla="*/ 52891 h 2361206"/>
              <a:gd name="connsiteX8" fmla="*/ 52891 w 3170575"/>
              <a:gd name="connsiteY8" fmla="*/ 0 h 2361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0575" h="2361206">
                <a:moveTo>
                  <a:pt x="52891" y="0"/>
                </a:moveTo>
                <a:lnTo>
                  <a:pt x="3117684" y="0"/>
                </a:lnTo>
                <a:cubicBezTo>
                  <a:pt x="3146895" y="0"/>
                  <a:pt x="3170575" y="23680"/>
                  <a:pt x="3170575" y="52891"/>
                </a:cubicBezTo>
                <a:lnTo>
                  <a:pt x="3170575" y="2308315"/>
                </a:lnTo>
                <a:cubicBezTo>
                  <a:pt x="3170575" y="2337526"/>
                  <a:pt x="3146895" y="2361206"/>
                  <a:pt x="3117684" y="2361206"/>
                </a:cubicBezTo>
                <a:lnTo>
                  <a:pt x="52891" y="2361206"/>
                </a:lnTo>
                <a:cubicBezTo>
                  <a:pt x="23680" y="2361206"/>
                  <a:pt x="0" y="2337526"/>
                  <a:pt x="0" y="2308315"/>
                </a:cubicBezTo>
                <a:lnTo>
                  <a:pt x="0" y="52891"/>
                </a:lnTo>
                <a:cubicBezTo>
                  <a:pt x="0" y="23680"/>
                  <a:pt x="23680" y="0"/>
                  <a:pt x="52891" y="0"/>
                </a:cubicBezTo>
                <a:close/>
              </a:path>
            </a:pathLst>
          </a:custGeom>
          <a:solidFill>
            <a:schemeClr val="bg1">
              <a:lumMod val="95000"/>
            </a:schemeClr>
          </a:solidFill>
          <a:effectLst>
            <a:outerShdw blurRad="1270000" dist="762000" dir="5400000" sx="80000" sy="80000" algn="t" rotWithShape="0">
              <a:schemeClr val="tx1">
                <a:lumMod val="95000"/>
                <a:lumOff val="5000"/>
                <a:alpha val="40000"/>
              </a:schemeClr>
            </a:outerShdw>
          </a:effectLst>
        </p:spPr>
        <p:txBody>
          <a:bodyPr wrap="square">
            <a:noAutofit/>
          </a:bodyPr>
          <a:lstStyle>
            <a:lvl1pPr marL="0" indent="0" algn="ctr">
              <a:buNone/>
              <a:defRPr sz="1050" b="0" i="0">
                <a:solidFill>
                  <a:schemeClr val="tx1">
                    <a:lumMod val="65000"/>
                    <a:lumOff val="35000"/>
                  </a:schemeClr>
                </a:solidFill>
                <a:latin typeface="Arial" panose="020B0604020202090204" pitchFamily="34" charset="0"/>
              </a:defRPr>
            </a:lvl1pPr>
          </a:lstStyle>
          <a:p>
            <a:endParaRPr lang="id-ID" dirty="0"/>
          </a:p>
        </p:txBody>
      </p:sp>
      <p:sp>
        <p:nvSpPr>
          <p:cNvPr id="8" name="Picture Placeholder 7"/>
          <p:cNvSpPr>
            <a:spLocks noGrp="1"/>
          </p:cNvSpPr>
          <p:nvPr>
            <p:ph type="pic" sz="quarter" idx="14"/>
          </p:nvPr>
        </p:nvSpPr>
        <p:spPr>
          <a:xfrm>
            <a:off x="709406" y="1686300"/>
            <a:ext cx="2673453" cy="1770905"/>
          </a:xfrm>
          <a:custGeom>
            <a:avLst/>
            <a:gdLst>
              <a:gd name="connsiteX0" fmla="*/ 52891 w 3170575"/>
              <a:gd name="connsiteY0" fmla="*/ 0 h 2361206"/>
              <a:gd name="connsiteX1" fmla="*/ 3117684 w 3170575"/>
              <a:gd name="connsiteY1" fmla="*/ 0 h 2361206"/>
              <a:gd name="connsiteX2" fmla="*/ 3170575 w 3170575"/>
              <a:gd name="connsiteY2" fmla="*/ 52891 h 2361206"/>
              <a:gd name="connsiteX3" fmla="*/ 3170575 w 3170575"/>
              <a:gd name="connsiteY3" fmla="*/ 2308315 h 2361206"/>
              <a:gd name="connsiteX4" fmla="*/ 3117684 w 3170575"/>
              <a:gd name="connsiteY4" fmla="*/ 2361206 h 2361206"/>
              <a:gd name="connsiteX5" fmla="*/ 52891 w 3170575"/>
              <a:gd name="connsiteY5" fmla="*/ 2361206 h 2361206"/>
              <a:gd name="connsiteX6" fmla="*/ 0 w 3170575"/>
              <a:gd name="connsiteY6" fmla="*/ 2308315 h 2361206"/>
              <a:gd name="connsiteX7" fmla="*/ 0 w 3170575"/>
              <a:gd name="connsiteY7" fmla="*/ 52891 h 2361206"/>
              <a:gd name="connsiteX8" fmla="*/ 52891 w 3170575"/>
              <a:gd name="connsiteY8" fmla="*/ 0 h 2361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0575" h="2361206">
                <a:moveTo>
                  <a:pt x="52891" y="0"/>
                </a:moveTo>
                <a:lnTo>
                  <a:pt x="3117684" y="0"/>
                </a:lnTo>
                <a:cubicBezTo>
                  <a:pt x="3146895" y="0"/>
                  <a:pt x="3170575" y="23680"/>
                  <a:pt x="3170575" y="52891"/>
                </a:cubicBezTo>
                <a:lnTo>
                  <a:pt x="3170575" y="2308315"/>
                </a:lnTo>
                <a:cubicBezTo>
                  <a:pt x="3170575" y="2337526"/>
                  <a:pt x="3146895" y="2361206"/>
                  <a:pt x="3117684" y="2361206"/>
                </a:cubicBezTo>
                <a:lnTo>
                  <a:pt x="52891" y="2361206"/>
                </a:lnTo>
                <a:cubicBezTo>
                  <a:pt x="23680" y="2361206"/>
                  <a:pt x="0" y="2337526"/>
                  <a:pt x="0" y="2308315"/>
                </a:cubicBezTo>
                <a:lnTo>
                  <a:pt x="0" y="52891"/>
                </a:lnTo>
                <a:cubicBezTo>
                  <a:pt x="0" y="23680"/>
                  <a:pt x="23680" y="0"/>
                  <a:pt x="52891" y="0"/>
                </a:cubicBezTo>
                <a:close/>
              </a:path>
            </a:pathLst>
          </a:custGeom>
          <a:solidFill>
            <a:schemeClr val="bg1">
              <a:lumMod val="95000"/>
            </a:schemeClr>
          </a:solidFill>
          <a:effectLst>
            <a:outerShdw blurRad="1270000" dist="762000" dir="5400000" sx="80000" sy="80000" algn="t" rotWithShape="0">
              <a:schemeClr val="tx1">
                <a:lumMod val="95000"/>
                <a:lumOff val="5000"/>
                <a:alpha val="40000"/>
              </a:schemeClr>
            </a:outerShdw>
          </a:effectLst>
        </p:spPr>
        <p:txBody>
          <a:bodyPr wrap="square">
            <a:noAutofit/>
          </a:bodyPr>
          <a:lstStyle>
            <a:lvl1pPr marL="0" indent="0" algn="ctr">
              <a:buNone/>
              <a:defRPr sz="1050" b="0" i="0">
                <a:solidFill>
                  <a:schemeClr val="tx1">
                    <a:lumMod val="65000"/>
                    <a:lumOff val="35000"/>
                  </a:schemeClr>
                </a:solidFill>
                <a:latin typeface="Arial" panose="020B0604020202090204" pitchFamily="34" charset="0"/>
              </a:defRPr>
            </a:lvl1pPr>
          </a:lstStyle>
          <a:p>
            <a:endParaRPr lang="id-ID" dirty="0"/>
          </a:p>
        </p:txBody>
      </p:sp>
      <p:sp>
        <p:nvSpPr>
          <p:cNvPr id="9" name="Picture Placeholder 8"/>
          <p:cNvSpPr>
            <a:spLocks noGrp="1"/>
          </p:cNvSpPr>
          <p:nvPr>
            <p:ph type="pic" sz="quarter" idx="15"/>
          </p:nvPr>
        </p:nvSpPr>
        <p:spPr>
          <a:xfrm>
            <a:off x="-2136152" y="1686300"/>
            <a:ext cx="2673453" cy="1770905"/>
          </a:xfrm>
          <a:custGeom>
            <a:avLst/>
            <a:gdLst>
              <a:gd name="connsiteX0" fmla="*/ 52891 w 3170575"/>
              <a:gd name="connsiteY0" fmla="*/ 0 h 2361206"/>
              <a:gd name="connsiteX1" fmla="*/ 3117684 w 3170575"/>
              <a:gd name="connsiteY1" fmla="*/ 0 h 2361206"/>
              <a:gd name="connsiteX2" fmla="*/ 3170575 w 3170575"/>
              <a:gd name="connsiteY2" fmla="*/ 52891 h 2361206"/>
              <a:gd name="connsiteX3" fmla="*/ 3170575 w 3170575"/>
              <a:gd name="connsiteY3" fmla="*/ 2308315 h 2361206"/>
              <a:gd name="connsiteX4" fmla="*/ 3117684 w 3170575"/>
              <a:gd name="connsiteY4" fmla="*/ 2361206 h 2361206"/>
              <a:gd name="connsiteX5" fmla="*/ 52891 w 3170575"/>
              <a:gd name="connsiteY5" fmla="*/ 2361206 h 2361206"/>
              <a:gd name="connsiteX6" fmla="*/ 0 w 3170575"/>
              <a:gd name="connsiteY6" fmla="*/ 2308315 h 2361206"/>
              <a:gd name="connsiteX7" fmla="*/ 0 w 3170575"/>
              <a:gd name="connsiteY7" fmla="*/ 52891 h 2361206"/>
              <a:gd name="connsiteX8" fmla="*/ 52891 w 3170575"/>
              <a:gd name="connsiteY8" fmla="*/ 0 h 2361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0575" h="2361206">
                <a:moveTo>
                  <a:pt x="52891" y="0"/>
                </a:moveTo>
                <a:lnTo>
                  <a:pt x="3117684" y="0"/>
                </a:lnTo>
                <a:cubicBezTo>
                  <a:pt x="3146895" y="0"/>
                  <a:pt x="3170575" y="23680"/>
                  <a:pt x="3170575" y="52891"/>
                </a:cubicBezTo>
                <a:lnTo>
                  <a:pt x="3170575" y="2308315"/>
                </a:lnTo>
                <a:cubicBezTo>
                  <a:pt x="3170575" y="2337526"/>
                  <a:pt x="3146895" y="2361206"/>
                  <a:pt x="3117684" y="2361206"/>
                </a:cubicBezTo>
                <a:lnTo>
                  <a:pt x="52891" y="2361206"/>
                </a:lnTo>
                <a:cubicBezTo>
                  <a:pt x="23680" y="2361206"/>
                  <a:pt x="0" y="2337526"/>
                  <a:pt x="0" y="2308315"/>
                </a:cubicBezTo>
                <a:lnTo>
                  <a:pt x="0" y="52891"/>
                </a:lnTo>
                <a:cubicBezTo>
                  <a:pt x="0" y="23680"/>
                  <a:pt x="23680" y="0"/>
                  <a:pt x="52891" y="0"/>
                </a:cubicBezTo>
                <a:close/>
              </a:path>
            </a:pathLst>
          </a:custGeom>
          <a:solidFill>
            <a:schemeClr val="bg1">
              <a:lumMod val="95000"/>
            </a:schemeClr>
          </a:solidFill>
          <a:effectLst>
            <a:outerShdw blurRad="1270000" dist="762000" dir="5400000" sx="80000" sy="80000" algn="t" rotWithShape="0">
              <a:schemeClr val="tx1">
                <a:lumMod val="95000"/>
                <a:lumOff val="5000"/>
                <a:alpha val="40000"/>
              </a:schemeClr>
            </a:outerShdw>
          </a:effectLst>
        </p:spPr>
        <p:txBody>
          <a:bodyPr wrap="square">
            <a:noAutofit/>
          </a:bodyPr>
          <a:lstStyle>
            <a:lvl1pPr marL="0" indent="0" algn="ctr">
              <a:buNone/>
              <a:defRPr sz="1050" b="0" i="0">
                <a:solidFill>
                  <a:schemeClr val="tx1">
                    <a:lumMod val="65000"/>
                    <a:lumOff val="35000"/>
                  </a:schemeClr>
                </a:solidFill>
                <a:latin typeface="Arial" panose="020B0604020202090204" pitchFamily="34" charset="0"/>
              </a:defRPr>
            </a:lvl1pPr>
          </a:lstStyle>
          <a:p>
            <a:endParaRPr lang="id-ID" dirty="0"/>
          </a:p>
        </p:txBody>
      </p:sp>
    </p:spTree>
  </p:cSld>
  <p:clrMapOvr>
    <a:masterClrMapping/>
  </p:clrMapOvr>
  <p:transition spd="slow">
    <p:push/>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30_Title Slide">
    <p:spTree>
      <p:nvGrpSpPr>
        <p:cNvPr id="1" name=""/>
        <p:cNvGrpSpPr/>
        <p:nvPr/>
      </p:nvGrpSpPr>
      <p:grpSpPr>
        <a:xfrm>
          <a:off x="0" y="0"/>
          <a:ext cx="0" cy="0"/>
          <a:chOff x="0" y="0"/>
          <a:chExt cx="0" cy="0"/>
        </a:xfrm>
      </p:grpSpPr>
      <p:sp>
        <p:nvSpPr>
          <p:cNvPr id="2" name="Picture Placeholder 13"/>
          <p:cNvSpPr>
            <a:spLocks noGrp="1"/>
          </p:cNvSpPr>
          <p:nvPr>
            <p:ph type="pic" sz="quarter" idx="16"/>
          </p:nvPr>
        </p:nvSpPr>
        <p:spPr>
          <a:xfrm>
            <a:off x="916245" y="851723"/>
            <a:ext cx="3655757" cy="1802991"/>
          </a:xfrm>
          <a:custGeom>
            <a:avLst/>
            <a:gdLst>
              <a:gd name="connsiteX0" fmla="*/ 14010 w 5330699"/>
              <a:gd name="connsiteY0" fmla="*/ 0 h 3735977"/>
              <a:gd name="connsiteX1" fmla="*/ 5316689 w 5330699"/>
              <a:gd name="connsiteY1" fmla="*/ 0 h 3735977"/>
              <a:gd name="connsiteX2" fmla="*/ 5330699 w 5330699"/>
              <a:gd name="connsiteY2" fmla="*/ 14010 h 3735977"/>
              <a:gd name="connsiteX3" fmla="*/ 5330699 w 5330699"/>
              <a:gd name="connsiteY3" fmla="*/ 3721967 h 3735977"/>
              <a:gd name="connsiteX4" fmla="*/ 5316689 w 5330699"/>
              <a:gd name="connsiteY4" fmla="*/ 3735977 h 3735977"/>
              <a:gd name="connsiteX5" fmla="*/ 14010 w 5330699"/>
              <a:gd name="connsiteY5" fmla="*/ 3735977 h 3735977"/>
              <a:gd name="connsiteX6" fmla="*/ 0 w 5330699"/>
              <a:gd name="connsiteY6" fmla="*/ 3721967 h 3735977"/>
              <a:gd name="connsiteX7" fmla="*/ 0 w 5330699"/>
              <a:gd name="connsiteY7" fmla="*/ 14010 h 3735977"/>
              <a:gd name="connsiteX8" fmla="*/ 14010 w 5330699"/>
              <a:gd name="connsiteY8" fmla="*/ 0 h 3735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30699" h="3735977">
                <a:moveTo>
                  <a:pt x="14010" y="0"/>
                </a:moveTo>
                <a:lnTo>
                  <a:pt x="5316689" y="0"/>
                </a:lnTo>
                <a:cubicBezTo>
                  <a:pt x="5324427" y="0"/>
                  <a:pt x="5330699" y="6272"/>
                  <a:pt x="5330699" y="14010"/>
                </a:cubicBezTo>
                <a:lnTo>
                  <a:pt x="5330699" y="3721967"/>
                </a:lnTo>
                <a:cubicBezTo>
                  <a:pt x="5330699" y="3729705"/>
                  <a:pt x="5324427" y="3735977"/>
                  <a:pt x="5316689" y="3735977"/>
                </a:cubicBezTo>
                <a:lnTo>
                  <a:pt x="14010" y="3735977"/>
                </a:lnTo>
                <a:cubicBezTo>
                  <a:pt x="6272" y="3735977"/>
                  <a:pt x="0" y="3729705"/>
                  <a:pt x="0" y="3721967"/>
                </a:cubicBezTo>
                <a:lnTo>
                  <a:pt x="0" y="14010"/>
                </a:lnTo>
                <a:cubicBezTo>
                  <a:pt x="0" y="6272"/>
                  <a:pt x="6272" y="0"/>
                  <a:pt x="14010" y="0"/>
                </a:cubicBezTo>
                <a:close/>
              </a:path>
            </a:pathLst>
          </a:custGeom>
          <a:solidFill>
            <a:schemeClr val="bg1">
              <a:lumMod val="95000"/>
              <a:alpha val="46000"/>
            </a:schemeClr>
          </a:solidFill>
        </p:spPr>
        <p:txBody>
          <a:bodyPr wrap="square">
            <a:noAutofit/>
          </a:bodyPr>
          <a:lstStyle>
            <a:lvl1pPr marL="0" indent="0" algn="ctr">
              <a:buNone/>
              <a:defRPr sz="1315" b="0" i="0">
                <a:solidFill>
                  <a:schemeClr val="tx1">
                    <a:lumMod val="50000"/>
                    <a:lumOff val="50000"/>
                  </a:schemeClr>
                </a:solidFill>
                <a:latin typeface="Arial" panose="020B0604020202090204" pitchFamily="34" charset="0"/>
              </a:defRPr>
            </a:lvl1pPr>
          </a:lstStyle>
          <a:p>
            <a:endParaRPr lang="id-ID" dirty="0"/>
          </a:p>
        </p:txBody>
      </p:sp>
      <p:sp>
        <p:nvSpPr>
          <p:cNvPr id="3" name="Picture Placeholder 13"/>
          <p:cNvSpPr>
            <a:spLocks noGrp="1"/>
          </p:cNvSpPr>
          <p:nvPr>
            <p:ph type="pic" sz="quarter" idx="17"/>
          </p:nvPr>
        </p:nvSpPr>
        <p:spPr>
          <a:xfrm>
            <a:off x="4572002" y="851723"/>
            <a:ext cx="3655757" cy="1802991"/>
          </a:xfrm>
          <a:custGeom>
            <a:avLst/>
            <a:gdLst>
              <a:gd name="connsiteX0" fmla="*/ 14010 w 5330699"/>
              <a:gd name="connsiteY0" fmla="*/ 0 h 3735977"/>
              <a:gd name="connsiteX1" fmla="*/ 5316689 w 5330699"/>
              <a:gd name="connsiteY1" fmla="*/ 0 h 3735977"/>
              <a:gd name="connsiteX2" fmla="*/ 5330699 w 5330699"/>
              <a:gd name="connsiteY2" fmla="*/ 14010 h 3735977"/>
              <a:gd name="connsiteX3" fmla="*/ 5330699 w 5330699"/>
              <a:gd name="connsiteY3" fmla="*/ 3721967 h 3735977"/>
              <a:gd name="connsiteX4" fmla="*/ 5316689 w 5330699"/>
              <a:gd name="connsiteY4" fmla="*/ 3735977 h 3735977"/>
              <a:gd name="connsiteX5" fmla="*/ 14010 w 5330699"/>
              <a:gd name="connsiteY5" fmla="*/ 3735977 h 3735977"/>
              <a:gd name="connsiteX6" fmla="*/ 0 w 5330699"/>
              <a:gd name="connsiteY6" fmla="*/ 3721967 h 3735977"/>
              <a:gd name="connsiteX7" fmla="*/ 0 w 5330699"/>
              <a:gd name="connsiteY7" fmla="*/ 14010 h 3735977"/>
              <a:gd name="connsiteX8" fmla="*/ 14010 w 5330699"/>
              <a:gd name="connsiteY8" fmla="*/ 0 h 3735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30699" h="3735977">
                <a:moveTo>
                  <a:pt x="14010" y="0"/>
                </a:moveTo>
                <a:lnTo>
                  <a:pt x="5316689" y="0"/>
                </a:lnTo>
                <a:cubicBezTo>
                  <a:pt x="5324427" y="0"/>
                  <a:pt x="5330699" y="6272"/>
                  <a:pt x="5330699" y="14010"/>
                </a:cubicBezTo>
                <a:lnTo>
                  <a:pt x="5330699" y="3721967"/>
                </a:lnTo>
                <a:cubicBezTo>
                  <a:pt x="5330699" y="3729705"/>
                  <a:pt x="5324427" y="3735977"/>
                  <a:pt x="5316689" y="3735977"/>
                </a:cubicBezTo>
                <a:lnTo>
                  <a:pt x="14010" y="3735977"/>
                </a:lnTo>
                <a:cubicBezTo>
                  <a:pt x="6272" y="3735977"/>
                  <a:pt x="0" y="3729705"/>
                  <a:pt x="0" y="3721967"/>
                </a:cubicBezTo>
                <a:lnTo>
                  <a:pt x="0" y="14010"/>
                </a:lnTo>
                <a:cubicBezTo>
                  <a:pt x="0" y="6272"/>
                  <a:pt x="6272" y="0"/>
                  <a:pt x="14010" y="0"/>
                </a:cubicBezTo>
                <a:close/>
              </a:path>
            </a:pathLst>
          </a:custGeom>
          <a:solidFill>
            <a:schemeClr val="bg1">
              <a:lumMod val="95000"/>
              <a:alpha val="46000"/>
            </a:schemeClr>
          </a:solidFill>
        </p:spPr>
        <p:txBody>
          <a:bodyPr wrap="square">
            <a:noAutofit/>
          </a:bodyPr>
          <a:lstStyle>
            <a:lvl1pPr marL="0" indent="0" algn="ctr">
              <a:buNone/>
              <a:defRPr sz="1315" b="0" i="0">
                <a:solidFill>
                  <a:schemeClr val="tx1">
                    <a:lumMod val="50000"/>
                    <a:lumOff val="50000"/>
                  </a:schemeClr>
                </a:solidFill>
                <a:latin typeface="Arial" panose="020B0604020202090204" pitchFamily="34" charset="0"/>
              </a:defRPr>
            </a:lvl1pPr>
          </a:lstStyle>
          <a:p>
            <a:endParaRPr lang="id-ID" dirty="0"/>
          </a:p>
        </p:txBody>
      </p:sp>
    </p:spTree>
  </p:cSld>
  <p:clrMapOvr>
    <a:masterClrMapping/>
  </p:clrMapOvr>
  <p:transition spd="slow">
    <p:push/>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31_Title Slide">
    <p:spTree>
      <p:nvGrpSpPr>
        <p:cNvPr id="1" name=""/>
        <p:cNvGrpSpPr/>
        <p:nvPr/>
      </p:nvGrpSpPr>
      <p:grpSpPr>
        <a:xfrm>
          <a:off x="0" y="0"/>
          <a:ext cx="0" cy="0"/>
          <a:chOff x="0" y="0"/>
          <a:chExt cx="0" cy="0"/>
        </a:xfrm>
      </p:grpSpPr>
      <p:sp>
        <p:nvSpPr>
          <p:cNvPr id="5" name="Picture Placeholder 6"/>
          <p:cNvSpPr>
            <a:spLocks noGrp="1"/>
          </p:cNvSpPr>
          <p:nvPr>
            <p:ph type="pic" sz="quarter" idx="12"/>
          </p:nvPr>
        </p:nvSpPr>
        <p:spPr>
          <a:xfrm>
            <a:off x="3056730" y="915125"/>
            <a:ext cx="834461" cy="833171"/>
          </a:xfrm>
          <a:custGeom>
            <a:avLst/>
            <a:gdLst>
              <a:gd name="connsiteX0" fmla="*/ 501446 w 1002892"/>
              <a:gd name="connsiteY0" fmla="*/ 0 h 1002892"/>
              <a:gd name="connsiteX1" fmla="*/ 1002892 w 1002892"/>
              <a:gd name="connsiteY1" fmla="*/ 501446 h 1002892"/>
              <a:gd name="connsiteX2" fmla="*/ 501446 w 1002892"/>
              <a:gd name="connsiteY2" fmla="*/ 1002892 h 1002892"/>
              <a:gd name="connsiteX3" fmla="*/ 0 w 1002892"/>
              <a:gd name="connsiteY3" fmla="*/ 501446 h 1002892"/>
              <a:gd name="connsiteX4" fmla="*/ 501446 w 1002892"/>
              <a:gd name="connsiteY4" fmla="*/ 0 h 1002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2892" h="1002892">
                <a:moveTo>
                  <a:pt x="501446" y="0"/>
                </a:moveTo>
                <a:cubicBezTo>
                  <a:pt x="778387" y="0"/>
                  <a:pt x="1002892" y="224505"/>
                  <a:pt x="1002892" y="501446"/>
                </a:cubicBezTo>
                <a:cubicBezTo>
                  <a:pt x="1002892" y="778387"/>
                  <a:pt x="778387" y="1002892"/>
                  <a:pt x="501446" y="1002892"/>
                </a:cubicBezTo>
                <a:cubicBezTo>
                  <a:pt x="224505" y="1002892"/>
                  <a:pt x="0" y="778387"/>
                  <a:pt x="0" y="501446"/>
                </a:cubicBezTo>
                <a:cubicBezTo>
                  <a:pt x="0" y="224505"/>
                  <a:pt x="224505" y="0"/>
                  <a:pt x="501446" y="0"/>
                </a:cubicBezTo>
                <a:close/>
              </a:path>
            </a:pathLst>
          </a:custGeom>
          <a:solidFill>
            <a:schemeClr val="bg1">
              <a:lumMod val="95000"/>
            </a:schemeClr>
          </a:solidFill>
          <a:effectLst>
            <a:outerShdw blurRad="1270000" dist="393700" dir="5400000" sx="80000" sy="80000" algn="t" rotWithShape="0">
              <a:schemeClr val="bg1">
                <a:lumMod val="75000"/>
                <a:alpha val="40000"/>
              </a:schemeClr>
            </a:outerShdw>
          </a:effectLst>
        </p:spPr>
        <p:txBody>
          <a:bodyPr wrap="square">
            <a:noAutofit/>
          </a:bodyPr>
          <a:lstStyle>
            <a:lvl1pPr marL="0" indent="0" algn="ctr">
              <a:buNone/>
              <a:defRPr sz="675" b="0" i="0">
                <a:solidFill>
                  <a:schemeClr val="tx1">
                    <a:lumMod val="50000"/>
                    <a:lumOff val="50000"/>
                  </a:schemeClr>
                </a:solidFill>
                <a:latin typeface="Arial" panose="020B0604020202090204" pitchFamily="34" charset="0"/>
              </a:defRPr>
            </a:lvl1pPr>
          </a:lstStyle>
          <a:p>
            <a:endParaRPr lang="id-ID" dirty="0"/>
          </a:p>
        </p:txBody>
      </p:sp>
      <p:sp>
        <p:nvSpPr>
          <p:cNvPr id="6" name="Picture Placeholder 6"/>
          <p:cNvSpPr>
            <a:spLocks noGrp="1"/>
          </p:cNvSpPr>
          <p:nvPr>
            <p:ph type="pic" sz="quarter" idx="13"/>
          </p:nvPr>
        </p:nvSpPr>
        <p:spPr>
          <a:xfrm>
            <a:off x="7174856" y="1961157"/>
            <a:ext cx="1113215" cy="1111494"/>
          </a:xfrm>
          <a:custGeom>
            <a:avLst/>
            <a:gdLst>
              <a:gd name="connsiteX0" fmla="*/ 501446 w 1002892"/>
              <a:gd name="connsiteY0" fmla="*/ 0 h 1002892"/>
              <a:gd name="connsiteX1" fmla="*/ 1002892 w 1002892"/>
              <a:gd name="connsiteY1" fmla="*/ 501446 h 1002892"/>
              <a:gd name="connsiteX2" fmla="*/ 501446 w 1002892"/>
              <a:gd name="connsiteY2" fmla="*/ 1002892 h 1002892"/>
              <a:gd name="connsiteX3" fmla="*/ 0 w 1002892"/>
              <a:gd name="connsiteY3" fmla="*/ 501446 h 1002892"/>
              <a:gd name="connsiteX4" fmla="*/ 501446 w 1002892"/>
              <a:gd name="connsiteY4" fmla="*/ 0 h 1002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2892" h="1002892">
                <a:moveTo>
                  <a:pt x="501446" y="0"/>
                </a:moveTo>
                <a:cubicBezTo>
                  <a:pt x="778387" y="0"/>
                  <a:pt x="1002892" y="224505"/>
                  <a:pt x="1002892" y="501446"/>
                </a:cubicBezTo>
                <a:cubicBezTo>
                  <a:pt x="1002892" y="778387"/>
                  <a:pt x="778387" y="1002892"/>
                  <a:pt x="501446" y="1002892"/>
                </a:cubicBezTo>
                <a:cubicBezTo>
                  <a:pt x="224505" y="1002892"/>
                  <a:pt x="0" y="778387"/>
                  <a:pt x="0" y="501446"/>
                </a:cubicBezTo>
                <a:cubicBezTo>
                  <a:pt x="0" y="224505"/>
                  <a:pt x="224505" y="0"/>
                  <a:pt x="501446" y="0"/>
                </a:cubicBezTo>
                <a:close/>
              </a:path>
            </a:pathLst>
          </a:custGeom>
          <a:solidFill>
            <a:schemeClr val="bg1">
              <a:lumMod val="95000"/>
            </a:schemeClr>
          </a:solidFill>
          <a:effectLst>
            <a:outerShdw blurRad="1270000" dist="393700" dir="5400000" sx="80000" sy="80000" algn="t" rotWithShape="0">
              <a:schemeClr val="bg1">
                <a:lumMod val="75000"/>
                <a:alpha val="40000"/>
              </a:schemeClr>
            </a:outerShdw>
          </a:effectLst>
        </p:spPr>
        <p:txBody>
          <a:bodyPr wrap="square">
            <a:noAutofit/>
          </a:bodyPr>
          <a:lstStyle>
            <a:lvl1pPr marL="0" indent="0" algn="ctr">
              <a:buNone/>
              <a:defRPr sz="675" b="0" i="0">
                <a:solidFill>
                  <a:schemeClr val="tx1">
                    <a:lumMod val="50000"/>
                    <a:lumOff val="50000"/>
                  </a:schemeClr>
                </a:solidFill>
                <a:latin typeface="Arial" panose="020B0604020202090204" pitchFamily="34" charset="0"/>
              </a:defRPr>
            </a:lvl1pPr>
          </a:lstStyle>
          <a:p>
            <a:endParaRPr lang="id-ID" dirty="0"/>
          </a:p>
        </p:txBody>
      </p:sp>
      <p:sp>
        <p:nvSpPr>
          <p:cNvPr id="7" name="Picture Placeholder 6"/>
          <p:cNvSpPr>
            <a:spLocks noGrp="1"/>
          </p:cNvSpPr>
          <p:nvPr>
            <p:ph type="pic" sz="quarter" idx="14"/>
          </p:nvPr>
        </p:nvSpPr>
        <p:spPr>
          <a:xfrm>
            <a:off x="3056730" y="3395209"/>
            <a:ext cx="834461" cy="833171"/>
          </a:xfrm>
          <a:custGeom>
            <a:avLst/>
            <a:gdLst>
              <a:gd name="connsiteX0" fmla="*/ 501446 w 1002892"/>
              <a:gd name="connsiteY0" fmla="*/ 0 h 1002892"/>
              <a:gd name="connsiteX1" fmla="*/ 1002892 w 1002892"/>
              <a:gd name="connsiteY1" fmla="*/ 501446 h 1002892"/>
              <a:gd name="connsiteX2" fmla="*/ 501446 w 1002892"/>
              <a:gd name="connsiteY2" fmla="*/ 1002892 h 1002892"/>
              <a:gd name="connsiteX3" fmla="*/ 0 w 1002892"/>
              <a:gd name="connsiteY3" fmla="*/ 501446 h 1002892"/>
              <a:gd name="connsiteX4" fmla="*/ 501446 w 1002892"/>
              <a:gd name="connsiteY4" fmla="*/ 0 h 1002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2892" h="1002892">
                <a:moveTo>
                  <a:pt x="501446" y="0"/>
                </a:moveTo>
                <a:cubicBezTo>
                  <a:pt x="778387" y="0"/>
                  <a:pt x="1002892" y="224505"/>
                  <a:pt x="1002892" y="501446"/>
                </a:cubicBezTo>
                <a:cubicBezTo>
                  <a:pt x="1002892" y="778387"/>
                  <a:pt x="778387" y="1002892"/>
                  <a:pt x="501446" y="1002892"/>
                </a:cubicBezTo>
                <a:cubicBezTo>
                  <a:pt x="224505" y="1002892"/>
                  <a:pt x="0" y="778387"/>
                  <a:pt x="0" y="501446"/>
                </a:cubicBezTo>
                <a:cubicBezTo>
                  <a:pt x="0" y="224505"/>
                  <a:pt x="224505" y="0"/>
                  <a:pt x="501446" y="0"/>
                </a:cubicBezTo>
                <a:close/>
              </a:path>
            </a:pathLst>
          </a:custGeom>
          <a:solidFill>
            <a:schemeClr val="bg1">
              <a:lumMod val="95000"/>
            </a:schemeClr>
          </a:solidFill>
          <a:effectLst>
            <a:outerShdw blurRad="1270000" dist="393700" dir="5400000" sx="80000" sy="80000" algn="t" rotWithShape="0">
              <a:schemeClr val="bg1">
                <a:lumMod val="75000"/>
                <a:alpha val="40000"/>
              </a:schemeClr>
            </a:outerShdw>
          </a:effectLst>
        </p:spPr>
        <p:txBody>
          <a:bodyPr wrap="square">
            <a:noAutofit/>
          </a:bodyPr>
          <a:lstStyle>
            <a:lvl1pPr marL="0" indent="0" algn="ctr">
              <a:buNone/>
              <a:defRPr sz="675" b="0" i="0">
                <a:solidFill>
                  <a:schemeClr val="tx1">
                    <a:lumMod val="50000"/>
                    <a:lumOff val="50000"/>
                  </a:schemeClr>
                </a:solidFill>
                <a:latin typeface="Arial" panose="020B0604020202090204" pitchFamily="34" charset="0"/>
              </a:defRPr>
            </a:lvl1pPr>
          </a:lstStyle>
          <a:p>
            <a:endParaRPr lang="id-ID" dirty="0"/>
          </a:p>
        </p:txBody>
      </p:sp>
    </p:spTree>
  </p:cSld>
  <p:clrMapOvr>
    <a:masterClrMapping/>
  </p:clrMapOvr>
  <p:transition spd="slow">
    <p:push/>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34_Title Slide">
    <p:spTree>
      <p:nvGrpSpPr>
        <p:cNvPr id="1" name=""/>
        <p:cNvGrpSpPr/>
        <p:nvPr/>
      </p:nvGrpSpPr>
      <p:grpSpPr>
        <a:xfrm>
          <a:off x="0" y="0"/>
          <a:ext cx="0" cy="0"/>
          <a:chOff x="0" y="0"/>
          <a:chExt cx="0" cy="0"/>
        </a:xfrm>
      </p:grpSpPr>
      <p:sp>
        <p:nvSpPr>
          <p:cNvPr id="3" name="Picture Placeholder 13"/>
          <p:cNvSpPr>
            <a:spLocks noGrp="1"/>
          </p:cNvSpPr>
          <p:nvPr>
            <p:ph type="pic" sz="quarter" idx="16"/>
          </p:nvPr>
        </p:nvSpPr>
        <p:spPr>
          <a:xfrm>
            <a:off x="916244" y="1171575"/>
            <a:ext cx="7300452" cy="2800350"/>
          </a:xfrm>
          <a:custGeom>
            <a:avLst/>
            <a:gdLst>
              <a:gd name="connsiteX0" fmla="*/ 14010 w 5330699"/>
              <a:gd name="connsiteY0" fmla="*/ 0 h 3735977"/>
              <a:gd name="connsiteX1" fmla="*/ 5316689 w 5330699"/>
              <a:gd name="connsiteY1" fmla="*/ 0 h 3735977"/>
              <a:gd name="connsiteX2" fmla="*/ 5330699 w 5330699"/>
              <a:gd name="connsiteY2" fmla="*/ 14010 h 3735977"/>
              <a:gd name="connsiteX3" fmla="*/ 5330699 w 5330699"/>
              <a:gd name="connsiteY3" fmla="*/ 3721967 h 3735977"/>
              <a:gd name="connsiteX4" fmla="*/ 5316689 w 5330699"/>
              <a:gd name="connsiteY4" fmla="*/ 3735977 h 3735977"/>
              <a:gd name="connsiteX5" fmla="*/ 14010 w 5330699"/>
              <a:gd name="connsiteY5" fmla="*/ 3735977 h 3735977"/>
              <a:gd name="connsiteX6" fmla="*/ 0 w 5330699"/>
              <a:gd name="connsiteY6" fmla="*/ 3721967 h 3735977"/>
              <a:gd name="connsiteX7" fmla="*/ 0 w 5330699"/>
              <a:gd name="connsiteY7" fmla="*/ 14010 h 3735977"/>
              <a:gd name="connsiteX8" fmla="*/ 14010 w 5330699"/>
              <a:gd name="connsiteY8" fmla="*/ 0 h 3735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30699" h="3735977">
                <a:moveTo>
                  <a:pt x="14010" y="0"/>
                </a:moveTo>
                <a:lnTo>
                  <a:pt x="5316689" y="0"/>
                </a:lnTo>
                <a:cubicBezTo>
                  <a:pt x="5324427" y="0"/>
                  <a:pt x="5330699" y="6272"/>
                  <a:pt x="5330699" y="14010"/>
                </a:cubicBezTo>
                <a:lnTo>
                  <a:pt x="5330699" y="3721967"/>
                </a:lnTo>
                <a:cubicBezTo>
                  <a:pt x="5330699" y="3729705"/>
                  <a:pt x="5324427" y="3735977"/>
                  <a:pt x="5316689" y="3735977"/>
                </a:cubicBezTo>
                <a:lnTo>
                  <a:pt x="14010" y="3735977"/>
                </a:lnTo>
                <a:cubicBezTo>
                  <a:pt x="6272" y="3735977"/>
                  <a:pt x="0" y="3729705"/>
                  <a:pt x="0" y="3721967"/>
                </a:cubicBezTo>
                <a:lnTo>
                  <a:pt x="0" y="14010"/>
                </a:lnTo>
                <a:cubicBezTo>
                  <a:pt x="0" y="6272"/>
                  <a:pt x="6272" y="0"/>
                  <a:pt x="14010" y="0"/>
                </a:cubicBezTo>
                <a:close/>
              </a:path>
            </a:pathLst>
          </a:custGeom>
          <a:solidFill>
            <a:schemeClr val="bg1">
              <a:lumMod val="95000"/>
              <a:alpha val="46000"/>
            </a:schemeClr>
          </a:solidFill>
        </p:spPr>
        <p:txBody>
          <a:bodyPr wrap="square">
            <a:noAutofit/>
          </a:bodyPr>
          <a:lstStyle>
            <a:lvl1pPr marL="0" indent="0" algn="ctr">
              <a:buNone/>
              <a:defRPr sz="1315" b="0" i="0">
                <a:solidFill>
                  <a:schemeClr val="tx1">
                    <a:lumMod val="50000"/>
                    <a:lumOff val="50000"/>
                  </a:schemeClr>
                </a:solidFill>
                <a:latin typeface="Arial" panose="020B0604020202090204" pitchFamily="34" charset="0"/>
              </a:defRPr>
            </a:lvl1pPr>
          </a:lstStyle>
          <a:p>
            <a:endParaRPr lang="id-ID" dirty="0"/>
          </a:p>
        </p:txBody>
      </p:sp>
    </p:spTree>
  </p:cSld>
  <p:clrMapOvr>
    <a:masterClrMapping/>
  </p:clrMapOvr>
  <p:transition spd="slow">
    <p:push/>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showMasterSp="0" userDrawn="1">
  <p:cSld name="33_Title Slide">
    <p:spTree>
      <p:nvGrpSpPr>
        <p:cNvPr id="1" name=""/>
        <p:cNvGrpSpPr/>
        <p:nvPr/>
      </p:nvGrpSpPr>
      <p:grpSpPr>
        <a:xfrm>
          <a:off x="0" y="0"/>
          <a:ext cx="0" cy="0"/>
          <a:chOff x="0" y="0"/>
          <a:chExt cx="0" cy="0"/>
        </a:xfrm>
      </p:grpSpPr>
      <p:grpSp>
        <p:nvGrpSpPr>
          <p:cNvPr id="2" name="Group 1"/>
          <p:cNvGrpSpPr/>
          <p:nvPr userDrawn="1"/>
        </p:nvGrpSpPr>
        <p:grpSpPr>
          <a:xfrm>
            <a:off x="0" y="-1922268"/>
            <a:ext cx="8988036" cy="8988036"/>
            <a:chOff x="3727902" y="-2563024"/>
            <a:chExt cx="11984048" cy="11984048"/>
          </a:xfrm>
        </p:grpSpPr>
        <p:sp>
          <p:nvSpPr>
            <p:cNvPr id="3" name="Oval 2"/>
            <p:cNvSpPr/>
            <p:nvPr userDrawn="1"/>
          </p:nvSpPr>
          <p:spPr>
            <a:xfrm>
              <a:off x="3727902" y="-2563024"/>
              <a:ext cx="11984048" cy="11984048"/>
            </a:xfrm>
            <a:prstGeom prst="ellipse">
              <a:avLst/>
            </a:prstGeom>
            <a:solidFill>
              <a:schemeClr val="bg1">
                <a:alpha val="1000"/>
              </a:schemeClr>
            </a:solidFill>
            <a:ln>
              <a:noFill/>
            </a:ln>
            <a:effectLst>
              <a:outerShdw blurRad="1270000" sx="104000" sy="104000" algn="ctr"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015" b="0" i="0" dirty="0">
                <a:latin typeface="Arial" panose="020B0604020202090204" pitchFamily="34" charset="0"/>
              </a:endParaRPr>
            </a:p>
          </p:txBody>
        </p:sp>
        <p:sp>
          <p:nvSpPr>
            <p:cNvPr id="4" name="Oval 3"/>
            <p:cNvSpPr/>
            <p:nvPr userDrawn="1"/>
          </p:nvSpPr>
          <p:spPr>
            <a:xfrm>
              <a:off x="5865558" y="-425368"/>
              <a:ext cx="7708736" cy="7708736"/>
            </a:xfrm>
            <a:prstGeom prst="ellipse">
              <a:avLst/>
            </a:prstGeom>
            <a:solidFill>
              <a:schemeClr val="bg1">
                <a:alpha val="1000"/>
              </a:schemeClr>
            </a:solidFill>
            <a:ln>
              <a:noFill/>
            </a:ln>
            <a:effectLst>
              <a:outerShdw blurRad="1270000" sx="104000" sy="104000" algn="ctr"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015" b="0" i="0" dirty="0">
                <a:latin typeface="Arial" panose="020B0604020202090204" pitchFamily="34" charset="0"/>
              </a:endParaRPr>
            </a:p>
          </p:txBody>
        </p:sp>
        <p:sp>
          <p:nvSpPr>
            <p:cNvPr id="5" name="Oval 4"/>
            <p:cNvSpPr/>
            <p:nvPr userDrawn="1"/>
          </p:nvSpPr>
          <p:spPr>
            <a:xfrm>
              <a:off x="7720665" y="1429739"/>
              <a:ext cx="3998522" cy="3998522"/>
            </a:xfrm>
            <a:prstGeom prst="ellipse">
              <a:avLst/>
            </a:prstGeom>
            <a:solidFill>
              <a:schemeClr val="bg1">
                <a:alpha val="2000"/>
              </a:schemeClr>
            </a:solidFill>
            <a:ln>
              <a:noFill/>
            </a:ln>
            <a:effectLst>
              <a:outerShdw blurRad="1270000" sx="104000" sy="104000" algn="ctr"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015" b="0" i="0" dirty="0">
                <a:latin typeface="Arial" panose="020B0604020202090204" pitchFamily="34" charset="0"/>
              </a:endParaRPr>
            </a:p>
          </p:txBody>
        </p:sp>
      </p:grpSp>
      <p:sp>
        <p:nvSpPr>
          <p:cNvPr id="7" name="TextBox 6"/>
          <p:cNvSpPr txBox="1"/>
          <p:nvPr userDrawn="1"/>
        </p:nvSpPr>
        <p:spPr>
          <a:xfrm rot="10800000" flipV="1">
            <a:off x="8269997" y="186856"/>
            <a:ext cx="874005" cy="600164"/>
          </a:xfrm>
          <a:prstGeom prst="rect">
            <a:avLst/>
          </a:prstGeom>
          <a:noFill/>
        </p:spPr>
        <p:txBody>
          <a:bodyPr wrap="square" rtlCol="0">
            <a:spAutoFit/>
          </a:bodyPr>
          <a:lstStyle/>
          <a:p>
            <a:pPr algn="ctr"/>
            <a:fld id="{260E2A6B-A809-4840-BF14-8648BC0BDF87}" type="slidenum">
              <a:rPr lang="id-ID" sz="3300" b="0" i="0" smtClean="0">
                <a:solidFill>
                  <a:schemeClr val="bg1">
                    <a:lumMod val="95000"/>
                    <a:alpha val="30000"/>
                  </a:schemeClr>
                </a:solidFill>
                <a:latin typeface="Arial" panose="020B0604020202090204" pitchFamily="34" charset="0"/>
                <a:ea typeface="Roboto Condensed" panose="02000000000000000000" pitchFamily="2" charset="0"/>
                <a:cs typeface="Arial" panose="020B0604020202090204" pitchFamily="34" charset="0"/>
              </a:rPr>
            </a:fld>
            <a:endParaRPr lang="id-ID" sz="12450" b="0" i="0" dirty="0">
              <a:solidFill>
                <a:schemeClr val="bg1">
                  <a:lumMod val="95000"/>
                  <a:alpha val="30000"/>
                </a:schemeClr>
              </a:solidFill>
              <a:latin typeface="Arial" panose="020B0604020202090204" pitchFamily="34" charset="0"/>
              <a:ea typeface="Roboto Condensed" panose="02000000000000000000" pitchFamily="2" charset="0"/>
              <a:cs typeface="Arial" panose="020B0604020202090204" pitchFamily="34" charset="0"/>
            </a:endParaRPr>
          </a:p>
        </p:txBody>
      </p:sp>
      <p:cxnSp>
        <p:nvCxnSpPr>
          <p:cNvPr id="35" name="Straight Connector 34"/>
          <p:cNvCxnSpPr/>
          <p:nvPr userDrawn="1"/>
        </p:nvCxnSpPr>
        <p:spPr>
          <a:xfrm>
            <a:off x="906999" y="649346"/>
            <a:ext cx="7330006" cy="0"/>
          </a:xfrm>
          <a:prstGeom prst="line">
            <a:avLst/>
          </a:prstGeom>
          <a:ln>
            <a:solidFill>
              <a:schemeClr val="bg1">
                <a:lumMod val="95000"/>
                <a:alpha val="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push/>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36_Title Slide">
    <p:spTree>
      <p:nvGrpSpPr>
        <p:cNvPr id="1" name=""/>
        <p:cNvGrpSpPr/>
        <p:nvPr/>
      </p:nvGrpSpPr>
      <p:grpSpPr>
        <a:xfrm>
          <a:off x="0" y="0"/>
          <a:ext cx="0" cy="0"/>
          <a:chOff x="0" y="0"/>
          <a:chExt cx="0" cy="0"/>
        </a:xfrm>
      </p:grpSpPr>
      <p:sp>
        <p:nvSpPr>
          <p:cNvPr id="2" name="标题占位符 4"/>
          <p:cNvSpPr>
            <a:spLocks noGrp="1"/>
          </p:cNvSpPr>
          <p:nvPr>
            <p:ph type="title" hasCustomPrompt="1"/>
          </p:nvPr>
        </p:nvSpPr>
        <p:spPr>
          <a:xfrm>
            <a:off x="866276" y="273846"/>
            <a:ext cx="7425349" cy="375503"/>
          </a:xfrm>
          <a:prstGeom prst="rect">
            <a:avLst/>
          </a:prstGeom>
        </p:spPr>
        <p:txBody>
          <a:bodyPr vert="horz" lIns="91440" tIns="45720" rIns="91440" bIns="45720" rtlCol="0" anchor="ctr">
            <a:normAutofit/>
          </a:bodyPr>
          <a:lstStyle/>
          <a:p>
            <a:pPr marL="0" lvl="0" algn="l" defTabSz="685800" rtl="0" eaLnBrk="1" latinLnBrk="0" hangingPunct="1">
              <a:lnSpc>
                <a:spcPct val="90000"/>
              </a:lnSpc>
              <a:buClr>
                <a:srgbClr val="000000"/>
              </a:buClr>
              <a:buSzPts val="9200"/>
            </a:pPr>
            <a:r>
              <a:rPr kumimoji="1" lang="en-GB" altLang="zh-CN" dirty="0"/>
              <a:t>Click here to edit the master title style</a:t>
            </a:r>
            <a:endParaRPr kumimoji="1" lang="zh-CN" altLang="en-US" dirty="0"/>
          </a:p>
        </p:txBody>
      </p:sp>
    </p:spTree>
  </p:cSld>
  <p:clrMapOvr>
    <a:masterClrMapping/>
  </p:clrMapOvr>
  <p:transition spd="slow">
    <p:push/>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37_Title Slide">
    <p:spTree>
      <p:nvGrpSpPr>
        <p:cNvPr id="1" name=""/>
        <p:cNvGrpSpPr/>
        <p:nvPr/>
      </p:nvGrpSpPr>
      <p:grpSpPr>
        <a:xfrm>
          <a:off x="0" y="0"/>
          <a:ext cx="0" cy="0"/>
          <a:chOff x="0" y="0"/>
          <a:chExt cx="0" cy="0"/>
        </a:xfrm>
      </p:grpSpPr>
      <p:sp>
        <p:nvSpPr>
          <p:cNvPr id="2" name="标题占位符 4"/>
          <p:cNvSpPr>
            <a:spLocks noGrp="1"/>
          </p:cNvSpPr>
          <p:nvPr>
            <p:ph type="title" hasCustomPrompt="1"/>
          </p:nvPr>
        </p:nvSpPr>
        <p:spPr>
          <a:xfrm>
            <a:off x="866276" y="273846"/>
            <a:ext cx="7425349" cy="375503"/>
          </a:xfrm>
          <a:prstGeom prst="rect">
            <a:avLst/>
          </a:prstGeom>
        </p:spPr>
        <p:txBody>
          <a:bodyPr vert="horz" lIns="91440" tIns="45720" rIns="91440" bIns="45720" rtlCol="0" anchor="ctr">
            <a:normAutofit/>
          </a:bodyPr>
          <a:lstStyle/>
          <a:p>
            <a:pPr marL="0" lvl="0" algn="l" defTabSz="685800" rtl="0" eaLnBrk="1" latinLnBrk="0" hangingPunct="1">
              <a:lnSpc>
                <a:spcPct val="90000"/>
              </a:lnSpc>
              <a:buClr>
                <a:srgbClr val="000000"/>
              </a:buClr>
              <a:buSzPts val="9200"/>
            </a:pPr>
            <a:r>
              <a:rPr kumimoji="1" lang="en-GB" altLang="zh-CN" dirty="0"/>
              <a:t>Click here to edit the master title style</a:t>
            </a:r>
            <a:endParaRPr kumimoji="1" lang="zh-CN" altLang="en-US" dirty="0"/>
          </a:p>
        </p:txBody>
      </p:sp>
    </p:spTree>
  </p:cSld>
  <p:clrMapOvr>
    <a:masterClrMapping/>
  </p:clrMapOvr>
  <p:transition spd="slow">
    <p:push/>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38_Title Slide">
    <p:spTree>
      <p:nvGrpSpPr>
        <p:cNvPr id="1" name=""/>
        <p:cNvGrpSpPr/>
        <p:nvPr/>
      </p:nvGrpSpPr>
      <p:grpSpPr>
        <a:xfrm>
          <a:off x="0" y="0"/>
          <a:ext cx="0" cy="0"/>
          <a:chOff x="0" y="0"/>
          <a:chExt cx="0" cy="0"/>
        </a:xfrm>
      </p:grpSpPr>
      <p:sp>
        <p:nvSpPr>
          <p:cNvPr id="2" name="标题占位符 4"/>
          <p:cNvSpPr>
            <a:spLocks noGrp="1"/>
          </p:cNvSpPr>
          <p:nvPr>
            <p:ph type="title" hasCustomPrompt="1"/>
          </p:nvPr>
        </p:nvSpPr>
        <p:spPr>
          <a:xfrm>
            <a:off x="866276" y="273846"/>
            <a:ext cx="7425349" cy="375503"/>
          </a:xfrm>
          <a:prstGeom prst="rect">
            <a:avLst/>
          </a:prstGeom>
        </p:spPr>
        <p:txBody>
          <a:bodyPr vert="horz" lIns="91440" tIns="45720" rIns="91440" bIns="45720" rtlCol="0" anchor="ctr">
            <a:normAutofit/>
          </a:bodyPr>
          <a:lstStyle/>
          <a:p>
            <a:pPr marL="0" lvl="0" algn="l" defTabSz="685800" rtl="0" eaLnBrk="1" latinLnBrk="0" hangingPunct="1">
              <a:lnSpc>
                <a:spcPct val="90000"/>
              </a:lnSpc>
              <a:buClr>
                <a:srgbClr val="000000"/>
              </a:buClr>
              <a:buSzPts val="9200"/>
            </a:pPr>
            <a:r>
              <a:rPr kumimoji="1" lang="en-GB" altLang="zh-CN" dirty="0"/>
              <a:t>Click here to edit the master title style</a:t>
            </a:r>
            <a:endParaRPr kumimoji="1" lang="zh-CN" altLang="en-US" dirty="0"/>
          </a:p>
        </p:txBody>
      </p:sp>
    </p:spTree>
  </p:cSld>
  <p:clrMapOvr>
    <a:masterClrMapping/>
  </p:clrMapOvr>
  <p:transition spd="slow">
    <p:push/>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39_Title Slide">
    <p:spTree>
      <p:nvGrpSpPr>
        <p:cNvPr id="1" name=""/>
        <p:cNvGrpSpPr/>
        <p:nvPr/>
      </p:nvGrpSpPr>
      <p:grpSpPr>
        <a:xfrm>
          <a:off x="0" y="0"/>
          <a:ext cx="0" cy="0"/>
          <a:chOff x="0" y="0"/>
          <a:chExt cx="0" cy="0"/>
        </a:xfrm>
      </p:grpSpPr>
    </p:spTree>
  </p:cSld>
  <p:clrMapOvr>
    <a:masterClrMapping/>
  </p:clrMapOvr>
  <p:transition spd="slow">
    <p:push/>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40_Title Slide">
    <p:spTree>
      <p:nvGrpSpPr>
        <p:cNvPr id="1" name=""/>
        <p:cNvGrpSpPr/>
        <p:nvPr/>
      </p:nvGrpSpPr>
      <p:grpSpPr>
        <a:xfrm>
          <a:off x="0" y="0"/>
          <a:ext cx="0" cy="0"/>
          <a:chOff x="0" y="0"/>
          <a:chExt cx="0" cy="0"/>
        </a:xfrm>
      </p:grpSpPr>
      <p:sp>
        <p:nvSpPr>
          <p:cNvPr id="2" name="标题占位符 4"/>
          <p:cNvSpPr>
            <a:spLocks noGrp="1"/>
          </p:cNvSpPr>
          <p:nvPr>
            <p:ph type="title" hasCustomPrompt="1"/>
          </p:nvPr>
        </p:nvSpPr>
        <p:spPr>
          <a:xfrm>
            <a:off x="866276" y="273846"/>
            <a:ext cx="7425349" cy="375503"/>
          </a:xfrm>
          <a:prstGeom prst="rect">
            <a:avLst/>
          </a:prstGeom>
        </p:spPr>
        <p:txBody>
          <a:bodyPr vert="horz" lIns="91440" tIns="45720" rIns="91440" bIns="45720" rtlCol="0" anchor="ctr">
            <a:normAutofit/>
          </a:bodyPr>
          <a:lstStyle/>
          <a:p>
            <a:pPr marL="0" lvl="0" algn="l" defTabSz="685800" rtl="0" eaLnBrk="1" latinLnBrk="0" hangingPunct="1">
              <a:lnSpc>
                <a:spcPct val="90000"/>
              </a:lnSpc>
              <a:buClr>
                <a:srgbClr val="000000"/>
              </a:buClr>
              <a:buSzPts val="9200"/>
            </a:pPr>
            <a:r>
              <a:rPr kumimoji="1" lang="en-GB" altLang="zh-CN" dirty="0"/>
              <a:t>Click here to edit the master title style</a:t>
            </a:r>
            <a:endParaRPr kumimoji="1" lang="zh-CN" altLang="en-US" dirty="0"/>
          </a:p>
        </p:txBody>
      </p:sp>
    </p:spTree>
  </p:cSld>
  <p:clrMapOvr>
    <a:masterClrMapping/>
  </p:clrMapOvr>
  <p:transition spd="slow">
    <p:push/>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41_Title Slide">
    <p:spTree>
      <p:nvGrpSpPr>
        <p:cNvPr id="1" name=""/>
        <p:cNvGrpSpPr/>
        <p:nvPr/>
      </p:nvGrpSpPr>
      <p:grpSpPr>
        <a:xfrm>
          <a:off x="0" y="0"/>
          <a:ext cx="0" cy="0"/>
          <a:chOff x="0" y="0"/>
          <a:chExt cx="0" cy="0"/>
        </a:xfrm>
      </p:grpSpPr>
      <p:sp>
        <p:nvSpPr>
          <p:cNvPr id="2" name="标题占位符 4"/>
          <p:cNvSpPr>
            <a:spLocks noGrp="1"/>
          </p:cNvSpPr>
          <p:nvPr>
            <p:ph type="title" hasCustomPrompt="1"/>
          </p:nvPr>
        </p:nvSpPr>
        <p:spPr>
          <a:xfrm>
            <a:off x="866276" y="273846"/>
            <a:ext cx="7425349" cy="375503"/>
          </a:xfrm>
          <a:prstGeom prst="rect">
            <a:avLst/>
          </a:prstGeom>
        </p:spPr>
        <p:txBody>
          <a:bodyPr vert="horz" lIns="91440" tIns="45720" rIns="91440" bIns="45720" rtlCol="0" anchor="ctr">
            <a:normAutofit/>
          </a:bodyPr>
          <a:lstStyle/>
          <a:p>
            <a:pPr marL="0" lvl="0" algn="l" defTabSz="685800" rtl="0" eaLnBrk="1" latinLnBrk="0" hangingPunct="1">
              <a:lnSpc>
                <a:spcPct val="90000"/>
              </a:lnSpc>
              <a:buClr>
                <a:srgbClr val="000000"/>
              </a:buClr>
              <a:buSzPts val="9200"/>
            </a:pPr>
            <a:r>
              <a:rPr kumimoji="1" lang="en-GB" altLang="zh-CN" dirty="0"/>
              <a:t>Click here to edit the master title style</a:t>
            </a:r>
            <a:endParaRPr kumimoji="1" lang="zh-CN" altLang="en-US" dirty="0"/>
          </a:p>
        </p:txBody>
      </p:sp>
    </p:spTree>
  </p:cSld>
  <p:clrMapOvr>
    <a:masterClrMapping/>
  </p:clrMapOvr>
  <p:transition spd="slow">
    <p:push/>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userDrawn="1">
  <p:cSld name="57_Title Slide">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3487180" y="1071995"/>
            <a:ext cx="2043320" cy="3192903"/>
          </a:xfrm>
          <a:custGeom>
            <a:avLst/>
            <a:gdLst>
              <a:gd name="connsiteX0" fmla="*/ 0 w 5449562"/>
              <a:gd name="connsiteY0" fmla="*/ 0 h 8514407"/>
              <a:gd name="connsiteX1" fmla="*/ 5449562 w 5449562"/>
              <a:gd name="connsiteY1" fmla="*/ 0 h 8514407"/>
              <a:gd name="connsiteX2" fmla="*/ 5449562 w 5449562"/>
              <a:gd name="connsiteY2" fmla="*/ 8514407 h 8514407"/>
              <a:gd name="connsiteX3" fmla="*/ 0 w 5449562"/>
              <a:gd name="connsiteY3" fmla="*/ 8514407 h 8514407"/>
            </a:gdLst>
            <a:ahLst/>
            <a:cxnLst>
              <a:cxn ang="0">
                <a:pos x="connsiteX0" y="connsiteY0"/>
              </a:cxn>
              <a:cxn ang="0">
                <a:pos x="connsiteX1" y="connsiteY1"/>
              </a:cxn>
              <a:cxn ang="0">
                <a:pos x="connsiteX2" y="connsiteY2"/>
              </a:cxn>
              <a:cxn ang="0">
                <a:pos x="connsiteX3" y="connsiteY3"/>
              </a:cxn>
            </a:cxnLst>
            <a:rect l="l" t="t" r="r" b="b"/>
            <a:pathLst>
              <a:path w="5449562" h="8514407">
                <a:moveTo>
                  <a:pt x="0" y="0"/>
                </a:moveTo>
                <a:lnTo>
                  <a:pt x="5449562" y="0"/>
                </a:lnTo>
                <a:lnTo>
                  <a:pt x="5449562" y="8514407"/>
                </a:lnTo>
                <a:lnTo>
                  <a:pt x="0" y="8514407"/>
                </a:lnTo>
                <a:close/>
              </a:path>
            </a:pathLst>
          </a:custGeom>
        </p:spPr>
        <p:txBody>
          <a:bodyPr wrap="square">
            <a:noAutofit/>
          </a:bodyPr>
          <a:lstStyle>
            <a:lvl1pPr algn="ctr">
              <a:defRPr sz="1230"/>
            </a:lvl1pPr>
          </a:lstStyle>
          <a:p>
            <a:endParaRPr lang="en-US"/>
          </a:p>
        </p:txBody>
      </p:sp>
    </p:spTree>
  </p:cSld>
  <p:clrMapOvr>
    <a:masterClrMapping/>
  </p:clrMapOvr>
  <p:transition spd="slow">
    <p:push/>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1" y="205989"/>
            <a:ext cx="8229600" cy="857289"/>
          </a:xfr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endParaRPr lang="en-US" altLang="zh-CN"/>
          </a:p>
        </p:txBody>
      </p:sp>
      <p:sp>
        <p:nvSpPr>
          <p:cNvPr id="4" name="页脚占位符 3"/>
          <p:cNvSpPr>
            <a:spLocks noGrp="1"/>
          </p:cNvSpPr>
          <p:nvPr>
            <p:ph type="ftr" sz="quarter" idx="11"/>
          </p:nvPr>
        </p:nvSpPr>
        <p:spPr/>
        <p:txBody>
          <a:bodyPr/>
          <a:lstStyle/>
          <a:p>
            <a:endParaRPr lang="en-US" altLang="zh-CN"/>
          </a:p>
        </p:txBody>
      </p:sp>
      <p:sp>
        <p:nvSpPr>
          <p:cNvPr id="5" name="灯片编号占位符 4"/>
          <p:cNvSpPr>
            <a:spLocks noGrp="1"/>
          </p:cNvSpPr>
          <p:nvPr>
            <p:ph type="sldNum" sz="quarter" idx="12"/>
          </p:nvPr>
        </p:nvSpPr>
        <p:spPr/>
        <p:txBody>
          <a:bodyPr/>
          <a:lstStyle/>
          <a:p>
            <a:fld id="{D0A27C80-5FD3-4361-BB31-75FBA1966619}" type="slidenum">
              <a:rPr lang="en-US" altLang="zh-CN" smtClean="0"/>
            </a:fld>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1600" advTm="2000">
        <p14:gallery dir="l"/>
      </p:transition>
    </mc:Choice>
    <mc:Fallback>
      <p:transition spd="slow" advTm="2000">
        <p:fade/>
      </p:transition>
    </mc:Fallback>
  </mc:AlternateContent>
  <p:timing>
    <p:tnLst>
      <p:par>
        <p:cTn id="1" dur="indefinite" restart="never" nodeType="tmRoot"/>
      </p:par>
    </p:tnLst>
  </p:timing>
</p:sldLayout>
</file>

<file path=ppt/slideLayouts/slideLayout9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1" y="205989"/>
            <a:ext cx="8229600" cy="857289"/>
          </a:xfr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199" y="1200206"/>
            <a:ext cx="4038600" cy="3394630"/>
          </a:xfrm>
        </p:spPr>
        <p:txBody>
          <a:bodyPr/>
          <a:lstStyle>
            <a:lvl1pPr>
              <a:defRPr sz="2550"/>
            </a:lvl1pPr>
            <a:lvl2pPr>
              <a:defRPr sz="2175"/>
            </a:lvl2pPr>
            <a:lvl3pPr>
              <a:defRPr sz="1800"/>
            </a:lvl3pPr>
            <a:lvl4pPr>
              <a:defRPr sz="1575"/>
            </a:lvl4pPr>
            <a:lvl5pPr>
              <a:defRPr sz="1575"/>
            </a:lvl5pPr>
            <a:lvl6pPr>
              <a:defRPr sz="1575"/>
            </a:lvl6pPr>
            <a:lvl7pPr>
              <a:defRPr sz="1575"/>
            </a:lvl7pPr>
            <a:lvl8pPr>
              <a:defRPr sz="1575"/>
            </a:lvl8pPr>
            <a:lvl9pPr>
              <a:defRPr sz="1575"/>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1" y="1200206"/>
            <a:ext cx="4038600" cy="3394630"/>
          </a:xfrm>
        </p:spPr>
        <p:txBody>
          <a:bodyPr/>
          <a:lstStyle>
            <a:lvl1pPr>
              <a:defRPr sz="2550"/>
            </a:lvl1pPr>
            <a:lvl2pPr>
              <a:defRPr sz="2175"/>
            </a:lvl2pPr>
            <a:lvl3pPr>
              <a:defRPr sz="1800"/>
            </a:lvl3pPr>
            <a:lvl4pPr>
              <a:defRPr sz="1575"/>
            </a:lvl4pPr>
            <a:lvl5pPr>
              <a:defRPr sz="1575"/>
            </a:lvl5pPr>
            <a:lvl6pPr>
              <a:defRPr sz="1575"/>
            </a:lvl6pPr>
            <a:lvl7pPr>
              <a:defRPr sz="1575"/>
            </a:lvl7pPr>
            <a:lvl8pPr>
              <a:defRPr sz="1575"/>
            </a:lvl8pPr>
            <a:lvl9pPr>
              <a:defRPr sz="1575"/>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1EA406FD-032E-4C58-95B5-1848DA22B9BA}" type="slidenum">
              <a:rPr lang="en-US" altLang="zh-CN"/>
            </a:fld>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1600" advTm="2000">
        <p14:gallery dir="l"/>
      </p:transition>
    </mc:Choice>
    <mc:Fallback>
      <p:transition spd="slow" advTm="2000">
        <p:fade/>
      </p:transition>
    </mc:Fallback>
  </mc:AlternateContent>
  <p:timing>
    <p:tnLst>
      <p:par>
        <p:cTn id="1" dur="indefinite" restart="never" nodeType="tmRoot"/>
      </p:par>
    </p:tnLst>
  </p:timing>
</p:sldLayout>
</file>

<file path=ppt/slideLayouts/slideLayout9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1" y="205989"/>
            <a:ext cx="8229600" cy="857289"/>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89"/>
            <a:ext cx="4040188" cy="479844"/>
          </a:xfrm>
        </p:spPr>
        <p:txBody>
          <a:bodyPr anchor="b"/>
          <a:lstStyle>
            <a:lvl1pPr marL="0" indent="0">
              <a:buNone/>
              <a:defRPr sz="2175" b="1"/>
            </a:lvl1pPr>
            <a:lvl2pPr marL="408305" indent="0">
              <a:buNone/>
              <a:defRPr sz="1800" b="1"/>
            </a:lvl2pPr>
            <a:lvl3pPr marL="816610" indent="0">
              <a:buNone/>
              <a:defRPr sz="1575" b="1"/>
            </a:lvl3pPr>
            <a:lvl4pPr marL="1224915" indent="0">
              <a:buNone/>
              <a:defRPr sz="1425" b="1"/>
            </a:lvl4pPr>
            <a:lvl5pPr marL="1632585" indent="0">
              <a:buNone/>
              <a:defRPr sz="1425" b="1"/>
            </a:lvl5pPr>
            <a:lvl6pPr marL="2040890" indent="0">
              <a:buNone/>
              <a:defRPr sz="1425" b="1"/>
            </a:lvl6pPr>
            <a:lvl7pPr marL="2449195" indent="0">
              <a:buNone/>
              <a:defRPr sz="1425" b="1"/>
            </a:lvl7pPr>
            <a:lvl8pPr marL="2857500" indent="0">
              <a:buNone/>
              <a:defRPr sz="1425" b="1"/>
            </a:lvl8pPr>
            <a:lvl9pPr marL="3265805" indent="0">
              <a:buNone/>
              <a:defRPr sz="1425"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631231"/>
            <a:ext cx="4040188" cy="2963603"/>
          </a:xfrm>
        </p:spPr>
        <p:txBody>
          <a:bodyPr/>
          <a:lstStyle>
            <a:lvl1pPr>
              <a:defRPr sz="2175"/>
            </a:lvl1pPr>
            <a:lvl2pPr>
              <a:defRPr sz="1800"/>
            </a:lvl2pPr>
            <a:lvl3pPr>
              <a:defRPr sz="1575"/>
            </a:lvl3pPr>
            <a:lvl4pPr>
              <a:defRPr sz="1425"/>
            </a:lvl4pPr>
            <a:lvl5pPr>
              <a:defRPr sz="1425"/>
            </a:lvl5pPr>
            <a:lvl6pPr>
              <a:defRPr sz="1425"/>
            </a:lvl6pPr>
            <a:lvl7pPr>
              <a:defRPr sz="1425"/>
            </a:lvl7pPr>
            <a:lvl8pPr>
              <a:defRPr sz="1425"/>
            </a:lvl8pPr>
            <a:lvl9pPr>
              <a:defRPr sz="1425"/>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151389"/>
            <a:ext cx="4041774" cy="479844"/>
          </a:xfrm>
        </p:spPr>
        <p:txBody>
          <a:bodyPr anchor="b"/>
          <a:lstStyle>
            <a:lvl1pPr marL="0" indent="0">
              <a:buNone/>
              <a:defRPr sz="2175" b="1"/>
            </a:lvl1pPr>
            <a:lvl2pPr marL="408305" indent="0">
              <a:buNone/>
              <a:defRPr sz="1800" b="1"/>
            </a:lvl2pPr>
            <a:lvl3pPr marL="816610" indent="0">
              <a:buNone/>
              <a:defRPr sz="1575" b="1"/>
            </a:lvl3pPr>
            <a:lvl4pPr marL="1224915" indent="0">
              <a:buNone/>
              <a:defRPr sz="1425" b="1"/>
            </a:lvl4pPr>
            <a:lvl5pPr marL="1632585" indent="0">
              <a:buNone/>
              <a:defRPr sz="1425" b="1"/>
            </a:lvl5pPr>
            <a:lvl6pPr marL="2040890" indent="0">
              <a:buNone/>
              <a:defRPr sz="1425" b="1"/>
            </a:lvl6pPr>
            <a:lvl7pPr marL="2449195" indent="0">
              <a:buNone/>
              <a:defRPr sz="1425" b="1"/>
            </a:lvl7pPr>
            <a:lvl8pPr marL="2857500" indent="0">
              <a:buNone/>
              <a:defRPr sz="1425" b="1"/>
            </a:lvl8pPr>
            <a:lvl9pPr marL="3265805" indent="0">
              <a:buNone/>
              <a:defRPr sz="1425"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631231"/>
            <a:ext cx="4041774" cy="2963603"/>
          </a:xfrm>
        </p:spPr>
        <p:txBody>
          <a:bodyPr/>
          <a:lstStyle>
            <a:lvl1pPr>
              <a:defRPr sz="2175"/>
            </a:lvl1pPr>
            <a:lvl2pPr>
              <a:defRPr sz="1800"/>
            </a:lvl2pPr>
            <a:lvl3pPr>
              <a:defRPr sz="1575"/>
            </a:lvl3pPr>
            <a:lvl4pPr>
              <a:defRPr sz="1425"/>
            </a:lvl4pPr>
            <a:lvl5pPr>
              <a:defRPr sz="1425"/>
            </a:lvl5pPr>
            <a:lvl6pPr>
              <a:defRPr sz="1425"/>
            </a:lvl6pPr>
            <a:lvl7pPr>
              <a:defRPr sz="1425"/>
            </a:lvl7pPr>
            <a:lvl8pPr>
              <a:defRPr sz="1425"/>
            </a:lvl8pPr>
            <a:lvl9pPr>
              <a:defRPr sz="1425"/>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A3837FDC-5057-4295-9D29-1F1664A2B3DF}" type="slidenum">
              <a:rPr lang="en-US" altLang="zh-CN"/>
            </a:fld>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1600" advTm="2000">
        <p14:gallery dir="l"/>
      </p:transition>
    </mc:Choice>
    <mc:Fallback>
      <p:transition spd="slow" advTm="2000">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5989"/>
            <a:ext cx="8229600" cy="857289"/>
          </a:xfr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3C1A274E-B122-4DCB-ACB9-9C2AF45C2A36}" type="slidenum">
              <a:rPr lang="en-US" altLang="zh-CN"/>
            </a:fld>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1600" advTm="2000">
        <p14:gallery dir="l"/>
      </p:transition>
    </mc:Choice>
    <mc:Fallback>
      <p:transition spd="slow" advTm="2000">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98"/>
            <a:ext cx="3008313" cy="871578"/>
          </a:xfrm>
        </p:spPr>
        <p:txBody>
          <a:bodyPr anchor="b"/>
          <a:lstStyle>
            <a:lvl1pPr algn="l">
              <a:defRPr sz="18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98"/>
            <a:ext cx="5111750" cy="4390038"/>
          </a:xfrm>
        </p:spPr>
        <p:txBody>
          <a:bodyPr/>
          <a:lstStyle>
            <a:lvl1pPr>
              <a:defRPr sz="2850"/>
            </a:lvl1pPr>
            <a:lvl2pPr>
              <a:defRPr sz="2550"/>
            </a:lvl2pPr>
            <a:lvl3pPr>
              <a:defRPr sz="2175"/>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1" y="1076375"/>
            <a:ext cx="3008313" cy="3518461"/>
          </a:xfrm>
        </p:spPr>
        <p:txBody>
          <a:bodyPr/>
          <a:lstStyle>
            <a:lvl1pPr marL="0" indent="0">
              <a:buNone/>
              <a:defRPr sz="1200"/>
            </a:lvl1pPr>
            <a:lvl2pPr marL="408305" indent="0">
              <a:buNone/>
              <a:defRPr sz="1050"/>
            </a:lvl2pPr>
            <a:lvl3pPr marL="816610" indent="0">
              <a:buNone/>
              <a:defRPr sz="900"/>
            </a:lvl3pPr>
            <a:lvl4pPr marL="1224915" indent="0">
              <a:buNone/>
              <a:defRPr sz="825"/>
            </a:lvl4pPr>
            <a:lvl5pPr marL="1632585" indent="0">
              <a:buNone/>
              <a:defRPr sz="825"/>
            </a:lvl5pPr>
            <a:lvl6pPr marL="2040890" indent="0">
              <a:buNone/>
              <a:defRPr sz="825"/>
            </a:lvl6pPr>
            <a:lvl7pPr marL="2449195" indent="0">
              <a:buNone/>
              <a:defRPr sz="825"/>
            </a:lvl7pPr>
            <a:lvl8pPr marL="2857500" indent="0">
              <a:buNone/>
              <a:defRPr sz="825"/>
            </a:lvl8pPr>
            <a:lvl9pPr marL="3265805" indent="0">
              <a:buNone/>
              <a:defRPr sz="825"/>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F8BEC569-D044-472C-A2F2-BA37D28F2E82}" type="slidenum">
              <a:rPr lang="en-US" altLang="zh-CN"/>
            </a:fld>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1600" advTm="2000">
        <p14:gallery dir="l"/>
      </p:transition>
    </mc:Choice>
    <mc:Fallback>
      <p:transition spd="slow" advTm="2000">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617"/>
            <a:ext cx="5486400" cy="425073"/>
          </a:xfrm>
        </p:spPr>
        <p:txBody>
          <a:bodyPr anchor="b"/>
          <a:lstStyle>
            <a:lvl1pPr algn="l">
              <a:defRPr sz="18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603"/>
            <a:ext cx="5486400" cy="3086243"/>
          </a:xfrm>
        </p:spPr>
        <p:txBody>
          <a:bodyPr/>
          <a:lstStyle>
            <a:lvl1pPr marL="0" indent="0">
              <a:buNone/>
              <a:defRPr sz="2850"/>
            </a:lvl1pPr>
            <a:lvl2pPr marL="408305" indent="0">
              <a:buNone/>
              <a:defRPr sz="2550"/>
            </a:lvl2pPr>
            <a:lvl3pPr marL="816610" indent="0">
              <a:buNone/>
              <a:defRPr sz="2175"/>
            </a:lvl3pPr>
            <a:lvl4pPr marL="1224915" indent="0">
              <a:buNone/>
              <a:defRPr sz="1800"/>
            </a:lvl4pPr>
            <a:lvl5pPr marL="1632585" indent="0">
              <a:buNone/>
              <a:defRPr sz="1800"/>
            </a:lvl5pPr>
            <a:lvl6pPr marL="2040890" indent="0">
              <a:buNone/>
              <a:defRPr sz="1800"/>
            </a:lvl6pPr>
            <a:lvl7pPr marL="2449195" indent="0">
              <a:buNone/>
              <a:defRPr sz="1800"/>
            </a:lvl7pPr>
            <a:lvl8pPr marL="2857500" indent="0">
              <a:buNone/>
              <a:defRPr sz="1800"/>
            </a:lvl8pPr>
            <a:lvl9pPr marL="3265805" indent="0">
              <a:buNone/>
              <a:defRPr sz="1800"/>
            </a:lvl9pPr>
          </a:lstStyle>
          <a:p>
            <a:endParaRPr lang="zh-CN" altLang="en-US"/>
          </a:p>
        </p:txBody>
      </p:sp>
      <p:sp>
        <p:nvSpPr>
          <p:cNvPr id="4" name="文本占位符 3"/>
          <p:cNvSpPr>
            <a:spLocks noGrp="1"/>
          </p:cNvSpPr>
          <p:nvPr>
            <p:ph type="body" sz="half" idx="2"/>
          </p:nvPr>
        </p:nvSpPr>
        <p:spPr>
          <a:xfrm>
            <a:off x="1792288" y="4025691"/>
            <a:ext cx="5486400" cy="603674"/>
          </a:xfrm>
        </p:spPr>
        <p:txBody>
          <a:bodyPr/>
          <a:lstStyle>
            <a:lvl1pPr marL="0" indent="0">
              <a:buNone/>
              <a:defRPr sz="1200"/>
            </a:lvl1pPr>
            <a:lvl2pPr marL="408305" indent="0">
              <a:buNone/>
              <a:defRPr sz="1050"/>
            </a:lvl2pPr>
            <a:lvl3pPr marL="816610" indent="0">
              <a:buNone/>
              <a:defRPr sz="900"/>
            </a:lvl3pPr>
            <a:lvl4pPr marL="1224915" indent="0">
              <a:buNone/>
              <a:defRPr sz="825"/>
            </a:lvl4pPr>
            <a:lvl5pPr marL="1632585" indent="0">
              <a:buNone/>
              <a:defRPr sz="825"/>
            </a:lvl5pPr>
            <a:lvl6pPr marL="2040890" indent="0">
              <a:buNone/>
              <a:defRPr sz="825"/>
            </a:lvl6pPr>
            <a:lvl7pPr marL="2449195" indent="0">
              <a:buNone/>
              <a:defRPr sz="825"/>
            </a:lvl7pPr>
            <a:lvl8pPr marL="2857500" indent="0">
              <a:buNone/>
              <a:defRPr sz="825"/>
            </a:lvl8pPr>
            <a:lvl9pPr marL="3265805" indent="0">
              <a:buNone/>
              <a:defRPr sz="825"/>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853AE886-EFA1-4CF3-9226-1AC44F41EA8B}" type="slidenum">
              <a:rPr lang="en-US" altLang="zh-CN"/>
            </a:fld>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1600" advTm="2000">
        <p14:gallery dir="l"/>
      </p:transition>
    </mc:Choice>
    <mc:Fallback>
      <p:transition spd="slow" advTm="2000">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1" y="205989"/>
            <a:ext cx="8229600" cy="857289"/>
          </a:xfr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1" y="1200206"/>
            <a:ext cx="8229600" cy="339463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4713DEBC-6A62-4123-98C2-AEEE7EE20F0B}" type="slidenum">
              <a:rPr lang="en-US" altLang="zh-CN"/>
            </a:fld>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1600" advTm="2000">
        <p14:gallery dir="l"/>
      </p:transition>
    </mc:Choice>
    <mc:Fallback>
      <p:transition spd="slow" advTm="2000">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89"/>
            <a:ext cx="2057400" cy="4388847"/>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5989"/>
            <a:ext cx="6019800" cy="4388847"/>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7941277D-9524-42B7-AE1B-6471F281CBE7}" type="slidenum">
              <a:rPr lang="en-US" altLang="zh-CN"/>
            </a:fld>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1600" advTm="2000">
        <p14:gallery dir="l"/>
      </p:transition>
    </mc:Choice>
    <mc:Fallback>
      <p:transition spd="slow" advTm="2000">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userDrawn="1">
  <p:cSld name="20_Title Slide">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5353526" y="1723073"/>
            <a:ext cx="2346689" cy="2773603"/>
          </a:xfrm>
          <a:custGeom>
            <a:avLst/>
            <a:gdLst>
              <a:gd name="connsiteX0" fmla="*/ 0 w 6258651"/>
              <a:gd name="connsiteY0" fmla="*/ 0 h 7396274"/>
              <a:gd name="connsiteX1" fmla="*/ 6258651 w 6258651"/>
              <a:gd name="connsiteY1" fmla="*/ 0 h 7396274"/>
              <a:gd name="connsiteX2" fmla="*/ 6258651 w 6258651"/>
              <a:gd name="connsiteY2" fmla="*/ 7396274 h 7396274"/>
              <a:gd name="connsiteX3" fmla="*/ 0 w 6258651"/>
              <a:gd name="connsiteY3" fmla="*/ 7396274 h 7396274"/>
            </a:gdLst>
            <a:ahLst/>
            <a:cxnLst>
              <a:cxn ang="0">
                <a:pos x="connsiteX0" y="connsiteY0"/>
              </a:cxn>
              <a:cxn ang="0">
                <a:pos x="connsiteX1" y="connsiteY1"/>
              </a:cxn>
              <a:cxn ang="0">
                <a:pos x="connsiteX2" y="connsiteY2"/>
              </a:cxn>
              <a:cxn ang="0">
                <a:pos x="connsiteX3" y="connsiteY3"/>
              </a:cxn>
            </a:cxnLst>
            <a:rect l="l" t="t" r="r" b="b"/>
            <a:pathLst>
              <a:path w="6258651" h="7396274">
                <a:moveTo>
                  <a:pt x="0" y="0"/>
                </a:moveTo>
                <a:lnTo>
                  <a:pt x="6258651" y="0"/>
                </a:lnTo>
                <a:lnTo>
                  <a:pt x="6258651" y="7396274"/>
                </a:lnTo>
                <a:lnTo>
                  <a:pt x="0" y="7396274"/>
                </a:lnTo>
                <a:close/>
              </a:path>
            </a:pathLst>
          </a:custGeom>
        </p:spPr>
        <p:txBody>
          <a:bodyPr wrap="square">
            <a:noAutofit/>
          </a:bodyPr>
          <a:lstStyle>
            <a:lvl1pPr algn="ctr">
              <a:defRPr sz="1230"/>
            </a:lvl1pPr>
          </a:lstStyle>
          <a:p>
            <a:endParaRPr lang="en-US"/>
          </a:p>
        </p:txBody>
      </p:sp>
      <p:sp>
        <p:nvSpPr>
          <p:cNvPr id="7" name="Picture Placeholder 6"/>
          <p:cNvSpPr>
            <a:spLocks noGrp="1"/>
          </p:cNvSpPr>
          <p:nvPr>
            <p:ph type="pic" sz="quarter" idx="11"/>
          </p:nvPr>
        </p:nvSpPr>
        <p:spPr>
          <a:xfrm>
            <a:off x="6385682" y="670322"/>
            <a:ext cx="2046690" cy="1849041"/>
          </a:xfrm>
          <a:custGeom>
            <a:avLst/>
            <a:gdLst>
              <a:gd name="connsiteX0" fmla="*/ 0 w 5458551"/>
              <a:gd name="connsiteY0" fmla="*/ 0 h 4930775"/>
              <a:gd name="connsiteX1" fmla="*/ 5458551 w 5458551"/>
              <a:gd name="connsiteY1" fmla="*/ 0 h 4930775"/>
              <a:gd name="connsiteX2" fmla="*/ 5458551 w 5458551"/>
              <a:gd name="connsiteY2" fmla="*/ 4930775 h 4930775"/>
              <a:gd name="connsiteX3" fmla="*/ 0 w 5458551"/>
              <a:gd name="connsiteY3" fmla="*/ 4930775 h 4930775"/>
            </a:gdLst>
            <a:ahLst/>
            <a:cxnLst>
              <a:cxn ang="0">
                <a:pos x="connsiteX0" y="connsiteY0"/>
              </a:cxn>
              <a:cxn ang="0">
                <a:pos x="connsiteX1" y="connsiteY1"/>
              </a:cxn>
              <a:cxn ang="0">
                <a:pos x="connsiteX2" y="connsiteY2"/>
              </a:cxn>
              <a:cxn ang="0">
                <a:pos x="connsiteX3" y="connsiteY3"/>
              </a:cxn>
            </a:cxnLst>
            <a:rect l="l" t="t" r="r" b="b"/>
            <a:pathLst>
              <a:path w="5458551" h="4930775">
                <a:moveTo>
                  <a:pt x="0" y="0"/>
                </a:moveTo>
                <a:lnTo>
                  <a:pt x="5458551" y="0"/>
                </a:lnTo>
                <a:lnTo>
                  <a:pt x="5458551" y="4930775"/>
                </a:lnTo>
                <a:lnTo>
                  <a:pt x="0" y="4930775"/>
                </a:lnTo>
                <a:close/>
              </a:path>
            </a:pathLst>
          </a:custGeom>
        </p:spPr>
        <p:txBody>
          <a:bodyPr wrap="square">
            <a:noAutofit/>
          </a:bodyPr>
          <a:lstStyle>
            <a:lvl1pPr algn="ctr">
              <a:defRPr sz="1230"/>
            </a:lvl1pPr>
          </a:lstStyle>
          <a:p>
            <a:endParaRPr 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0" Type="http://schemas.openxmlformats.org/officeDocument/2006/relationships/theme" Target="../theme/theme1.xml"/><Relationship Id="rId6" Type="http://schemas.openxmlformats.org/officeDocument/2006/relationships/slideLayout" Target="../slideLayouts/slideLayout6.xml"/><Relationship Id="rId59" Type="http://schemas.openxmlformats.org/officeDocument/2006/relationships/image" Target="../media/image2.png"/><Relationship Id="rId58" Type="http://schemas.openxmlformats.org/officeDocument/2006/relationships/slideLayout" Target="../slideLayouts/slideLayout58.xml"/><Relationship Id="rId57" Type="http://schemas.openxmlformats.org/officeDocument/2006/relationships/slideLayout" Target="../slideLayouts/slideLayout57.xml"/><Relationship Id="rId56" Type="http://schemas.openxmlformats.org/officeDocument/2006/relationships/slideLayout" Target="../slideLayouts/slideLayout56.xml"/><Relationship Id="rId55" Type="http://schemas.openxmlformats.org/officeDocument/2006/relationships/slideLayout" Target="../slideLayouts/slideLayout55.xml"/><Relationship Id="rId54" Type="http://schemas.openxmlformats.org/officeDocument/2006/relationships/slideLayout" Target="../slideLayouts/slideLayout54.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 Type="http://schemas.openxmlformats.org/officeDocument/2006/relationships/slideLayout" Target="../slideLayouts/slideLayout5.xml"/><Relationship Id="rId49" Type="http://schemas.openxmlformats.org/officeDocument/2006/relationships/slideLayout" Target="../slideLayouts/slideLayout4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0" Type="http://schemas.openxmlformats.org/officeDocument/2006/relationships/slideLayout" Target="../slideLayouts/slideLayout40.xml"/><Relationship Id="rId4" Type="http://schemas.openxmlformats.org/officeDocument/2006/relationships/slideLayout" Target="../slideLayouts/slideLayout4.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 Type="http://schemas.openxmlformats.org/officeDocument/2006/relationships/slideLayout" Target="../slideLayouts/slideLayout3.xml"/><Relationship Id="rId29" Type="http://schemas.openxmlformats.org/officeDocument/2006/relationships/slideLayout" Target="../slideLayouts/slideLayout2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67.xml"/><Relationship Id="rId8" Type="http://schemas.openxmlformats.org/officeDocument/2006/relationships/slideLayout" Target="../slideLayouts/slideLayout66.xml"/><Relationship Id="rId7" Type="http://schemas.openxmlformats.org/officeDocument/2006/relationships/slideLayout" Target="../slideLayouts/slideLayout65.xml"/><Relationship Id="rId6" Type="http://schemas.openxmlformats.org/officeDocument/2006/relationships/slideLayout" Target="../slideLayouts/slideLayout64.xml"/><Relationship Id="rId5" Type="http://schemas.openxmlformats.org/officeDocument/2006/relationships/slideLayout" Target="../slideLayouts/slideLayout63.xml"/><Relationship Id="rId41" Type="http://schemas.openxmlformats.org/officeDocument/2006/relationships/theme" Target="../theme/theme2.xml"/><Relationship Id="rId40" Type="http://schemas.openxmlformats.org/officeDocument/2006/relationships/image" Target="../media/image2.png"/><Relationship Id="rId4" Type="http://schemas.openxmlformats.org/officeDocument/2006/relationships/slideLayout" Target="../slideLayouts/slideLayout62.xml"/><Relationship Id="rId39" Type="http://schemas.openxmlformats.org/officeDocument/2006/relationships/slideLayout" Target="../slideLayouts/slideLayout97.xml"/><Relationship Id="rId38" Type="http://schemas.openxmlformats.org/officeDocument/2006/relationships/slideLayout" Target="../slideLayouts/slideLayout96.xml"/><Relationship Id="rId37" Type="http://schemas.openxmlformats.org/officeDocument/2006/relationships/slideLayout" Target="../slideLayouts/slideLayout95.xml"/><Relationship Id="rId36" Type="http://schemas.openxmlformats.org/officeDocument/2006/relationships/slideLayout" Target="../slideLayouts/slideLayout94.xml"/><Relationship Id="rId35" Type="http://schemas.openxmlformats.org/officeDocument/2006/relationships/slideLayout" Target="../slideLayouts/slideLayout93.xml"/><Relationship Id="rId34" Type="http://schemas.openxmlformats.org/officeDocument/2006/relationships/slideLayout" Target="../slideLayouts/slideLayout92.xml"/><Relationship Id="rId33" Type="http://schemas.openxmlformats.org/officeDocument/2006/relationships/slideLayout" Target="../slideLayouts/slideLayout91.xml"/><Relationship Id="rId32" Type="http://schemas.openxmlformats.org/officeDocument/2006/relationships/slideLayout" Target="../slideLayouts/slideLayout90.xml"/><Relationship Id="rId31" Type="http://schemas.openxmlformats.org/officeDocument/2006/relationships/slideLayout" Target="../slideLayouts/slideLayout89.xml"/><Relationship Id="rId30" Type="http://schemas.openxmlformats.org/officeDocument/2006/relationships/slideLayout" Target="../slideLayouts/slideLayout88.xml"/><Relationship Id="rId3" Type="http://schemas.openxmlformats.org/officeDocument/2006/relationships/slideLayout" Target="../slideLayouts/slideLayout61.xml"/><Relationship Id="rId29" Type="http://schemas.openxmlformats.org/officeDocument/2006/relationships/slideLayout" Target="../slideLayouts/slideLayout87.xml"/><Relationship Id="rId28" Type="http://schemas.openxmlformats.org/officeDocument/2006/relationships/slideLayout" Target="../slideLayouts/slideLayout86.xml"/><Relationship Id="rId27" Type="http://schemas.openxmlformats.org/officeDocument/2006/relationships/slideLayout" Target="../slideLayouts/slideLayout85.xml"/><Relationship Id="rId26" Type="http://schemas.openxmlformats.org/officeDocument/2006/relationships/slideLayout" Target="../slideLayouts/slideLayout84.xml"/><Relationship Id="rId25" Type="http://schemas.openxmlformats.org/officeDocument/2006/relationships/slideLayout" Target="../slideLayouts/slideLayout83.xml"/><Relationship Id="rId24" Type="http://schemas.openxmlformats.org/officeDocument/2006/relationships/slideLayout" Target="../slideLayouts/slideLayout82.xml"/><Relationship Id="rId23" Type="http://schemas.openxmlformats.org/officeDocument/2006/relationships/slideLayout" Target="../slideLayouts/slideLayout81.xml"/><Relationship Id="rId22" Type="http://schemas.openxmlformats.org/officeDocument/2006/relationships/slideLayout" Target="../slideLayouts/slideLayout80.xml"/><Relationship Id="rId21" Type="http://schemas.openxmlformats.org/officeDocument/2006/relationships/slideLayout" Target="../slideLayouts/slideLayout79.xml"/><Relationship Id="rId20" Type="http://schemas.openxmlformats.org/officeDocument/2006/relationships/slideLayout" Target="../slideLayouts/slideLayout78.xml"/><Relationship Id="rId2" Type="http://schemas.openxmlformats.org/officeDocument/2006/relationships/slideLayout" Target="../slideLayouts/slideLayout60.xml"/><Relationship Id="rId19" Type="http://schemas.openxmlformats.org/officeDocument/2006/relationships/slideLayout" Target="../slideLayouts/slideLayout77.xml"/><Relationship Id="rId18" Type="http://schemas.openxmlformats.org/officeDocument/2006/relationships/slideLayout" Target="../slideLayouts/slideLayout76.xml"/><Relationship Id="rId17" Type="http://schemas.openxmlformats.org/officeDocument/2006/relationships/slideLayout" Target="../slideLayouts/slideLayout75.xml"/><Relationship Id="rId16" Type="http://schemas.openxmlformats.org/officeDocument/2006/relationships/slideLayout" Target="../slideLayouts/slideLayout74.xml"/><Relationship Id="rId15" Type="http://schemas.openxmlformats.org/officeDocument/2006/relationships/slideLayout" Target="../slideLayouts/slideLayout73.xml"/><Relationship Id="rId14" Type="http://schemas.openxmlformats.org/officeDocument/2006/relationships/slideLayout" Target="../slideLayouts/slideLayout72.xml"/><Relationship Id="rId13" Type="http://schemas.openxmlformats.org/officeDocument/2006/relationships/slideLayout" Target="../slideLayouts/slideLayout71.xml"/><Relationship Id="rId12" Type="http://schemas.openxmlformats.org/officeDocument/2006/relationships/slideLayout" Target="../slideLayouts/slideLayout70.xml"/><Relationship Id="rId11" Type="http://schemas.openxmlformats.org/officeDocument/2006/relationships/slideLayout" Target="../slideLayouts/slideLayout69.xml"/><Relationship Id="rId10" Type="http://schemas.openxmlformats.org/officeDocument/2006/relationships/slideLayout" Target="../slideLayouts/slideLayout68.xml"/><Relationship Id="rId1" Type="http://schemas.openxmlformats.org/officeDocument/2006/relationships/slideLayout" Target="../slideLayouts/slideLayout5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4" name="TextBox 33"/>
          <p:cNvSpPr txBox="1"/>
          <p:nvPr userDrawn="1"/>
        </p:nvSpPr>
        <p:spPr>
          <a:xfrm rot="10800000" flipV="1">
            <a:off x="8113165" y="4482612"/>
            <a:ext cx="587830" cy="484748"/>
          </a:xfrm>
          <a:prstGeom prst="rect">
            <a:avLst/>
          </a:prstGeom>
          <a:noFill/>
        </p:spPr>
        <p:txBody>
          <a:bodyPr wrap="square" rtlCol="0">
            <a:spAutoFit/>
          </a:bodyPr>
          <a:lstStyle/>
          <a:p>
            <a:pPr algn="ctr"/>
            <a:fld id="{260E2A6B-A809-4840-BF14-8648BC0BDF87}" type="slidenum">
              <a:rPr lang="id-ID" sz="2550" b="0" i="0" smtClean="0">
                <a:solidFill>
                  <a:schemeClr val="bg1">
                    <a:lumMod val="95000"/>
                  </a:schemeClr>
                </a:solidFill>
                <a:latin typeface="Arial" panose="020B0604020202090204" pitchFamily="34" charset="0"/>
                <a:ea typeface="Roboto Condensed" panose="02000000000000000000" pitchFamily="2" charset="0"/>
                <a:cs typeface="Arial" panose="020B0604020202090204" pitchFamily="34" charset="0"/>
              </a:rPr>
            </a:fld>
            <a:endParaRPr lang="id-ID" sz="2550" b="0" i="0" dirty="0">
              <a:solidFill>
                <a:schemeClr val="bg1">
                  <a:lumMod val="95000"/>
                </a:schemeClr>
              </a:solidFill>
              <a:latin typeface="Arial" panose="020B0604020202090204" pitchFamily="34" charset="0"/>
              <a:ea typeface="Roboto Condensed" panose="02000000000000000000" pitchFamily="2" charset="0"/>
              <a:cs typeface="Arial" panose="020B0604020202090204" pitchFamily="34" charset="0"/>
            </a:endParaRPr>
          </a:p>
        </p:txBody>
      </p:sp>
      <p:cxnSp>
        <p:nvCxnSpPr>
          <p:cNvPr id="39" name="Straight Connector 38"/>
          <p:cNvCxnSpPr/>
          <p:nvPr/>
        </p:nvCxnSpPr>
        <p:spPr>
          <a:xfrm>
            <a:off x="443006" y="649346"/>
            <a:ext cx="8257990"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pic>
        <p:nvPicPr>
          <p:cNvPr id="32" name="Google Shape;6;p48" descr="Image"/>
          <p:cNvPicPr preferRelativeResize="0"/>
          <p:nvPr userDrawn="1"/>
        </p:nvPicPr>
        <p:blipFill rotWithShape="1">
          <a:blip r:embed="rId59"/>
          <a:srcRect/>
          <a:stretch>
            <a:fillRect/>
          </a:stretch>
        </p:blipFill>
        <p:spPr>
          <a:xfrm>
            <a:off x="7845853" y="249492"/>
            <a:ext cx="855143" cy="269034"/>
          </a:xfrm>
          <a:prstGeom prst="rect">
            <a:avLst/>
          </a:prstGeom>
          <a:noFill/>
          <a:ln>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 id="2147483705" r:id="rId57"/>
    <p:sldLayoutId id="2147483706" r:id="rId58"/>
  </p:sldLayoutIdLst>
  <mc:AlternateContent xmlns:mc="http://schemas.openxmlformats.org/markup-compatibility/2006">
    <mc:Choice xmlns:p14="http://schemas.microsoft.com/office/powerpoint/2010/main" Requires="p14">
      <p:transition p14:dur="500" advClick="0">
        <p14:flip dir="r"/>
      </p:transition>
    </mc:Choice>
    <mc:Fallback>
      <p:transition advClick="0">
        <p:fade/>
      </p:transition>
    </mc:Fallback>
  </mc:AlternateContent>
  <p:txStyles>
    <p:titleStyle>
      <a:lvl1pPr algn="l" defTabSz="685800" rtl="0" eaLnBrk="1" latinLnBrk="0" hangingPunct="1">
        <a:lnSpc>
          <a:spcPct val="90000"/>
        </a:lnSpc>
        <a:spcBef>
          <a:spcPct val="0"/>
        </a:spcBef>
        <a:buNone/>
        <a:defRPr lang="zh-CN" altLang="en-US" sz="1800" b="1" kern="1200" dirty="0">
          <a:solidFill>
            <a:srgbClr val="595959"/>
          </a:solidFill>
          <a:latin typeface="Arial" panose="020B0604020202090204" pitchFamily="34" charset="0"/>
          <a:ea typeface="Helvetica Neue" panose="02000503000000020004"/>
          <a:cs typeface="Arial" panose="020B0604020202090204" pitchFamily="34" charset="0"/>
        </a:defRPr>
      </a:lvl1pPr>
    </p:titleStyle>
    <p:bodyStyle>
      <a:lvl1pPr marL="171450" indent="-171450" algn="l" defTabSz="685800" rtl="0" eaLnBrk="1" latinLnBrk="0" hangingPunct="1">
        <a:lnSpc>
          <a:spcPct val="90000"/>
        </a:lnSpc>
        <a:spcBef>
          <a:spcPts val="750"/>
        </a:spcBef>
        <a:buFont typeface="Arial" panose="020B060402020209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9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9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p:bodyStyle>
    <p:otherStyle>
      <a:defPPr>
        <a:defRPr lang="id-ID"/>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C764DE79-268F-4C1A-8933-263129D2AF90}" type="datetimeFigureOut">
              <a:rPr lang="en-US" dirty="0"/>
            </a:fld>
            <a:endParaRPr lang="en-US" dirty="0"/>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48F63A3B-78C7-47BE-AE5E-E10140E04643}" type="slidenum">
              <a:rPr lang="en-US" dirty="0"/>
            </a:fld>
            <a:endParaRPr lang="en-US" dirty="0"/>
          </a:p>
        </p:txBody>
      </p:sp>
      <p:sp>
        <p:nvSpPr>
          <p:cNvPr id="7" name="TextBox 33"/>
          <p:cNvSpPr txBox="1"/>
          <p:nvPr userDrawn="1"/>
        </p:nvSpPr>
        <p:spPr>
          <a:xfrm rot="10800000" flipV="1">
            <a:off x="8113165" y="4463265"/>
            <a:ext cx="587830" cy="484748"/>
          </a:xfrm>
          <a:prstGeom prst="rect">
            <a:avLst/>
          </a:prstGeom>
          <a:noFill/>
        </p:spPr>
        <p:txBody>
          <a:bodyPr wrap="square" rtlCol="0">
            <a:spAutoFit/>
          </a:bodyPr>
          <a:lstStyle/>
          <a:p>
            <a:pPr algn="ctr"/>
            <a:fld id="{260E2A6B-A809-4840-BF14-8648BC0BDF87}" type="slidenum">
              <a:rPr lang="id-ID" sz="2550" b="0" i="0" smtClean="0">
                <a:solidFill>
                  <a:schemeClr val="bg1">
                    <a:lumMod val="95000"/>
                  </a:schemeClr>
                </a:solidFill>
                <a:latin typeface="Arial" panose="020B0604020202090204" pitchFamily="34" charset="0"/>
                <a:ea typeface="Roboto Condensed" panose="02000000000000000000" pitchFamily="2" charset="0"/>
                <a:cs typeface="Arial" panose="020B0604020202090204" pitchFamily="34" charset="0"/>
              </a:rPr>
            </a:fld>
            <a:endParaRPr lang="id-ID" sz="2550" b="0" i="0" dirty="0">
              <a:solidFill>
                <a:schemeClr val="bg1">
                  <a:lumMod val="95000"/>
                </a:schemeClr>
              </a:solidFill>
              <a:latin typeface="Arial" panose="020B0604020202090204" pitchFamily="34" charset="0"/>
              <a:ea typeface="Roboto Condensed" panose="02000000000000000000" pitchFamily="2" charset="0"/>
              <a:cs typeface="Arial" panose="020B0604020202090204" pitchFamily="34" charset="0"/>
            </a:endParaRPr>
          </a:p>
        </p:txBody>
      </p:sp>
      <p:grpSp>
        <p:nvGrpSpPr>
          <p:cNvPr id="11" name="组合 10"/>
          <p:cNvGrpSpPr/>
          <p:nvPr userDrawn="1"/>
        </p:nvGrpSpPr>
        <p:grpSpPr>
          <a:xfrm>
            <a:off x="516840" y="274110"/>
            <a:ext cx="8110321" cy="392704"/>
            <a:chOff x="590674" y="332656"/>
            <a:chExt cx="11010653" cy="533139"/>
          </a:xfrm>
        </p:grpSpPr>
        <p:cxnSp>
          <p:nvCxnSpPr>
            <p:cNvPr id="9" name="Straight Connector 38"/>
            <p:cNvCxnSpPr/>
            <p:nvPr userDrawn="1"/>
          </p:nvCxnSpPr>
          <p:spPr>
            <a:xfrm>
              <a:off x="590674" y="865795"/>
              <a:ext cx="11010653"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pic>
          <p:nvPicPr>
            <p:cNvPr id="10" name="Google Shape;6;p48" descr="Image"/>
            <p:cNvPicPr preferRelativeResize="0"/>
            <p:nvPr userDrawn="1"/>
          </p:nvPicPr>
          <p:blipFill rotWithShape="1">
            <a:blip r:embed="rId40"/>
            <a:srcRect/>
            <a:stretch>
              <a:fillRect/>
            </a:stretch>
          </p:blipFill>
          <p:spPr>
            <a:xfrm>
              <a:off x="10461136" y="332656"/>
              <a:ext cx="1140191" cy="358712"/>
            </a:xfrm>
            <a:prstGeom prst="rect">
              <a:avLst/>
            </a:prstGeom>
            <a:noFill/>
            <a:ln>
              <a:noFill/>
            </a:ln>
          </p:spPr>
        </p:pic>
      </p:grpSp>
    </p:spTree>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 id="2147483722" r:id="rId15"/>
    <p:sldLayoutId id="2147483723" r:id="rId16"/>
    <p:sldLayoutId id="2147483724" r:id="rId17"/>
    <p:sldLayoutId id="2147483725" r:id="rId18"/>
    <p:sldLayoutId id="2147483726" r:id="rId19"/>
    <p:sldLayoutId id="2147483727" r:id="rId20"/>
    <p:sldLayoutId id="2147483728" r:id="rId21"/>
    <p:sldLayoutId id="2147483729" r:id="rId22"/>
    <p:sldLayoutId id="2147483730" r:id="rId23"/>
    <p:sldLayoutId id="2147483731" r:id="rId24"/>
    <p:sldLayoutId id="2147483732" r:id="rId25"/>
    <p:sldLayoutId id="2147483733" r:id="rId26"/>
    <p:sldLayoutId id="2147483734" r:id="rId27"/>
    <p:sldLayoutId id="2147483735" r:id="rId28"/>
    <p:sldLayoutId id="2147483736" r:id="rId29"/>
    <p:sldLayoutId id="2147483737" r:id="rId30"/>
    <p:sldLayoutId id="2147483738" r:id="rId31"/>
    <p:sldLayoutId id="2147483739" r:id="rId32"/>
    <p:sldLayoutId id="2147483740" r:id="rId33"/>
    <p:sldLayoutId id="2147483741" r:id="rId34"/>
    <p:sldLayoutId id="2147483742" r:id="rId35"/>
    <p:sldLayoutId id="2147483743" r:id="rId36"/>
    <p:sldLayoutId id="2147483744" r:id="rId37"/>
    <p:sldLayoutId id="2147483745" r:id="rId38"/>
    <p:sldLayoutId id="2147483746" r:id="rId39"/>
  </p:sldLayoutIdLst>
  <p:transition spd="slow">
    <p:push/>
  </p:transition>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9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9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9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7" Type="http://schemas.openxmlformats.org/officeDocument/2006/relationships/slideLayout" Target="../slideLayouts/slideLayout2.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3.xml"/><Relationship Id="rId2" Type="http://schemas.openxmlformats.org/officeDocument/2006/relationships/tags" Target="../tags/tag18.xml"/><Relationship Id="rId1" Type="http://schemas.openxmlformats.org/officeDocument/2006/relationships/tags" Target="../tags/tag1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Rectangle 50"/>
          <p:cNvSpPr>
            <a:spLocks noChangeArrowheads="1"/>
          </p:cNvSpPr>
          <p:nvPr/>
        </p:nvSpPr>
        <p:spPr bwMode="auto">
          <a:xfrm>
            <a:off x="1101090" y="2053590"/>
            <a:ext cx="1481455" cy="738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90204" pitchFamily="34" charset="0"/>
              </a:defRPr>
            </a:lvl1pPr>
            <a:lvl2pPr marL="457200" eaLnBrk="0" fontAlgn="base" hangingPunct="0">
              <a:spcBef>
                <a:spcPct val="0"/>
              </a:spcBef>
              <a:spcAft>
                <a:spcPct val="0"/>
              </a:spcAft>
              <a:defRPr>
                <a:solidFill>
                  <a:schemeClr val="tx1"/>
                </a:solidFill>
                <a:latin typeface="Arial" panose="020B0604020202090204" pitchFamily="34" charset="0"/>
              </a:defRPr>
            </a:lvl2pPr>
            <a:lvl3pPr marL="914400" eaLnBrk="0" fontAlgn="base" hangingPunct="0">
              <a:spcBef>
                <a:spcPct val="0"/>
              </a:spcBef>
              <a:spcAft>
                <a:spcPct val="0"/>
              </a:spcAft>
              <a:defRPr>
                <a:solidFill>
                  <a:schemeClr val="tx1"/>
                </a:solidFill>
                <a:latin typeface="Arial" panose="020B0604020202090204" pitchFamily="34" charset="0"/>
              </a:defRPr>
            </a:lvl3pPr>
            <a:lvl4pPr marL="1371600" eaLnBrk="0" fontAlgn="base" hangingPunct="0">
              <a:spcBef>
                <a:spcPct val="0"/>
              </a:spcBef>
              <a:spcAft>
                <a:spcPct val="0"/>
              </a:spcAft>
              <a:defRPr>
                <a:solidFill>
                  <a:schemeClr val="tx1"/>
                </a:solidFill>
                <a:latin typeface="Arial" panose="020B0604020202090204" pitchFamily="34" charset="0"/>
              </a:defRPr>
            </a:lvl4pPr>
            <a:lvl5pPr marL="1828800" eaLnBrk="0" fontAlgn="base" hangingPunct="0">
              <a:spcBef>
                <a:spcPct val="0"/>
              </a:spcBef>
              <a:spcAft>
                <a:spcPct val="0"/>
              </a:spcAft>
              <a:defRPr>
                <a:solidFill>
                  <a:schemeClr val="tx1"/>
                </a:solidFill>
                <a:latin typeface="Arial" panose="020B0604020202090204" pitchFamily="34" charset="0"/>
              </a:defRPr>
            </a:lvl5pPr>
            <a:lvl6pPr marL="2286000" eaLnBrk="0" fontAlgn="base" hangingPunct="0">
              <a:spcBef>
                <a:spcPct val="0"/>
              </a:spcBef>
              <a:spcAft>
                <a:spcPct val="0"/>
              </a:spcAft>
              <a:defRPr>
                <a:solidFill>
                  <a:schemeClr val="tx1"/>
                </a:solidFill>
                <a:latin typeface="Arial" panose="020B0604020202090204" pitchFamily="34" charset="0"/>
              </a:defRPr>
            </a:lvl6pPr>
            <a:lvl7pPr marL="2743200" eaLnBrk="0" fontAlgn="base" hangingPunct="0">
              <a:spcBef>
                <a:spcPct val="0"/>
              </a:spcBef>
              <a:spcAft>
                <a:spcPct val="0"/>
              </a:spcAft>
              <a:defRPr>
                <a:solidFill>
                  <a:schemeClr val="tx1"/>
                </a:solidFill>
                <a:latin typeface="Arial" panose="020B0604020202090204" pitchFamily="34" charset="0"/>
              </a:defRPr>
            </a:lvl7pPr>
            <a:lvl8pPr marL="3200400" eaLnBrk="0" fontAlgn="base" hangingPunct="0">
              <a:spcBef>
                <a:spcPct val="0"/>
              </a:spcBef>
              <a:spcAft>
                <a:spcPct val="0"/>
              </a:spcAft>
              <a:defRPr>
                <a:solidFill>
                  <a:schemeClr val="tx1"/>
                </a:solidFill>
                <a:latin typeface="Arial" panose="020B0604020202090204" pitchFamily="34" charset="0"/>
              </a:defRPr>
            </a:lvl8pPr>
            <a:lvl9pPr marL="3657600" eaLnBrk="0" fontAlgn="base" hangingPunct="0">
              <a:spcBef>
                <a:spcPct val="0"/>
              </a:spcBef>
              <a:spcAft>
                <a:spcPct val="0"/>
              </a:spcAft>
              <a:defRPr>
                <a:solidFill>
                  <a:schemeClr val="tx1"/>
                </a:solidFill>
                <a:latin typeface="Arial" panose="020B0604020202090204" pitchFamily="34" charset="0"/>
              </a:defRPr>
            </a:lvl9pPr>
          </a:lstStyle>
          <a:p>
            <a:pPr defTabSz="342900"/>
            <a:r>
              <a:rPr lang="zh-CN" altLang="en-US" sz="4800" b="1" dirty="0">
                <a:solidFill>
                  <a:srgbClr val="E3020D"/>
                </a:solidFill>
                <a:latin typeface="Arial Black" panose="020B0A04020102020204" pitchFamily="34" charset="0"/>
                <a:cs typeface="Arial Black" panose="020B0A04020102020204" pitchFamily="34" charset="0"/>
              </a:rPr>
              <a:t>目录</a:t>
            </a:r>
            <a:endParaRPr lang="zh-CN" altLang="en-US" sz="4800" b="1" dirty="0">
              <a:solidFill>
                <a:srgbClr val="E3020D"/>
              </a:solidFill>
              <a:latin typeface="Arial Black" panose="020B0A04020102020204" pitchFamily="34" charset="0"/>
              <a:cs typeface="Arial Black" panose="020B0A04020102020204" pitchFamily="34" charset="0"/>
            </a:endParaRPr>
          </a:p>
        </p:txBody>
      </p:sp>
      <p:grpSp>
        <p:nvGrpSpPr>
          <p:cNvPr id="52" name="组合 51"/>
          <p:cNvGrpSpPr/>
          <p:nvPr/>
        </p:nvGrpSpPr>
        <p:grpSpPr>
          <a:xfrm>
            <a:off x="3072765" y="937260"/>
            <a:ext cx="3929380" cy="3500120"/>
            <a:chOff x="5972" y="1580"/>
            <a:chExt cx="6188" cy="5512"/>
          </a:xfrm>
        </p:grpSpPr>
        <p:grpSp>
          <p:nvGrpSpPr>
            <p:cNvPr id="5" name="组合 4"/>
            <p:cNvGrpSpPr/>
            <p:nvPr/>
          </p:nvGrpSpPr>
          <p:grpSpPr>
            <a:xfrm>
              <a:off x="5972" y="6014"/>
              <a:ext cx="4661" cy="1078"/>
              <a:chOff x="7789" y="4727"/>
              <a:chExt cx="4661" cy="1078"/>
            </a:xfrm>
          </p:grpSpPr>
          <p:sp>
            <p:nvSpPr>
              <p:cNvPr id="83" name="矩形 82"/>
              <p:cNvSpPr/>
              <p:nvPr>
                <p:custDataLst>
                  <p:tags r:id="rId1"/>
                </p:custDataLst>
              </p:nvPr>
            </p:nvSpPr>
            <p:spPr>
              <a:xfrm flipV="1">
                <a:off x="8634" y="5398"/>
                <a:ext cx="3816" cy="271"/>
              </a:xfrm>
              <a:prstGeom prst="rect">
                <a:avLst/>
              </a:prstGeom>
              <a:solidFill>
                <a:schemeClr val="accent1">
                  <a:lumMod val="50000"/>
                  <a:lumOff val="50000"/>
                  <a:alpha val="34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59" name="矩形 58"/>
              <p:cNvSpPr/>
              <p:nvPr>
                <p:custDataLst>
                  <p:tags r:id="rId2"/>
                </p:custDataLst>
              </p:nvPr>
            </p:nvSpPr>
            <p:spPr>
              <a:xfrm>
                <a:off x="7789" y="4727"/>
                <a:ext cx="845" cy="94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71" name="文本框 70"/>
              <p:cNvSpPr txBox="1"/>
              <p:nvPr>
                <p:custDataLst>
                  <p:tags r:id="rId3"/>
                </p:custDataLst>
              </p:nvPr>
            </p:nvSpPr>
            <p:spPr>
              <a:xfrm>
                <a:off x="7887" y="5019"/>
                <a:ext cx="2045" cy="787"/>
              </a:xfrm>
              <a:prstGeom prst="rect">
                <a:avLst/>
              </a:prstGeom>
              <a:noFill/>
            </p:spPr>
            <p:txBody>
              <a:bodyPr wrap="square" rtlCol="0">
                <a:normAutofit lnSpcReduction="20000"/>
              </a:bodyPr>
              <a:p>
                <a:pPr lvl="0" algn="l"/>
                <a:r>
                  <a:rPr lang="en-US" altLang="zh-CN" sz="2100" b="1" i="1">
                    <a:latin typeface="Arial" panose="020B0604020202090204" pitchFamily="34" charset="0"/>
                    <a:ea typeface="微软雅黑" panose="020B0503020204020204" pitchFamily="34" charset="-122"/>
                    <a:cs typeface="Arial" panose="020B0604020202090204" pitchFamily="34" charset="0"/>
                    <a:sym typeface="+mn-ea"/>
                  </a:rPr>
                  <a:t>PART.4</a:t>
                </a:r>
                <a:endParaRPr lang="en-US" altLang="zh-CN" sz="2100" b="1" i="1">
                  <a:latin typeface="Arial" panose="020B0604020202090204" pitchFamily="34" charset="0"/>
                  <a:ea typeface="微软雅黑" panose="020B0503020204020204" pitchFamily="34" charset="-122"/>
                  <a:cs typeface="Arial" panose="020B0604020202090204" pitchFamily="34" charset="0"/>
                  <a:sym typeface="+mn-ea"/>
                </a:endParaRPr>
              </a:p>
            </p:txBody>
          </p:sp>
        </p:grpSp>
        <p:sp>
          <p:nvSpPr>
            <p:cNvPr id="72" name="文本框 71"/>
            <p:cNvSpPr txBox="1"/>
            <p:nvPr>
              <p:custDataLst>
                <p:tags r:id="rId4"/>
              </p:custDataLst>
            </p:nvPr>
          </p:nvSpPr>
          <p:spPr>
            <a:xfrm>
              <a:off x="8115" y="6355"/>
              <a:ext cx="4045" cy="605"/>
            </a:xfrm>
            <a:prstGeom prst="rect">
              <a:avLst/>
            </a:prstGeom>
            <a:noFill/>
          </p:spPr>
          <p:txBody>
            <a:bodyPr wrap="square" rtlCol="0">
              <a:noAutofit/>
            </a:bodyPr>
            <a:p>
              <a:pPr lvl="0" algn="l"/>
              <a:r>
                <a:rPr lang="zh-CN" altLang="en-US" sz="1600" b="1" i="1" dirty="0">
                  <a:latin typeface="微软雅黑" panose="020B0503020204020204" pitchFamily="34" charset="-122"/>
                  <a:ea typeface="微软雅黑" panose="020B0503020204020204" pitchFamily="34" charset="-122"/>
                  <a:sym typeface="+mn-ea"/>
                </a:rPr>
                <a:t>专业领域特长和不足</a:t>
              </a:r>
              <a:endParaRPr lang="zh-CN" altLang="en-US" sz="1600" b="1" i="1" dirty="0">
                <a:latin typeface="微软雅黑" panose="020B0503020204020204" pitchFamily="34" charset="-122"/>
                <a:ea typeface="微软雅黑" panose="020B0503020204020204" pitchFamily="34" charset="-122"/>
                <a:sym typeface="+mn-ea"/>
              </a:endParaRPr>
            </a:p>
          </p:txBody>
        </p:sp>
        <p:grpSp>
          <p:nvGrpSpPr>
            <p:cNvPr id="6" name="组合 5"/>
            <p:cNvGrpSpPr/>
            <p:nvPr/>
          </p:nvGrpSpPr>
          <p:grpSpPr>
            <a:xfrm>
              <a:off x="5973" y="4518"/>
              <a:ext cx="5418" cy="1034"/>
              <a:chOff x="913" y="4727"/>
              <a:chExt cx="5418" cy="1034"/>
            </a:xfrm>
          </p:grpSpPr>
          <p:sp>
            <p:nvSpPr>
              <p:cNvPr id="81" name="矩形 80"/>
              <p:cNvSpPr/>
              <p:nvPr>
                <p:custDataLst>
                  <p:tags r:id="rId5"/>
                </p:custDataLst>
              </p:nvPr>
            </p:nvSpPr>
            <p:spPr>
              <a:xfrm flipV="1">
                <a:off x="1757" y="5398"/>
                <a:ext cx="3816" cy="271"/>
              </a:xfrm>
              <a:prstGeom prst="rect">
                <a:avLst/>
              </a:prstGeom>
              <a:solidFill>
                <a:schemeClr val="accent1">
                  <a:lumMod val="50000"/>
                  <a:lumOff val="50000"/>
                  <a:alpha val="34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74" name="矩形 73"/>
              <p:cNvSpPr/>
              <p:nvPr>
                <p:custDataLst>
                  <p:tags r:id="rId6"/>
                </p:custDataLst>
              </p:nvPr>
            </p:nvSpPr>
            <p:spPr>
              <a:xfrm>
                <a:off x="913" y="4727"/>
                <a:ext cx="844" cy="94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76" name="文本框 75"/>
              <p:cNvSpPr txBox="1"/>
              <p:nvPr>
                <p:custDataLst>
                  <p:tags r:id="rId7"/>
                </p:custDataLst>
              </p:nvPr>
            </p:nvSpPr>
            <p:spPr>
              <a:xfrm>
                <a:off x="1010" y="4974"/>
                <a:ext cx="2046" cy="787"/>
              </a:xfrm>
              <a:prstGeom prst="rect">
                <a:avLst/>
              </a:prstGeom>
              <a:noFill/>
            </p:spPr>
            <p:txBody>
              <a:bodyPr wrap="square" rtlCol="0">
                <a:normAutofit lnSpcReduction="20000"/>
              </a:bodyPr>
              <a:p>
                <a:pPr lvl="0" algn="l"/>
                <a:r>
                  <a:rPr lang="en-US" altLang="zh-CN" sz="2100" b="1" i="1" dirty="0">
                    <a:latin typeface="Arial" panose="020B0604020202090204" pitchFamily="34" charset="0"/>
                    <a:ea typeface="微软雅黑" panose="020B0503020204020204" pitchFamily="34" charset="-122"/>
                    <a:cs typeface="Arial" panose="020B0604020202090204" pitchFamily="34" charset="0"/>
                    <a:sym typeface="+mn-ea"/>
                  </a:rPr>
                  <a:t>PART.3</a:t>
                </a:r>
                <a:endParaRPr lang="en-US" altLang="zh-CN" sz="2100" b="1" i="1" dirty="0">
                  <a:latin typeface="Arial" panose="020B0604020202090204" pitchFamily="34" charset="0"/>
                  <a:ea typeface="微软雅黑" panose="020B0503020204020204" pitchFamily="34" charset="-122"/>
                  <a:cs typeface="Arial" panose="020B0604020202090204" pitchFamily="34" charset="0"/>
                  <a:sym typeface="+mn-ea"/>
                </a:endParaRPr>
              </a:p>
            </p:txBody>
          </p:sp>
          <p:sp>
            <p:nvSpPr>
              <p:cNvPr id="77" name="文本框 76"/>
              <p:cNvSpPr txBox="1"/>
              <p:nvPr>
                <p:custDataLst>
                  <p:tags r:id="rId8"/>
                </p:custDataLst>
              </p:nvPr>
            </p:nvSpPr>
            <p:spPr>
              <a:xfrm>
                <a:off x="3104" y="5067"/>
                <a:ext cx="3227" cy="601"/>
              </a:xfrm>
              <a:prstGeom prst="rect">
                <a:avLst/>
              </a:prstGeom>
              <a:noFill/>
            </p:spPr>
            <p:txBody>
              <a:bodyPr wrap="square" rtlCol="0">
                <a:noAutofit/>
              </a:bodyPr>
              <a:p>
                <a:pPr lvl="0" algn="l"/>
                <a:r>
                  <a:rPr lang="zh-CN" altLang="en-US" sz="1600" b="1" i="1" dirty="0">
                    <a:latin typeface="微软雅黑" panose="020B0503020204020204" pitchFamily="34" charset="-122"/>
                    <a:ea typeface="微软雅黑" panose="020B0503020204020204" pitchFamily="34" charset="-122"/>
                    <a:sym typeface="+mn-ea"/>
                  </a:rPr>
                  <a:t>专业影响和贡献</a:t>
                </a:r>
                <a:endParaRPr lang="zh-CN" altLang="en-US" sz="1600" b="1" i="1" dirty="0">
                  <a:latin typeface="微软雅黑" panose="020B0503020204020204" pitchFamily="34" charset="-122"/>
                  <a:ea typeface="微软雅黑" panose="020B0503020204020204" pitchFamily="34" charset="-122"/>
                  <a:sym typeface="+mn-ea"/>
                </a:endParaRPr>
              </a:p>
            </p:txBody>
          </p:sp>
        </p:grpSp>
        <p:grpSp>
          <p:nvGrpSpPr>
            <p:cNvPr id="27" name="组合 26"/>
            <p:cNvGrpSpPr/>
            <p:nvPr/>
          </p:nvGrpSpPr>
          <p:grpSpPr>
            <a:xfrm>
              <a:off x="5972" y="3021"/>
              <a:ext cx="5419" cy="1046"/>
              <a:chOff x="8005" y="2775"/>
              <a:chExt cx="5419" cy="1046"/>
            </a:xfrm>
          </p:grpSpPr>
          <p:grpSp>
            <p:nvGrpSpPr>
              <p:cNvPr id="4" name="组合 3"/>
              <p:cNvGrpSpPr/>
              <p:nvPr/>
            </p:nvGrpSpPr>
            <p:grpSpPr>
              <a:xfrm>
                <a:off x="8005" y="2775"/>
                <a:ext cx="5419" cy="952"/>
                <a:chOff x="7789" y="3224"/>
                <a:chExt cx="5419" cy="952"/>
              </a:xfrm>
            </p:grpSpPr>
            <p:sp>
              <p:nvSpPr>
                <p:cNvPr id="80" name="矩形 79"/>
                <p:cNvSpPr/>
                <p:nvPr>
                  <p:custDataLst>
                    <p:tags r:id="rId9"/>
                  </p:custDataLst>
                </p:nvPr>
              </p:nvSpPr>
              <p:spPr>
                <a:xfrm flipV="1">
                  <a:off x="8634" y="3901"/>
                  <a:ext cx="3816" cy="270"/>
                </a:xfrm>
                <a:prstGeom prst="rect">
                  <a:avLst/>
                </a:prstGeom>
                <a:solidFill>
                  <a:schemeClr val="accent1">
                    <a:lumMod val="50000"/>
                    <a:lumOff val="50000"/>
                    <a:alpha val="34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6" name="矩形 15"/>
                <p:cNvSpPr/>
                <p:nvPr>
                  <p:custDataLst>
                    <p:tags r:id="rId10"/>
                  </p:custDataLst>
                </p:nvPr>
              </p:nvSpPr>
              <p:spPr>
                <a:xfrm>
                  <a:off x="7789" y="3224"/>
                  <a:ext cx="845" cy="94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20" name="文本框 19"/>
                <p:cNvSpPr txBox="1"/>
                <p:nvPr>
                  <p:custDataLst>
                    <p:tags r:id="rId11"/>
                  </p:custDataLst>
                </p:nvPr>
              </p:nvSpPr>
              <p:spPr>
                <a:xfrm>
                  <a:off x="9980" y="3575"/>
                  <a:ext cx="3228" cy="601"/>
                </a:xfrm>
                <a:prstGeom prst="rect">
                  <a:avLst/>
                </a:prstGeom>
                <a:noFill/>
              </p:spPr>
              <p:txBody>
                <a:bodyPr wrap="square" rtlCol="0">
                  <a:noAutofit/>
                </a:bodyPr>
                <a:p>
                  <a:pPr lvl="0" algn="l"/>
                  <a:r>
                    <a:rPr lang="zh-CN" altLang="en-US" sz="1600" b="1" i="1" dirty="0">
                      <a:latin typeface="微软雅黑" panose="020B0503020204020204" pitchFamily="34" charset="-122"/>
                      <a:ea typeface="微软雅黑" panose="020B0503020204020204" pitchFamily="34" charset="-122"/>
                      <a:sym typeface="+mn-ea"/>
                    </a:rPr>
                    <a:t>主要工作成果</a:t>
                  </a:r>
                  <a:endParaRPr lang="zh-CN" altLang="en-US" sz="1600" b="1" i="1" dirty="0">
                    <a:latin typeface="微软雅黑" panose="020B0503020204020204" pitchFamily="34" charset="-122"/>
                    <a:ea typeface="微软雅黑" panose="020B0503020204020204" pitchFamily="34" charset="-122"/>
                    <a:sym typeface="+mn-ea"/>
                  </a:endParaRPr>
                </a:p>
                <a:p>
                  <a:pPr lvl="0" algn="l"/>
                  <a:endParaRPr lang="zh-CN" altLang="en-US" sz="1600" b="1" i="1" dirty="0">
                    <a:latin typeface="微软雅黑" panose="020B0503020204020204" pitchFamily="34" charset="-122"/>
                    <a:ea typeface="微软雅黑" panose="020B0503020204020204" pitchFamily="34" charset="-122"/>
                    <a:sym typeface="+mn-ea"/>
                  </a:endParaRPr>
                </a:p>
              </p:txBody>
            </p:sp>
          </p:grpSp>
          <p:sp>
            <p:nvSpPr>
              <p:cNvPr id="19" name="文本框 18"/>
              <p:cNvSpPr txBox="1"/>
              <p:nvPr>
                <p:custDataLst>
                  <p:tags r:id="rId12"/>
                </p:custDataLst>
              </p:nvPr>
            </p:nvSpPr>
            <p:spPr>
              <a:xfrm>
                <a:off x="8104" y="3033"/>
                <a:ext cx="2045" cy="788"/>
              </a:xfrm>
              <a:prstGeom prst="rect">
                <a:avLst/>
              </a:prstGeom>
              <a:noFill/>
            </p:spPr>
            <p:txBody>
              <a:bodyPr wrap="square" rtlCol="0">
                <a:normAutofit lnSpcReduction="20000"/>
              </a:bodyPr>
              <a:p>
                <a:r>
                  <a:rPr lang="en-US" altLang="zh-CN" sz="2100" b="1" i="1">
                    <a:solidFill>
                      <a:schemeClr val="tx1"/>
                    </a:solidFill>
                    <a:latin typeface="Arial" panose="020B0604020202090204" pitchFamily="34" charset="0"/>
                    <a:ea typeface="微软雅黑" panose="020B0503020204020204" pitchFamily="34" charset="-122"/>
                    <a:cs typeface="Arial" panose="020B0604020202090204" pitchFamily="34" charset="0"/>
                  </a:rPr>
                  <a:t>PART.2</a:t>
                </a:r>
                <a:endParaRPr lang="en-US" altLang="zh-CN" sz="2100" b="1" i="1">
                  <a:solidFill>
                    <a:schemeClr val="tx1"/>
                  </a:solidFill>
                  <a:latin typeface="Arial" panose="020B0604020202090204" pitchFamily="34" charset="0"/>
                  <a:ea typeface="微软雅黑" panose="020B0503020204020204" pitchFamily="34" charset="-122"/>
                  <a:cs typeface="Arial" panose="020B0604020202090204" pitchFamily="34" charset="0"/>
                </a:endParaRPr>
              </a:p>
            </p:txBody>
          </p:sp>
        </p:grpSp>
        <p:grpSp>
          <p:nvGrpSpPr>
            <p:cNvPr id="9" name="组合 8"/>
            <p:cNvGrpSpPr/>
            <p:nvPr/>
          </p:nvGrpSpPr>
          <p:grpSpPr>
            <a:xfrm>
              <a:off x="5972" y="1580"/>
              <a:ext cx="5418" cy="1079"/>
              <a:chOff x="913" y="3224"/>
              <a:chExt cx="5418" cy="1079"/>
            </a:xfrm>
          </p:grpSpPr>
          <p:sp>
            <p:nvSpPr>
              <p:cNvPr id="11" name="矩形 10"/>
              <p:cNvSpPr/>
              <p:nvPr>
                <p:custDataLst>
                  <p:tags r:id="rId13"/>
                </p:custDataLst>
              </p:nvPr>
            </p:nvSpPr>
            <p:spPr>
              <a:xfrm flipV="1">
                <a:off x="1757" y="3895"/>
                <a:ext cx="3816" cy="270"/>
              </a:xfrm>
              <a:prstGeom prst="rect">
                <a:avLst/>
              </a:prstGeom>
              <a:solidFill>
                <a:schemeClr val="accent1">
                  <a:lumMod val="50000"/>
                  <a:lumOff val="50000"/>
                  <a:alpha val="34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2" name="矩形 11"/>
              <p:cNvSpPr/>
              <p:nvPr>
                <p:custDataLst>
                  <p:tags r:id="rId14"/>
                </p:custDataLst>
              </p:nvPr>
            </p:nvSpPr>
            <p:spPr>
              <a:xfrm>
                <a:off x="913" y="3224"/>
                <a:ext cx="844" cy="94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4" name="文本框 13"/>
              <p:cNvSpPr txBox="1"/>
              <p:nvPr>
                <p:custDataLst>
                  <p:tags r:id="rId15"/>
                </p:custDataLst>
              </p:nvPr>
            </p:nvSpPr>
            <p:spPr>
              <a:xfrm>
                <a:off x="1010" y="3515"/>
                <a:ext cx="2046" cy="788"/>
              </a:xfrm>
              <a:prstGeom prst="rect">
                <a:avLst/>
              </a:prstGeom>
              <a:noFill/>
            </p:spPr>
            <p:txBody>
              <a:bodyPr wrap="square" rtlCol="0">
                <a:normAutofit lnSpcReduction="20000"/>
              </a:bodyPr>
              <a:p>
                <a:r>
                  <a:rPr lang="en-US" altLang="zh-CN" sz="2100" b="1" i="1" dirty="0">
                    <a:solidFill>
                      <a:schemeClr val="tx1"/>
                    </a:solidFill>
                    <a:latin typeface="Arial" panose="020B0604020202090204" pitchFamily="34" charset="0"/>
                    <a:ea typeface="微软雅黑" panose="020B0503020204020204" pitchFamily="34" charset="-122"/>
                    <a:cs typeface="Arial" panose="020B0604020202090204" pitchFamily="34" charset="0"/>
                  </a:rPr>
                  <a:t>PART.1</a:t>
                </a:r>
                <a:endParaRPr lang="en-US" altLang="zh-CN" sz="2100" b="1" i="1" dirty="0">
                  <a:solidFill>
                    <a:schemeClr val="tx1"/>
                  </a:solidFill>
                  <a:latin typeface="Arial" panose="020B0604020202090204" pitchFamily="34" charset="0"/>
                  <a:ea typeface="微软雅黑" panose="020B0503020204020204" pitchFamily="34" charset="-122"/>
                  <a:cs typeface="Arial" panose="020B0604020202090204" pitchFamily="34" charset="0"/>
                </a:endParaRPr>
              </a:p>
            </p:txBody>
          </p:sp>
          <p:sp>
            <p:nvSpPr>
              <p:cNvPr id="15" name="文本框 14"/>
              <p:cNvSpPr txBox="1"/>
              <p:nvPr>
                <p:custDataLst>
                  <p:tags r:id="rId16"/>
                </p:custDataLst>
              </p:nvPr>
            </p:nvSpPr>
            <p:spPr>
              <a:xfrm>
                <a:off x="3104" y="3564"/>
                <a:ext cx="3227" cy="601"/>
              </a:xfrm>
              <a:prstGeom prst="rect">
                <a:avLst/>
              </a:prstGeom>
              <a:noFill/>
            </p:spPr>
            <p:txBody>
              <a:bodyPr wrap="square" rtlCol="0">
                <a:noAutofit/>
              </a:bodyPr>
              <a:p>
                <a:pPr lvl="0" algn="l"/>
                <a:r>
                  <a:rPr lang="zh-CN" altLang="en-US" sz="1600" b="1" i="1" dirty="0">
                    <a:latin typeface="微软雅黑" panose="020B0503020204020204" pitchFamily="34" charset="-122"/>
                    <a:ea typeface="微软雅黑" panose="020B0503020204020204" pitchFamily="34" charset="-122"/>
                    <a:sym typeface="+mn-ea"/>
                  </a:rPr>
                  <a:t>个人经历概述</a:t>
                </a:r>
                <a:endParaRPr lang="zh-CN" altLang="en-US" sz="1600" b="1" i="1" dirty="0">
                  <a:latin typeface="微软雅黑" panose="020B0503020204020204" pitchFamily="34" charset="-122"/>
                  <a:ea typeface="微软雅黑" panose="020B0503020204020204" pitchFamily="34" charset="-122"/>
                  <a:sym typeface="+mn-ea"/>
                </a:endParaRPr>
              </a:p>
            </p:txBody>
          </p:sp>
        </p:grpSp>
        <p:sp>
          <p:nvSpPr>
            <p:cNvPr id="38" name="五角星 37"/>
            <p:cNvSpPr/>
            <p:nvPr/>
          </p:nvSpPr>
          <p:spPr>
            <a:xfrm>
              <a:off x="6200" y="2195"/>
              <a:ext cx="390" cy="326"/>
            </a:xfrm>
            <a:prstGeom prst="star5">
              <a:avLst/>
            </a:prstGeom>
            <a:solidFill>
              <a:srgbClr val="FFFF00"/>
            </a:solidFill>
            <a:ln>
              <a:solidFill>
                <a:srgbClr val="E3020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五角星 40"/>
            <p:cNvSpPr/>
            <p:nvPr/>
          </p:nvSpPr>
          <p:spPr>
            <a:xfrm>
              <a:off x="6199" y="6537"/>
              <a:ext cx="390" cy="326"/>
            </a:xfrm>
            <a:prstGeom prst="star5">
              <a:avLst/>
            </a:prstGeom>
            <a:solidFill>
              <a:srgbClr val="FFFF00"/>
            </a:solidFill>
            <a:ln>
              <a:solidFill>
                <a:srgbClr val="E3020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1" name="组合 50"/>
          <p:cNvGrpSpPr/>
          <p:nvPr/>
        </p:nvGrpSpPr>
        <p:grpSpPr>
          <a:xfrm>
            <a:off x="7232650" y="4777105"/>
            <a:ext cx="2363470" cy="229870"/>
            <a:chOff x="10204" y="7539"/>
            <a:chExt cx="3722" cy="362"/>
          </a:xfrm>
        </p:grpSpPr>
        <p:sp>
          <p:nvSpPr>
            <p:cNvPr id="48" name="文本框 47"/>
            <p:cNvSpPr txBox="1"/>
            <p:nvPr/>
          </p:nvSpPr>
          <p:spPr>
            <a:xfrm>
              <a:off x="10204" y="7539"/>
              <a:ext cx="1186" cy="362"/>
            </a:xfrm>
            <a:prstGeom prst="rect">
              <a:avLst/>
            </a:prstGeom>
            <a:noFill/>
          </p:spPr>
          <p:txBody>
            <a:bodyPr wrap="square" rtlCol="0">
              <a:spAutoFit/>
            </a:bodyPr>
            <a:p>
              <a:r>
                <a:rPr lang="en-US" altLang="zh-CN" sz="900" b="1" i="1" smtClean="0">
                  <a:solidFill>
                    <a:srgbClr val="FF0000"/>
                  </a:solidFill>
                </a:rPr>
                <a:t>Note</a:t>
              </a:r>
              <a:r>
                <a:rPr lang="zh-CN" altLang="en-US" sz="900" b="1" i="1" dirty="0">
                  <a:solidFill>
                    <a:srgbClr val="FF0000"/>
                  </a:solidFill>
                  <a:sym typeface="Wingdings" panose="05000000000000000000"/>
                </a:rPr>
                <a:t>：</a:t>
              </a:r>
              <a:endParaRPr lang="zh-CN" altLang="en-US" sz="900" b="1" i="1" dirty="0">
                <a:solidFill>
                  <a:srgbClr val="FF0000"/>
                </a:solidFill>
                <a:sym typeface="Wingdings" panose="05000000000000000000"/>
              </a:endParaRPr>
            </a:p>
          </p:txBody>
        </p:sp>
        <p:sp>
          <p:nvSpPr>
            <p:cNvPr id="112" name="文本框 111"/>
            <p:cNvSpPr txBox="1"/>
            <p:nvPr/>
          </p:nvSpPr>
          <p:spPr>
            <a:xfrm>
              <a:off x="11140" y="7564"/>
              <a:ext cx="2786" cy="337"/>
            </a:xfrm>
            <a:prstGeom prst="rect">
              <a:avLst/>
            </a:prstGeom>
            <a:noFill/>
          </p:spPr>
          <p:txBody>
            <a:bodyPr wrap="square" rtlCol="0">
              <a:spAutoFit/>
            </a:bodyPr>
            <a:p>
              <a:r>
                <a:rPr lang="zh-CN" altLang="en-US" sz="800" b="1" i="1" dirty="0" smtClean="0">
                  <a:solidFill>
                    <a:srgbClr val="FF0000"/>
                  </a:solidFill>
                </a:rPr>
                <a:t>表示</a:t>
              </a:r>
              <a:r>
                <a:rPr lang="zh-CN" altLang="en-US" sz="800" b="1" i="1" dirty="0">
                  <a:solidFill>
                    <a:srgbClr val="FF0000"/>
                  </a:solidFill>
                </a:rPr>
                <a:t>内容展示的重要程度</a:t>
              </a:r>
              <a:endParaRPr lang="zh-CN" altLang="en-US" sz="800" b="1" i="1" dirty="0">
                <a:solidFill>
                  <a:srgbClr val="FF0000"/>
                </a:solidFill>
              </a:endParaRPr>
            </a:p>
          </p:txBody>
        </p:sp>
        <p:sp>
          <p:nvSpPr>
            <p:cNvPr id="50" name="五角星 49"/>
            <p:cNvSpPr/>
            <p:nvPr/>
          </p:nvSpPr>
          <p:spPr>
            <a:xfrm>
              <a:off x="10901" y="7557"/>
              <a:ext cx="390" cy="326"/>
            </a:xfrm>
            <a:prstGeom prst="star5">
              <a:avLst/>
            </a:prstGeom>
            <a:solidFill>
              <a:srgbClr val="FFFF00"/>
            </a:solidFill>
            <a:ln>
              <a:solidFill>
                <a:srgbClr val="E3020D"/>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200"/>
            </a:p>
          </p:txBody>
        </p:sp>
      </p:grpSp>
      <p:grpSp>
        <p:nvGrpSpPr>
          <p:cNvPr id="61" name="组合 60"/>
          <p:cNvGrpSpPr/>
          <p:nvPr/>
        </p:nvGrpSpPr>
        <p:grpSpPr>
          <a:xfrm>
            <a:off x="3227070" y="2243455"/>
            <a:ext cx="753110" cy="205740"/>
            <a:chOff x="5082" y="3646"/>
            <a:chExt cx="1186" cy="324"/>
          </a:xfrm>
        </p:grpSpPr>
        <p:sp>
          <p:nvSpPr>
            <p:cNvPr id="53" name="五角星 52"/>
            <p:cNvSpPr/>
            <p:nvPr/>
          </p:nvSpPr>
          <p:spPr>
            <a:xfrm>
              <a:off x="5082" y="3646"/>
              <a:ext cx="373" cy="311"/>
            </a:xfrm>
            <a:prstGeom prst="star5">
              <a:avLst/>
            </a:prstGeom>
            <a:solidFill>
              <a:srgbClr val="FFFF00"/>
            </a:solidFill>
            <a:ln>
              <a:solidFill>
                <a:srgbClr val="E3020D"/>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4" name="五角星 53"/>
            <p:cNvSpPr/>
            <p:nvPr/>
          </p:nvSpPr>
          <p:spPr>
            <a:xfrm>
              <a:off x="5473" y="3646"/>
              <a:ext cx="373" cy="311"/>
            </a:xfrm>
            <a:prstGeom prst="star5">
              <a:avLst/>
            </a:prstGeom>
            <a:solidFill>
              <a:srgbClr val="FFFF00"/>
            </a:solidFill>
            <a:ln>
              <a:solidFill>
                <a:srgbClr val="E3020D"/>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5" name="五角星 54"/>
            <p:cNvSpPr/>
            <p:nvPr/>
          </p:nvSpPr>
          <p:spPr>
            <a:xfrm>
              <a:off x="5896" y="3660"/>
              <a:ext cx="373" cy="311"/>
            </a:xfrm>
            <a:prstGeom prst="star5">
              <a:avLst/>
            </a:prstGeom>
            <a:solidFill>
              <a:srgbClr val="FFFF00"/>
            </a:solidFill>
            <a:ln>
              <a:solidFill>
                <a:srgbClr val="E3020D"/>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56" name="五角星 55"/>
          <p:cNvSpPr/>
          <p:nvPr/>
        </p:nvSpPr>
        <p:spPr>
          <a:xfrm>
            <a:off x="3238500" y="3189605"/>
            <a:ext cx="247650" cy="210820"/>
          </a:xfrm>
          <a:prstGeom prst="star5">
            <a:avLst/>
          </a:prstGeom>
          <a:solidFill>
            <a:srgbClr val="FFFF00"/>
          </a:solidFill>
          <a:ln>
            <a:solidFill>
              <a:srgbClr val="E3020D"/>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7" name="五角星 56"/>
          <p:cNvSpPr/>
          <p:nvPr/>
        </p:nvSpPr>
        <p:spPr>
          <a:xfrm>
            <a:off x="3486150" y="3189605"/>
            <a:ext cx="257810" cy="207010"/>
          </a:xfrm>
          <a:prstGeom prst="star5">
            <a:avLst/>
          </a:prstGeom>
          <a:solidFill>
            <a:srgbClr val="FFFF00"/>
          </a:solidFill>
          <a:ln>
            <a:solidFill>
              <a:srgbClr val="E3020D"/>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advClick="0">
        <p14:flip dir="r"/>
      </p:transition>
    </mc:Choice>
    <mc:Fallback>
      <p:transition advClick="0">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AutoShape 3"/>
          <p:cNvSpPr/>
          <p:nvPr/>
        </p:nvSpPr>
        <p:spPr bwMode="auto">
          <a:xfrm>
            <a:off x="1979454" y="1840548"/>
            <a:ext cx="2516981" cy="4976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89" tIns="34289" rIns="34289" bIns="34289"/>
          <a:lstStyle/>
          <a:p>
            <a:pPr>
              <a:defRPr/>
            </a:pPr>
            <a:r>
              <a:rPr lang="zh-CN" altLang="en-US" sz="2800" b="1" dirty="0" smtClean="0">
                <a:latin typeface="微软雅黑" panose="020B0503020204020204" pitchFamily="34" charset="-122"/>
                <a:ea typeface="微软雅黑" panose="020B0503020204020204" pitchFamily="34" charset="-122"/>
                <a:sym typeface="Arial" panose="020B0604020202090204"/>
              </a:rPr>
              <a:t>个人经历概述</a:t>
            </a:r>
            <a:endParaRPr lang="zh-CN" altLang="en-US" sz="2800" b="1"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90204"/>
            </a:endParaRPr>
          </a:p>
        </p:txBody>
      </p:sp>
      <p:grpSp>
        <p:nvGrpSpPr>
          <p:cNvPr id="17412" name="Group 4"/>
          <p:cNvGrpSpPr/>
          <p:nvPr/>
        </p:nvGrpSpPr>
        <p:grpSpPr bwMode="auto">
          <a:xfrm>
            <a:off x="779860" y="0"/>
            <a:ext cx="971550" cy="2922985"/>
            <a:chOff x="0" y="0"/>
            <a:chExt cx="1295400" cy="3897313"/>
          </a:xfrm>
        </p:grpSpPr>
        <p:sp>
          <p:nvSpPr>
            <p:cNvPr id="17413" name="AutoShape 5"/>
            <p:cNvSpPr/>
            <p:nvPr/>
          </p:nvSpPr>
          <p:spPr bwMode="auto">
            <a:xfrm>
              <a:off x="0" y="0"/>
              <a:ext cx="1295400" cy="389731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599"/>
                  </a:lnTo>
                  <a:lnTo>
                    <a:pt x="0" y="21599"/>
                  </a:lnTo>
                  <a:close/>
                </a:path>
              </a:pathLst>
            </a:custGeom>
            <a:solidFill>
              <a:srgbClr val="EA281B"/>
            </a:solid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p>
              <a:pPr algn="ctr" eaLnBrk="1">
                <a:defRPr/>
              </a:pPr>
              <a:endParaRPr lang="zh-CN" altLang="zh-CN" sz="1350">
                <a:solidFill>
                  <a:srgbClr val="FFFFFF"/>
                </a:solidFill>
                <a:ea typeface="+mn-ea"/>
                <a:cs typeface="Arial" panose="020B0604020202090204" pitchFamily="34" charset="0"/>
              </a:endParaRPr>
            </a:p>
          </p:txBody>
        </p:sp>
        <p:sp>
          <p:nvSpPr>
            <p:cNvPr id="16391" name="AutoShape 6"/>
            <p:cNvSpPr/>
            <p:nvPr/>
          </p:nvSpPr>
          <p:spPr bwMode="auto">
            <a:xfrm>
              <a:off x="93662" y="2314575"/>
              <a:ext cx="1163638" cy="942975"/>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600" y="0"/>
                  </a:lnTo>
                  <a:lnTo>
                    <a:pt x="21600" y="21600"/>
                  </a:lnTo>
                  <a:lnTo>
                    <a:pt x="0" y="21600"/>
                  </a:lnTo>
                  <a:lnTo>
                    <a:pt x="0" y="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89" tIns="34289" rIns="34289" bIns="34289"/>
            <a:lstStyle>
              <a:lvl1pPr>
                <a:defRPr>
                  <a:solidFill>
                    <a:srgbClr val="000000"/>
                  </a:solidFill>
                  <a:latin typeface="Arial" panose="020B0604020202090204" pitchFamily="34" charset="0"/>
                  <a:ea typeface="Helvetica" pitchFamily="2" charset="0"/>
                  <a:cs typeface="Helvetica" pitchFamily="2" charset="0"/>
                  <a:sym typeface="Arial" panose="020B0604020202090204" pitchFamily="34" charset="0"/>
                </a:defRPr>
              </a:lvl1pPr>
              <a:lvl2pPr marL="742950" indent="-285750">
                <a:defRPr>
                  <a:solidFill>
                    <a:srgbClr val="000000"/>
                  </a:solidFill>
                  <a:latin typeface="Arial" panose="020B0604020202090204" pitchFamily="34" charset="0"/>
                  <a:ea typeface="Helvetica" pitchFamily="2" charset="0"/>
                  <a:cs typeface="Helvetica" pitchFamily="2" charset="0"/>
                  <a:sym typeface="Arial" panose="020B0604020202090204" pitchFamily="34" charset="0"/>
                </a:defRPr>
              </a:lvl2pPr>
              <a:lvl3pPr marL="1143000" indent="-228600">
                <a:defRPr>
                  <a:solidFill>
                    <a:srgbClr val="000000"/>
                  </a:solidFill>
                  <a:latin typeface="Arial" panose="020B0604020202090204" pitchFamily="34" charset="0"/>
                  <a:ea typeface="Helvetica" pitchFamily="2" charset="0"/>
                  <a:cs typeface="Helvetica" pitchFamily="2" charset="0"/>
                  <a:sym typeface="Arial" panose="020B0604020202090204" pitchFamily="34" charset="0"/>
                </a:defRPr>
              </a:lvl3pPr>
              <a:lvl4pPr marL="1600200" indent="-228600">
                <a:defRPr>
                  <a:solidFill>
                    <a:srgbClr val="000000"/>
                  </a:solidFill>
                  <a:latin typeface="Arial" panose="020B0604020202090204" pitchFamily="34" charset="0"/>
                  <a:ea typeface="Helvetica" pitchFamily="2" charset="0"/>
                  <a:cs typeface="Helvetica" pitchFamily="2" charset="0"/>
                  <a:sym typeface="Arial" panose="020B0604020202090204" pitchFamily="34" charset="0"/>
                </a:defRPr>
              </a:lvl4pPr>
              <a:lvl5pPr marL="2057400" indent="-228600">
                <a:defRPr>
                  <a:solidFill>
                    <a:srgbClr val="000000"/>
                  </a:solidFill>
                  <a:latin typeface="Arial" panose="020B0604020202090204" pitchFamily="34" charset="0"/>
                  <a:ea typeface="Helvetica" pitchFamily="2" charset="0"/>
                  <a:cs typeface="Helvetica" pitchFamily="2" charset="0"/>
                  <a:sym typeface="Arial" panose="020B0604020202090204" pitchFamily="34" charset="0"/>
                </a:defRPr>
              </a:lvl5pPr>
              <a:lvl6pPr marL="2514600" indent="-228600" eaLnBrk="0" fontAlgn="base" hangingPunct="0">
                <a:spcBef>
                  <a:spcPct val="0"/>
                </a:spcBef>
                <a:spcAft>
                  <a:spcPct val="0"/>
                </a:spcAft>
                <a:defRPr>
                  <a:solidFill>
                    <a:srgbClr val="000000"/>
                  </a:solidFill>
                  <a:latin typeface="Arial" panose="020B0604020202090204" pitchFamily="34" charset="0"/>
                  <a:ea typeface="Helvetica" pitchFamily="2" charset="0"/>
                  <a:cs typeface="Helvetica" pitchFamily="2" charset="0"/>
                  <a:sym typeface="Arial" panose="020B0604020202090204" pitchFamily="34" charset="0"/>
                </a:defRPr>
              </a:lvl6pPr>
              <a:lvl7pPr marL="2971800" indent="-228600" eaLnBrk="0" fontAlgn="base" hangingPunct="0">
                <a:spcBef>
                  <a:spcPct val="0"/>
                </a:spcBef>
                <a:spcAft>
                  <a:spcPct val="0"/>
                </a:spcAft>
                <a:defRPr>
                  <a:solidFill>
                    <a:srgbClr val="000000"/>
                  </a:solidFill>
                  <a:latin typeface="Arial" panose="020B0604020202090204" pitchFamily="34" charset="0"/>
                  <a:ea typeface="Helvetica" pitchFamily="2" charset="0"/>
                  <a:cs typeface="Helvetica" pitchFamily="2" charset="0"/>
                  <a:sym typeface="Arial" panose="020B0604020202090204" pitchFamily="34" charset="0"/>
                </a:defRPr>
              </a:lvl7pPr>
              <a:lvl8pPr marL="3429000" indent="-228600" eaLnBrk="0" fontAlgn="base" hangingPunct="0">
                <a:spcBef>
                  <a:spcPct val="0"/>
                </a:spcBef>
                <a:spcAft>
                  <a:spcPct val="0"/>
                </a:spcAft>
                <a:defRPr>
                  <a:solidFill>
                    <a:srgbClr val="000000"/>
                  </a:solidFill>
                  <a:latin typeface="Arial" panose="020B0604020202090204" pitchFamily="34" charset="0"/>
                  <a:ea typeface="Helvetica" pitchFamily="2" charset="0"/>
                  <a:cs typeface="Helvetica" pitchFamily="2" charset="0"/>
                  <a:sym typeface="Arial" panose="020B0604020202090204" pitchFamily="34" charset="0"/>
                </a:defRPr>
              </a:lvl8pPr>
              <a:lvl9pPr marL="3886200" indent="-228600" eaLnBrk="0" fontAlgn="base" hangingPunct="0">
                <a:spcBef>
                  <a:spcPct val="0"/>
                </a:spcBef>
                <a:spcAft>
                  <a:spcPct val="0"/>
                </a:spcAft>
                <a:defRPr>
                  <a:solidFill>
                    <a:srgbClr val="000000"/>
                  </a:solidFill>
                  <a:latin typeface="Arial" panose="020B0604020202090204" pitchFamily="34" charset="0"/>
                  <a:ea typeface="Helvetica" pitchFamily="2" charset="0"/>
                  <a:cs typeface="Helvetica" pitchFamily="2" charset="0"/>
                  <a:sym typeface="Arial" panose="020B0604020202090204" pitchFamily="34" charset="0"/>
                </a:defRPr>
              </a:lvl9pPr>
            </a:lstStyle>
            <a:p>
              <a:pPr algn="ctr" eaLnBrk="1"/>
              <a:r>
                <a:rPr lang="zh-CN" altLang="zh-CN" sz="4500" dirty="0">
                  <a:solidFill>
                    <a:srgbClr val="FFFFFF"/>
                  </a:solidFill>
                  <a:ea typeface="宋体" pitchFamily="2" charset="-122"/>
                  <a:cs typeface="Arial" panose="020B0604020202090204" pitchFamily="34" charset="0"/>
                </a:rPr>
                <a:t>01</a:t>
              </a:r>
              <a:endParaRPr lang="zh-CN" altLang="zh-CN" sz="1350" dirty="0">
                <a:ea typeface="宋体" pitchFamily="2" charset="-122"/>
                <a:cs typeface="Arial" panose="020B0604020202090204" pitchFamily="34" charset="0"/>
              </a:endParaRPr>
            </a:p>
          </p:txBody>
        </p:sp>
      </p:grpSp>
      <p:sp>
        <p:nvSpPr>
          <p:cNvPr id="3" name="文本框 2"/>
          <p:cNvSpPr txBox="1"/>
          <p:nvPr/>
        </p:nvSpPr>
        <p:spPr>
          <a:xfrm>
            <a:off x="2007235" y="2499360"/>
            <a:ext cx="6623050" cy="1198880"/>
          </a:xfrm>
          <a:prstGeom prst="rect">
            <a:avLst/>
          </a:prstGeom>
          <a:noFill/>
          <a:ln w="12700" cmpd="sng">
            <a:solidFill>
              <a:schemeClr val="accent1">
                <a:shade val="50000"/>
              </a:schemeClr>
            </a:solidFill>
            <a:prstDash val="sysDot"/>
          </a:ln>
        </p:spPr>
        <p:txBody>
          <a:bodyPr wrap="square" rtlCol="0">
            <a:spAutoFit/>
          </a:bodyPr>
          <a:lstStyle/>
          <a:p>
            <a:pPr>
              <a:lnSpc>
                <a:spcPct val="150000"/>
              </a:lnSpc>
            </a:pPr>
            <a:r>
              <a:rPr lang="en-US" altLang="zh-CN" sz="1200" b="1">
                <a:latin typeface="微软雅黑" panose="020B0503020204020204" pitchFamily="34" charset="-122"/>
                <a:ea typeface="微软雅黑" panose="020B0503020204020204" pitchFamily="34" charset="-122"/>
                <a:cs typeface="微软雅黑" panose="020B0503020204020204" pitchFamily="34" charset="-122"/>
                <a:sym typeface="+mn-ea"/>
              </a:rPr>
              <a:t>Note</a:t>
            </a:r>
            <a:r>
              <a:rPr lang="zh-CN" altLang="en-US" sz="1200" b="1">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200">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r>
              <a:rPr lang="en-US" altLang="zh-CN" sz="1200" dirty="0" smtClean="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2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zh-CN" sz="1200" dirty="0" smtClean="0">
                <a:latin typeface="微软雅黑" panose="020B0503020204020204" pitchFamily="34" charset="-122"/>
                <a:ea typeface="微软雅黑" panose="020B0503020204020204" pitchFamily="34" charset="-122"/>
                <a:cs typeface="微软雅黑" panose="020B0503020204020204" pitchFamily="34" charset="-122"/>
                <a:sym typeface="+mn-ea"/>
              </a:rPr>
              <a:t>请</a:t>
            </a:r>
            <a:r>
              <a:rPr lang="zh-CN" altLang="zh-CN" sz="1200"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简要</a:t>
            </a:r>
            <a:r>
              <a:rPr lang="zh-CN" altLang="zh-CN" sz="1200" dirty="0" smtClean="0">
                <a:latin typeface="微软雅黑" panose="020B0503020204020204" pitchFamily="34" charset="-122"/>
                <a:ea typeface="微软雅黑" panose="020B0503020204020204" pitchFamily="34" charset="-122"/>
                <a:cs typeface="微软雅黑" panose="020B0503020204020204" pitchFamily="34" charset="-122"/>
                <a:sym typeface="+mn-ea"/>
              </a:rPr>
              <a:t>介绍</a:t>
            </a:r>
            <a:r>
              <a:rPr lang="zh-CN" altLang="en-US" sz="1200" dirty="0" smtClean="0">
                <a:latin typeface="微软雅黑" panose="020B0503020204020204" pitchFamily="34" charset="-122"/>
                <a:ea typeface="微软雅黑" panose="020B0503020204020204" pitchFamily="34" charset="-122"/>
                <a:cs typeface="微软雅黑" panose="020B0503020204020204" pitchFamily="34" charset="-122"/>
                <a:sym typeface="+mn-ea"/>
              </a:rPr>
              <a:t>个人信息（目前所在部门及小组、岗位、工作职责概要）和工作简历，</a:t>
            </a:r>
            <a:r>
              <a:rPr lang="zh-CN" altLang="zh-CN" sz="1200" dirty="0" smtClean="0">
                <a:latin typeface="微软雅黑" panose="020B0503020204020204" pitchFamily="34" charset="-122"/>
                <a:ea typeface="微软雅黑" panose="020B0503020204020204" pitchFamily="34" charset="-122"/>
                <a:cs typeface="微软雅黑" panose="020B0503020204020204" pitchFamily="34" charset="-122"/>
                <a:sym typeface="+mn-ea"/>
              </a:rPr>
              <a:t>包括非</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aku</a:t>
            </a:r>
            <a:r>
              <a:rPr lang="zh-CN" altLang="zh-CN" sz="1200" dirty="0" smtClean="0">
                <a:latin typeface="微软雅黑" panose="020B0503020204020204" pitchFamily="34" charset="-122"/>
                <a:ea typeface="微软雅黑" panose="020B0503020204020204" pitchFamily="34" charset="-122"/>
                <a:cs typeface="微软雅黑" panose="020B0503020204020204" pitchFamily="34" charset="-122"/>
                <a:sym typeface="+mn-ea"/>
              </a:rPr>
              <a:t>工作经历。</a:t>
            </a:r>
            <a:endParaRPr lang="zh-CN" altLang="zh-CN" sz="12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、分析与总结：选择各项成果中最具有成就的一个事件或一个项目进行剖析及总结</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500" advClick="0">
        <p14:flip dir="r"/>
      </p:transition>
    </mc:Choice>
    <mc:Fallback>
      <p:transition advClick="0">
        <p:fade/>
      </p:transition>
    </mc:Fallback>
  </mc:AlternateContent>
  <p:timing>
    <p:tnLst>
      <p:par>
        <p:cTn id="1" dur="indefinite" restart="never" nodeType="tmRoot"/>
      </p:par>
    </p:tnLst>
    <p:bldLst>
      <p:bldP spid="17411" grpId="0" bldLvl="0" animBg="1" autoUpdateAnimBg="0"/>
      <p:bldP spid="3"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文本框 2"/>
          <p:cNvSpPr txBox="1"/>
          <p:nvPr/>
        </p:nvSpPr>
        <p:spPr>
          <a:xfrm>
            <a:off x="4338435" y="867710"/>
            <a:ext cx="3231285" cy="457953"/>
          </a:xfrm>
          <a:prstGeom prst="rect">
            <a:avLst/>
          </a:prstGeom>
          <a:noFill/>
        </p:spPr>
        <p:txBody>
          <a:bodyPr wrap="square" lIns="87764" tIns="43882" rIns="87764" bIns="43882" rtlCol="0">
            <a:spAutoFit/>
          </a:bodyPr>
          <a:lstStyle>
            <a:defPPr>
              <a:defRPr lang="zh-CN"/>
            </a:defPPr>
            <a:lvl1pPr algn="ctr">
              <a:defRPr sz="2400" spc="300">
                <a:solidFill>
                  <a:schemeClr val="tx2"/>
                </a:solidFill>
                <a:latin typeface="思源黑体 CN Bold" pitchFamily="34" charset="-122"/>
                <a:ea typeface="思源黑体 CN Bold" pitchFamily="34" charset="-122"/>
              </a:defRPr>
            </a:lvl1pPr>
          </a:lstStyle>
          <a:p>
            <a:r>
              <a:rPr lang="zh-CN" altLang="en-US" dirty="0" smtClean="0">
                <a:solidFill>
                  <a:schemeClr val="bg1"/>
                </a:solidFill>
                <a:latin typeface="字魂35号-经典雅黑" panose="00000500000000000000" pitchFamily="2" charset="-122"/>
                <a:ea typeface="字魂35号-经典雅黑" panose="00000500000000000000" pitchFamily="2" charset="-122"/>
              </a:rPr>
              <a:t>添加标题</a:t>
            </a:r>
            <a:r>
              <a:rPr lang="zh-CN" altLang="en-US" dirty="0">
                <a:solidFill>
                  <a:schemeClr val="bg1"/>
                </a:solidFill>
                <a:latin typeface="字魂35号-经典雅黑" panose="00000500000000000000" pitchFamily="2" charset="-122"/>
                <a:ea typeface="字魂35号-经典雅黑" panose="00000500000000000000" pitchFamily="2" charset="-122"/>
              </a:rPr>
              <a:t>内容</a:t>
            </a:r>
            <a:endParaRPr lang="en-US" altLang="zh-CN" dirty="0">
              <a:solidFill>
                <a:schemeClr val="bg1"/>
              </a:solidFill>
              <a:latin typeface="字魂35号-经典雅黑" panose="00000500000000000000" pitchFamily="2" charset="-122"/>
              <a:ea typeface="字魂35号-经典雅黑" panose="00000500000000000000" pitchFamily="2" charset="-122"/>
            </a:endParaRPr>
          </a:p>
        </p:txBody>
      </p:sp>
      <p:sp>
        <p:nvSpPr>
          <p:cNvPr id="23" name="文本框 2"/>
          <p:cNvSpPr txBox="1"/>
          <p:nvPr/>
        </p:nvSpPr>
        <p:spPr>
          <a:xfrm>
            <a:off x="4338435" y="994710"/>
            <a:ext cx="3231285" cy="457953"/>
          </a:xfrm>
          <a:prstGeom prst="rect">
            <a:avLst/>
          </a:prstGeom>
          <a:noFill/>
        </p:spPr>
        <p:txBody>
          <a:bodyPr wrap="square" lIns="87764" tIns="43882" rIns="87764" bIns="43882" rtlCol="0">
            <a:spAutoFit/>
          </a:bodyPr>
          <a:lstStyle>
            <a:defPPr>
              <a:defRPr lang="zh-CN"/>
            </a:defPPr>
            <a:lvl1pPr algn="ctr">
              <a:defRPr sz="2400" spc="300">
                <a:solidFill>
                  <a:schemeClr val="tx2"/>
                </a:solidFill>
                <a:latin typeface="思源黑体 CN Bold" pitchFamily="34" charset="-122"/>
                <a:ea typeface="思源黑体 CN Bold" pitchFamily="34" charset="-122"/>
              </a:defRPr>
            </a:lvl1pPr>
          </a:lstStyle>
          <a:p>
            <a:r>
              <a:rPr lang="zh-CN" altLang="en-US" dirty="0" smtClean="0">
                <a:solidFill>
                  <a:schemeClr val="bg1"/>
                </a:solidFill>
                <a:latin typeface="字魂35号-经典雅黑" panose="00000500000000000000" pitchFamily="2" charset="-122"/>
                <a:ea typeface="字魂35号-经典雅黑" panose="00000500000000000000" pitchFamily="2" charset="-122"/>
              </a:rPr>
              <a:t>添加标题</a:t>
            </a:r>
            <a:r>
              <a:rPr lang="zh-CN" altLang="en-US" dirty="0">
                <a:solidFill>
                  <a:schemeClr val="bg1"/>
                </a:solidFill>
                <a:latin typeface="字魂35号-经典雅黑" panose="00000500000000000000" pitchFamily="2" charset="-122"/>
                <a:ea typeface="字魂35号-经典雅黑" panose="00000500000000000000" pitchFamily="2" charset="-122"/>
              </a:rPr>
              <a:t>内容</a:t>
            </a:r>
            <a:endParaRPr lang="en-US" altLang="zh-CN" dirty="0">
              <a:solidFill>
                <a:schemeClr val="bg1"/>
              </a:solidFill>
              <a:latin typeface="字魂35号-经典雅黑" panose="00000500000000000000" pitchFamily="2" charset="-122"/>
              <a:ea typeface="字魂35号-经典雅黑" panose="00000500000000000000" pitchFamily="2" charset="-122"/>
            </a:endParaRPr>
          </a:p>
        </p:txBody>
      </p:sp>
      <p:graphicFrame>
        <p:nvGraphicFramePr>
          <p:cNvPr id="28" name="表格 27"/>
          <p:cNvGraphicFramePr>
            <a:graphicFrameLocks noGrp="1"/>
          </p:cNvGraphicFramePr>
          <p:nvPr>
            <p:custDataLst>
              <p:tags r:id="rId1"/>
            </p:custDataLst>
          </p:nvPr>
        </p:nvGraphicFramePr>
        <p:xfrm>
          <a:off x="768350" y="2141220"/>
          <a:ext cx="8002905" cy="2766060"/>
        </p:xfrm>
        <a:graphic>
          <a:graphicData uri="http://schemas.openxmlformats.org/drawingml/2006/table">
            <a:tbl>
              <a:tblPr firstRow="1" bandRow="1">
                <a:tableStyleId>{5C22544A-7EE6-4342-B048-85BDC9FD1C3A}</a:tableStyleId>
              </a:tblPr>
              <a:tblGrid>
                <a:gridCol w="1099185"/>
                <a:gridCol w="1116965"/>
                <a:gridCol w="1043305"/>
                <a:gridCol w="2383155"/>
                <a:gridCol w="2360295"/>
              </a:tblGrid>
              <a:tr h="449580">
                <a:tc>
                  <a:txBody>
                    <a:bodyPr/>
                    <a:lstStyle/>
                    <a:p>
                      <a:pPr indent="0" algn="ctr">
                        <a:lnSpc>
                          <a:spcPct val="120000"/>
                        </a:lnSpc>
                        <a:spcBef>
                          <a:spcPts val="0"/>
                        </a:spcBef>
                        <a:spcAft>
                          <a:spcPts val="0"/>
                        </a:spcAft>
                      </a:pPr>
                      <a:r>
                        <a:rPr lang="zh-CN" altLang="en-US" sz="1000" dirty="0" smtClean="0">
                          <a:solidFill>
                            <a:srgbClr val="FFFFFF"/>
                          </a:solidFill>
                          <a:latin typeface="微软雅黑" panose="020B0503020204020204" pitchFamily="34" charset="-122"/>
                          <a:ea typeface="微软雅黑" panose="020B0503020204020204" pitchFamily="34" charset="-122"/>
                          <a:sym typeface="+mn-ea"/>
                        </a:rPr>
                        <a:t>时间起讫</a:t>
                      </a:r>
                      <a:endParaRPr lang="zh-CN" altLang="en-US" sz="1000" b="1" spc="130" dirty="0" smtClean="0">
                        <a:solidFill>
                          <a:srgbClr val="FFFFFF"/>
                        </a:solidFill>
                        <a:latin typeface="微软雅黑" panose="020B0503020204020204" pitchFamily="34" charset="-122"/>
                        <a:ea typeface="微软雅黑" panose="020B0503020204020204" pitchFamily="34" charset="-122"/>
                        <a:sym typeface="+mn-ea"/>
                      </a:endParaRPr>
                    </a:p>
                  </a:txBody>
                  <a:tcPr marL="215900" marR="215900" marT="133350" marB="133350" anchor="ctr">
                    <a:lnL w="19050" cap="rnd">
                      <a:solidFill>
                        <a:srgbClr val="E34D4D"/>
                      </a:solidFill>
                      <a:prstDash val="solid"/>
                    </a:lnL>
                    <a:lnR w="3175">
                      <a:solidFill>
                        <a:srgbClr val="FFFFFF"/>
                      </a:solidFill>
                      <a:prstDash val="dot"/>
                    </a:lnR>
                    <a:lnT w="19050" cap="rnd">
                      <a:solidFill>
                        <a:srgbClr val="E34D4D"/>
                      </a:solidFill>
                      <a:prstDash val="solid"/>
                    </a:lnT>
                    <a:lnB w="19050">
                      <a:solidFill>
                        <a:srgbClr val="E34D4D"/>
                      </a:solidFill>
                      <a:prstDash val="solid"/>
                    </a:lnB>
                    <a:solidFill>
                      <a:srgbClr val="E34D4D"/>
                    </a:solidFill>
                  </a:tcPr>
                </a:tc>
                <a:tc>
                  <a:txBody>
                    <a:bodyPr/>
                    <a:lstStyle/>
                    <a:p>
                      <a:pPr indent="0" algn="ctr">
                        <a:lnSpc>
                          <a:spcPct val="120000"/>
                        </a:lnSpc>
                        <a:spcBef>
                          <a:spcPts val="0"/>
                        </a:spcBef>
                        <a:spcAft>
                          <a:spcPts val="0"/>
                        </a:spcAft>
                      </a:pPr>
                      <a:r>
                        <a:rPr lang="zh-CN" altLang="en-US" sz="1000" b="1" spc="130">
                          <a:solidFill>
                            <a:srgbClr val="FFFFFF"/>
                          </a:solidFill>
                          <a:latin typeface="微软雅黑" panose="020B0503020204020204" pitchFamily="34" charset="-122"/>
                          <a:ea typeface="微软雅黑" panose="020B0503020204020204" pitchFamily="34" charset="-122"/>
                        </a:rPr>
                        <a:t>任职公司</a:t>
                      </a:r>
                      <a:endParaRPr lang="zh-CN" altLang="en-US" sz="1000" b="1" spc="130">
                        <a:solidFill>
                          <a:srgbClr val="FFFFFF"/>
                        </a:solidFill>
                        <a:latin typeface="微软雅黑" panose="020B0503020204020204" pitchFamily="34" charset="-122"/>
                        <a:ea typeface="微软雅黑" panose="020B0503020204020204" pitchFamily="34" charset="-122"/>
                      </a:endParaRPr>
                    </a:p>
                  </a:txBody>
                  <a:tcPr marL="215900" marR="215900" marT="133350" marB="133350" anchor="ctr">
                    <a:lnL w="3175">
                      <a:solidFill>
                        <a:srgbClr val="FFFFFF"/>
                      </a:solidFill>
                      <a:prstDash val="dot"/>
                    </a:lnL>
                    <a:lnR w="3175">
                      <a:solidFill>
                        <a:srgbClr val="FFFFFF"/>
                      </a:solidFill>
                      <a:prstDash val="dot"/>
                    </a:lnR>
                    <a:lnT w="19050" cap="rnd">
                      <a:solidFill>
                        <a:srgbClr val="E34D4D"/>
                      </a:solidFill>
                      <a:prstDash val="solid"/>
                    </a:lnT>
                    <a:lnB w="19050">
                      <a:solidFill>
                        <a:srgbClr val="E34D4D"/>
                      </a:solidFill>
                      <a:prstDash val="solid"/>
                    </a:lnB>
                    <a:solidFill>
                      <a:srgbClr val="E34D4D"/>
                    </a:solidFill>
                  </a:tcPr>
                </a:tc>
                <a:tc>
                  <a:txBody>
                    <a:bodyPr/>
                    <a:lstStyle/>
                    <a:p>
                      <a:pPr indent="0" algn="ctr">
                        <a:lnSpc>
                          <a:spcPct val="120000"/>
                        </a:lnSpc>
                        <a:spcBef>
                          <a:spcPts val="0"/>
                        </a:spcBef>
                        <a:spcAft>
                          <a:spcPts val="0"/>
                        </a:spcAft>
                        <a:buNone/>
                      </a:pPr>
                      <a:r>
                        <a:rPr lang="zh-CN" altLang="en-US" sz="1000" b="1" spc="130" dirty="0">
                          <a:solidFill>
                            <a:srgbClr val="FFFFFF"/>
                          </a:solidFill>
                          <a:latin typeface="微软雅黑" panose="020B0503020204020204" pitchFamily="34" charset="-122"/>
                          <a:ea typeface="微软雅黑" panose="020B0503020204020204" pitchFamily="34" charset="-122"/>
                        </a:rPr>
                        <a:t>任职岗位</a:t>
                      </a:r>
                      <a:endParaRPr lang="zh-CN" altLang="en-US" sz="1000" b="1" spc="130" dirty="0">
                        <a:solidFill>
                          <a:srgbClr val="FFFFFF"/>
                        </a:solidFill>
                        <a:latin typeface="微软雅黑" panose="020B0503020204020204" pitchFamily="34" charset="-122"/>
                        <a:ea typeface="微软雅黑" panose="020B0503020204020204" pitchFamily="34" charset="-122"/>
                      </a:endParaRPr>
                    </a:p>
                  </a:txBody>
                  <a:tcPr marL="215900" marR="215900" marT="133350" marB="133350" anchor="ctr">
                    <a:lnL w="3175">
                      <a:solidFill>
                        <a:srgbClr val="FFFFFF"/>
                      </a:solidFill>
                      <a:prstDash val="dot"/>
                    </a:lnL>
                    <a:lnR w="3175">
                      <a:solidFill>
                        <a:srgbClr val="FFFFFF"/>
                      </a:solidFill>
                      <a:prstDash val="dot"/>
                    </a:lnR>
                    <a:lnT w="19050" cap="rnd">
                      <a:solidFill>
                        <a:srgbClr val="E34D4D"/>
                      </a:solidFill>
                      <a:prstDash val="solid"/>
                    </a:lnT>
                    <a:lnB w="19050">
                      <a:solidFill>
                        <a:srgbClr val="E34D4D"/>
                      </a:solidFill>
                      <a:prstDash val="solid"/>
                    </a:lnB>
                    <a:solidFill>
                      <a:srgbClr val="E34D4D"/>
                    </a:solidFill>
                  </a:tcPr>
                </a:tc>
                <a:tc>
                  <a:txBody>
                    <a:bodyPr/>
                    <a:lstStyle/>
                    <a:p>
                      <a:pPr indent="0" algn="ctr">
                        <a:lnSpc>
                          <a:spcPct val="120000"/>
                        </a:lnSpc>
                        <a:spcBef>
                          <a:spcPts val="0"/>
                        </a:spcBef>
                        <a:spcAft>
                          <a:spcPts val="0"/>
                        </a:spcAft>
                      </a:pPr>
                      <a:r>
                        <a:rPr lang="zh-CN" altLang="en-US" sz="1000" b="1" spc="130" dirty="0">
                          <a:solidFill>
                            <a:srgbClr val="FFFFFF"/>
                          </a:solidFill>
                          <a:latin typeface="微软雅黑" panose="020B0503020204020204" pitchFamily="34" charset="-122"/>
                          <a:ea typeface="微软雅黑" panose="020B0503020204020204" pitchFamily="34" charset="-122"/>
                        </a:rPr>
                        <a:t>工作概要</a:t>
                      </a:r>
                      <a:endParaRPr lang="zh-CN" altLang="en-US" sz="1000" b="1" spc="130" dirty="0">
                        <a:solidFill>
                          <a:srgbClr val="FFFFFF"/>
                        </a:solidFill>
                        <a:latin typeface="微软雅黑" panose="020B0503020204020204" pitchFamily="34" charset="-122"/>
                        <a:ea typeface="微软雅黑" panose="020B0503020204020204" pitchFamily="34" charset="-122"/>
                      </a:endParaRPr>
                    </a:p>
                  </a:txBody>
                  <a:tcPr marL="215900" marR="215900" marT="133350" marB="133350" anchor="ctr">
                    <a:lnL w="3175">
                      <a:solidFill>
                        <a:srgbClr val="FFFFFF"/>
                      </a:solidFill>
                      <a:prstDash val="dot"/>
                    </a:lnL>
                    <a:lnR w="3175" cap="flat" cmpd="sng" algn="ctr">
                      <a:solidFill>
                        <a:srgbClr val="FFFFFF"/>
                      </a:solidFill>
                      <a:prstDash val="dot"/>
                      <a:round/>
                      <a:headEnd type="none" w="med" len="med"/>
                      <a:tailEnd type="none" w="med" len="med"/>
                    </a:lnR>
                    <a:lnT w="19050" cap="rnd">
                      <a:solidFill>
                        <a:srgbClr val="E34D4D"/>
                      </a:solidFill>
                      <a:prstDash val="solid"/>
                    </a:lnT>
                    <a:lnB w="19050">
                      <a:solidFill>
                        <a:srgbClr val="E34D4D"/>
                      </a:solidFill>
                      <a:prstDash val="solid"/>
                    </a:lnB>
                    <a:solidFill>
                      <a:srgbClr val="E34D4D"/>
                    </a:solidFill>
                  </a:tcPr>
                </a:tc>
                <a:tc>
                  <a:txBody>
                    <a:bodyPr/>
                    <a:lstStyle/>
                    <a:p>
                      <a:pPr indent="0" algn="ctr">
                        <a:lnSpc>
                          <a:spcPct val="120000"/>
                        </a:lnSpc>
                        <a:spcBef>
                          <a:spcPts val="0"/>
                        </a:spcBef>
                        <a:spcAft>
                          <a:spcPts val="0"/>
                        </a:spcAft>
                      </a:pPr>
                      <a:r>
                        <a:rPr lang="zh-CN" altLang="en-US" sz="1000" b="1" spc="130" dirty="0" smtClean="0">
                          <a:solidFill>
                            <a:srgbClr val="FFFFFF"/>
                          </a:solidFill>
                          <a:latin typeface="微软雅黑" panose="020B0503020204020204" pitchFamily="34" charset="-122"/>
                          <a:ea typeface="微软雅黑" panose="020B0503020204020204" pitchFamily="34" charset="-122"/>
                        </a:rPr>
                        <a:t>工作成果</a:t>
                      </a:r>
                      <a:endParaRPr lang="zh-CN" altLang="en-US" sz="1000" b="1" spc="130" dirty="0">
                        <a:solidFill>
                          <a:srgbClr val="FFFFFF"/>
                        </a:solidFill>
                        <a:latin typeface="微软雅黑" panose="020B0503020204020204" pitchFamily="34" charset="-122"/>
                        <a:ea typeface="微软雅黑" panose="020B0503020204020204" pitchFamily="34" charset="-122"/>
                      </a:endParaRPr>
                    </a:p>
                  </a:txBody>
                  <a:tcPr marL="215900" marR="215900" marT="133350" marB="133350" anchor="ctr">
                    <a:lnL w="3175">
                      <a:solidFill>
                        <a:srgbClr val="FFFFFF"/>
                      </a:solidFill>
                      <a:prstDash val="dot"/>
                    </a:lnL>
                    <a:lnR w="19050" cap="rnd">
                      <a:solidFill>
                        <a:srgbClr val="E34D4D"/>
                      </a:solidFill>
                      <a:prstDash val="solid"/>
                    </a:lnR>
                    <a:lnT w="19050" cap="rnd">
                      <a:solidFill>
                        <a:srgbClr val="E34D4D"/>
                      </a:solidFill>
                      <a:prstDash val="solid"/>
                    </a:lnT>
                    <a:lnB w="19050" cap="flat" cmpd="sng" algn="ctr">
                      <a:solidFill>
                        <a:srgbClr val="E34D4D"/>
                      </a:solidFill>
                      <a:prstDash val="solid"/>
                      <a:round/>
                      <a:headEnd type="none" w="med" len="med"/>
                      <a:tailEnd type="none" w="med" len="med"/>
                    </a:lnB>
                    <a:solidFill>
                      <a:srgbClr val="E34D4D"/>
                    </a:solidFill>
                  </a:tcPr>
                </a:tc>
              </a:tr>
              <a:tr h="906780">
                <a:tc>
                  <a:txBody>
                    <a:bodyPr/>
                    <a:lstStyle/>
                    <a:p>
                      <a:pPr indent="0" algn="ctr">
                        <a:lnSpc>
                          <a:spcPct val="100000"/>
                        </a:lnSpc>
                        <a:spcBef>
                          <a:spcPts val="0"/>
                        </a:spcBef>
                        <a:spcAft>
                          <a:spcPts val="0"/>
                        </a:spcAft>
                      </a:pPr>
                      <a:r>
                        <a:rPr lang="en-US" altLang="zh-CN" sz="1000" b="0" spc="130">
                          <a:solidFill>
                            <a:srgbClr val="404040"/>
                          </a:solidFill>
                          <a:latin typeface="微软雅黑" panose="020B0503020204020204" pitchFamily="34" charset="-122"/>
                          <a:ea typeface="微软雅黑" panose="020B0503020204020204" pitchFamily="34" charset="-122"/>
                        </a:rPr>
                        <a:t>2010.07-2013.07</a:t>
                      </a:r>
                      <a:endParaRPr lang="en-US" altLang="zh-CN" sz="1000" b="0" spc="130">
                        <a:solidFill>
                          <a:srgbClr val="404040"/>
                        </a:solidFill>
                        <a:latin typeface="微软雅黑" panose="020B0503020204020204" pitchFamily="34" charset="-122"/>
                        <a:ea typeface="微软雅黑" panose="020B0503020204020204" pitchFamily="34" charset="-122"/>
                      </a:endParaRPr>
                    </a:p>
                  </a:txBody>
                  <a:tcPr marL="215900" marR="215900" marT="133350" marB="133350" anchor="ctr">
                    <a:lnL w="19050" cap="rnd">
                      <a:solidFill>
                        <a:srgbClr val="E34D4D"/>
                      </a:solidFill>
                      <a:prstDash val="solid"/>
                    </a:lnL>
                    <a:lnR w="3175">
                      <a:solidFill>
                        <a:srgbClr val="E34D4D"/>
                      </a:solidFill>
                      <a:prstDash val="dot"/>
                    </a:lnR>
                    <a:lnT w="19050">
                      <a:solidFill>
                        <a:srgbClr val="E34D4D"/>
                      </a:solidFill>
                      <a:prstDash val="solid"/>
                    </a:lnT>
                    <a:lnB w="3175">
                      <a:solidFill>
                        <a:srgbClr val="E34D4D"/>
                      </a:solidFill>
                      <a:prstDash val="dot"/>
                    </a:lnB>
                    <a:solidFill>
                      <a:srgbClr val="F2F2F2"/>
                    </a:solidFill>
                  </a:tcPr>
                </a:tc>
                <a:tc>
                  <a:txBody>
                    <a:bodyPr/>
                    <a:lstStyle/>
                    <a:p>
                      <a:pPr indent="0" algn="ctr">
                        <a:lnSpc>
                          <a:spcPct val="100000"/>
                        </a:lnSpc>
                        <a:spcBef>
                          <a:spcPts val="0"/>
                        </a:spcBef>
                        <a:spcAft>
                          <a:spcPts val="0"/>
                        </a:spcAft>
                      </a:pPr>
                      <a:r>
                        <a:rPr lang="en-US" altLang="zh-CN" sz="1000" b="0" spc="130">
                          <a:solidFill>
                            <a:srgbClr val="404040"/>
                          </a:solidFill>
                          <a:latin typeface="微软雅黑" panose="020B0503020204020204" pitchFamily="34" charset="-122"/>
                          <a:ea typeface="微软雅黑" panose="020B0503020204020204" pitchFamily="34" charset="-122"/>
                        </a:rPr>
                        <a:t>XXXXX</a:t>
                      </a:r>
                      <a:endParaRPr lang="en-US" altLang="zh-CN" sz="1000" b="0" spc="130">
                        <a:solidFill>
                          <a:srgbClr val="404040"/>
                        </a:solidFill>
                        <a:latin typeface="微软雅黑" panose="020B0503020204020204" pitchFamily="34" charset="-122"/>
                        <a:ea typeface="微软雅黑" panose="020B0503020204020204" pitchFamily="34" charset="-122"/>
                      </a:endParaRPr>
                    </a:p>
                  </a:txBody>
                  <a:tcPr marL="215900" marR="215900" marT="133350" marB="133350" anchor="ctr">
                    <a:lnL w="3175">
                      <a:solidFill>
                        <a:srgbClr val="E34D4D"/>
                      </a:solidFill>
                      <a:prstDash val="dot"/>
                    </a:lnL>
                    <a:lnR w="3175">
                      <a:solidFill>
                        <a:srgbClr val="E34D4D"/>
                      </a:solidFill>
                      <a:prstDash val="dot"/>
                    </a:lnR>
                    <a:lnT w="19050">
                      <a:solidFill>
                        <a:srgbClr val="E34D4D"/>
                      </a:solidFill>
                      <a:prstDash val="solid"/>
                    </a:lnT>
                    <a:lnB w="3175">
                      <a:solidFill>
                        <a:srgbClr val="E34D4D"/>
                      </a:solidFill>
                      <a:prstDash val="dot"/>
                    </a:lnB>
                    <a:solidFill>
                      <a:srgbClr val="F2F2F2"/>
                    </a:solidFill>
                  </a:tcPr>
                </a:tc>
                <a:tc>
                  <a:txBody>
                    <a:bodyPr/>
                    <a:lstStyle/>
                    <a:p>
                      <a:pPr indent="0" algn="l">
                        <a:lnSpc>
                          <a:spcPct val="120000"/>
                        </a:lnSpc>
                        <a:spcBef>
                          <a:spcPts val="0"/>
                        </a:spcBef>
                        <a:spcAft>
                          <a:spcPts val="0"/>
                        </a:spcAft>
                        <a:buFont typeface="+mj-lt"/>
                        <a:buNone/>
                      </a:pPr>
                      <a:r>
                        <a:rPr lang="en-US" altLang="zh-CN" sz="1000" b="0" spc="130">
                          <a:solidFill>
                            <a:srgbClr val="404040"/>
                          </a:solidFill>
                          <a:latin typeface="微软雅黑" panose="020B0503020204020204" pitchFamily="34" charset="-122"/>
                          <a:ea typeface="微软雅黑" panose="020B0503020204020204" pitchFamily="34" charset="-122"/>
                        </a:rPr>
                        <a:t>Java</a:t>
                      </a:r>
                      <a:r>
                        <a:rPr lang="zh-CN" altLang="en-US" sz="1000" b="0" spc="130">
                          <a:solidFill>
                            <a:srgbClr val="404040"/>
                          </a:solidFill>
                          <a:latin typeface="微软雅黑" panose="020B0503020204020204" pitchFamily="34" charset="-122"/>
                          <a:ea typeface="微软雅黑" panose="020B0503020204020204" pitchFamily="34" charset="-122"/>
                        </a:rPr>
                        <a:t>工程师</a:t>
                      </a:r>
                      <a:endParaRPr lang="zh-CN" altLang="en-US" sz="1000" b="0" spc="130">
                        <a:solidFill>
                          <a:srgbClr val="404040"/>
                        </a:solidFill>
                        <a:latin typeface="微软雅黑" panose="020B0503020204020204" pitchFamily="34" charset="-122"/>
                        <a:ea typeface="微软雅黑" panose="020B0503020204020204" pitchFamily="34" charset="-122"/>
                      </a:endParaRPr>
                    </a:p>
                  </a:txBody>
                  <a:tcPr marL="215900" marR="215900" marT="133350" marB="133350" anchor="ctr">
                    <a:lnL w="3175">
                      <a:solidFill>
                        <a:srgbClr val="E34D4D"/>
                      </a:solidFill>
                      <a:prstDash val="dot"/>
                    </a:lnL>
                    <a:lnR w="3175">
                      <a:solidFill>
                        <a:srgbClr val="E34D4D"/>
                      </a:solidFill>
                      <a:prstDash val="dot"/>
                    </a:lnR>
                    <a:lnT w="19050">
                      <a:solidFill>
                        <a:srgbClr val="E34D4D"/>
                      </a:solidFill>
                      <a:prstDash val="solid"/>
                    </a:lnT>
                    <a:lnB w="3175">
                      <a:solidFill>
                        <a:srgbClr val="E34D4D"/>
                      </a:solidFill>
                      <a:prstDash val="dot"/>
                    </a:lnB>
                    <a:solidFill>
                      <a:srgbClr val="F2F2F2"/>
                    </a:solidFill>
                  </a:tcPr>
                </a:tc>
                <a:tc>
                  <a:txBody>
                    <a:bodyPr/>
                    <a:lstStyle/>
                    <a:p>
                      <a:pPr marL="228600" indent="-228600" algn="l">
                        <a:lnSpc>
                          <a:spcPct val="100000"/>
                        </a:lnSpc>
                        <a:spcBef>
                          <a:spcPts val="0"/>
                        </a:spcBef>
                        <a:spcAft>
                          <a:spcPts val="0"/>
                        </a:spcAft>
                        <a:buFont typeface="+mj-lt"/>
                        <a:buAutoNum type="arabicPeriod"/>
                      </a:pPr>
                      <a:r>
                        <a:rPr lang="en-US" altLang="zh-CN" sz="1000" b="0" spc="130" dirty="0">
                          <a:solidFill>
                            <a:srgbClr val="404040"/>
                          </a:solidFill>
                          <a:latin typeface="微软雅黑" panose="020B0503020204020204" pitchFamily="34" charset="-122"/>
                          <a:ea typeface="微软雅黑" panose="020B0503020204020204" pitchFamily="34" charset="-122"/>
                        </a:rPr>
                        <a:t>XXXXX</a:t>
                      </a:r>
                      <a:endParaRPr lang="en-US" altLang="zh-CN" sz="1000" b="0" spc="130" dirty="0">
                        <a:solidFill>
                          <a:srgbClr val="404040"/>
                        </a:solidFill>
                        <a:latin typeface="微软雅黑" panose="020B0503020204020204" pitchFamily="34" charset="-122"/>
                        <a:ea typeface="微软雅黑" panose="020B0503020204020204" pitchFamily="34" charset="-122"/>
                      </a:endParaRPr>
                    </a:p>
                    <a:p>
                      <a:pPr marL="228600" indent="-228600" algn="l">
                        <a:lnSpc>
                          <a:spcPct val="100000"/>
                        </a:lnSpc>
                        <a:spcBef>
                          <a:spcPts val="0"/>
                        </a:spcBef>
                        <a:spcAft>
                          <a:spcPts val="0"/>
                        </a:spcAft>
                        <a:buFont typeface="+mj-lt"/>
                        <a:buAutoNum type="arabicPeriod"/>
                      </a:pPr>
                      <a:r>
                        <a:rPr lang="en-US" altLang="zh-CN" sz="1000" b="0" spc="130" dirty="0">
                          <a:solidFill>
                            <a:srgbClr val="404040"/>
                          </a:solidFill>
                          <a:latin typeface="微软雅黑" panose="020B0503020204020204" pitchFamily="34" charset="-122"/>
                          <a:ea typeface="微软雅黑" panose="020B0503020204020204" pitchFamily="34" charset="-122"/>
                        </a:rPr>
                        <a:t>XXXXX</a:t>
                      </a:r>
                      <a:endParaRPr lang="en-US" altLang="zh-CN" sz="1000" b="0" spc="130" dirty="0">
                        <a:solidFill>
                          <a:srgbClr val="404040"/>
                        </a:solidFill>
                        <a:latin typeface="微软雅黑" panose="020B0503020204020204" pitchFamily="34" charset="-122"/>
                        <a:ea typeface="微软雅黑" panose="020B0503020204020204" pitchFamily="34" charset="-122"/>
                      </a:endParaRPr>
                    </a:p>
                    <a:p>
                      <a:pPr marL="228600" indent="-228600" algn="l">
                        <a:lnSpc>
                          <a:spcPct val="100000"/>
                        </a:lnSpc>
                        <a:spcBef>
                          <a:spcPts val="0"/>
                        </a:spcBef>
                        <a:spcAft>
                          <a:spcPts val="0"/>
                        </a:spcAft>
                        <a:buFont typeface="+mj-lt"/>
                        <a:buAutoNum type="arabicPeriod"/>
                      </a:pPr>
                      <a:r>
                        <a:rPr lang="en-US" altLang="zh-CN" sz="1000" b="0" spc="130" dirty="0">
                          <a:solidFill>
                            <a:srgbClr val="404040"/>
                          </a:solidFill>
                          <a:latin typeface="微软雅黑" panose="020B0503020204020204" pitchFamily="34" charset="-122"/>
                          <a:ea typeface="微软雅黑" panose="020B0503020204020204" pitchFamily="34" charset="-122"/>
                        </a:rPr>
                        <a:t>XXXXX</a:t>
                      </a:r>
                      <a:endParaRPr lang="en-US" altLang="zh-CN" sz="1000" b="0" spc="130" dirty="0">
                        <a:solidFill>
                          <a:srgbClr val="404040"/>
                        </a:solidFill>
                        <a:latin typeface="微软雅黑" panose="020B0503020204020204" pitchFamily="34" charset="-122"/>
                        <a:ea typeface="微软雅黑" panose="020B0503020204020204" pitchFamily="34" charset="-122"/>
                      </a:endParaRPr>
                    </a:p>
                    <a:p>
                      <a:pPr marL="228600" indent="-228600" algn="l">
                        <a:lnSpc>
                          <a:spcPct val="120000"/>
                        </a:lnSpc>
                        <a:spcBef>
                          <a:spcPts val="0"/>
                        </a:spcBef>
                        <a:spcAft>
                          <a:spcPts val="0"/>
                        </a:spcAft>
                        <a:buFont typeface="+mj-lt"/>
                        <a:buAutoNum type="arabicPeriod"/>
                      </a:pPr>
                      <a:endParaRPr lang="en-US" altLang="zh-CN" sz="1000" b="0" spc="130" dirty="0">
                        <a:solidFill>
                          <a:srgbClr val="404040"/>
                        </a:solidFill>
                        <a:latin typeface="微软雅黑" panose="020B0503020204020204" pitchFamily="34" charset="-122"/>
                        <a:ea typeface="微软雅黑" panose="020B0503020204020204" pitchFamily="34" charset="-122"/>
                      </a:endParaRPr>
                    </a:p>
                  </a:txBody>
                  <a:tcPr marL="215900" marR="215900" marT="133350" marB="133350" anchor="ctr">
                    <a:lnL w="3175">
                      <a:solidFill>
                        <a:srgbClr val="E34D4D"/>
                      </a:solidFill>
                      <a:prstDash val="dot"/>
                    </a:lnL>
                    <a:lnR w="3175" cap="flat" cmpd="sng" algn="ctr">
                      <a:solidFill>
                        <a:srgbClr val="E34D4D"/>
                      </a:solidFill>
                      <a:prstDash val="dot"/>
                      <a:round/>
                      <a:headEnd type="none" w="med" len="med"/>
                      <a:tailEnd type="none" w="med" len="med"/>
                    </a:lnR>
                    <a:lnT w="19050">
                      <a:solidFill>
                        <a:srgbClr val="E34D4D"/>
                      </a:solidFill>
                      <a:prstDash val="solid"/>
                    </a:lnT>
                    <a:lnB w="3175">
                      <a:solidFill>
                        <a:srgbClr val="E34D4D"/>
                      </a:solidFill>
                      <a:prstDash val="dot"/>
                    </a:lnB>
                    <a:solidFill>
                      <a:srgbClr val="F2F2F2"/>
                    </a:solidFill>
                  </a:tcPr>
                </a:tc>
                <a:tc>
                  <a:txBody>
                    <a:bodyPr/>
                    <a:lstStyle/>
                    <a:p>
                      <a:pPr marL="228600" indent="-228600" algn="l">
                        <a:lnSpc>
                          <a:spcPct val="120000"/>
                        </a:lnSpc>
                        <a:spcBef>
                          <a:spcPts val="0"/>
                        </a:spcBef>
                        <a:spcAft>
                          <a:spcPts val="0"/>
                        </a:spcAft>
                        <a:buFont typeface="+mj-lt"/>
                        <a:buAutoNum type="arabicPeriod"/>
                      </a:pPr>
                      <a:endParaRPr lang="en-US" altLang="zh-CN" sz="1000" b="0" spc="130" dirty="0">
                        <a:solidFill>
                          <a:srgbClr val="404040"/>
                        </a:solidFill>
                        <a:latin typeface="微软雅黑" panose="020B0503020204020204" pitchFamily="34" charset="-122"/>
                        <a:ea typeface="微软雅黑" panose="020B0503020204020204" pitchFamily="34" charset="-122"/>
                      </a:endParaRPr>
                    </a:p>
                  </a:txBody>
                  <a:tcPr marL="215900" marR="215900" marT="133350" marB="133350" anchor="ctr">
                    <a:lnL w="3175">
                      <a:solidFill>
                        <a:srgbClr val="E34D4D"/>
                      </a:solidFill>
                      <a:prstDash val="dot"/>
                    </a:lnL>
                    <a:lnR w="19050" cap="rnd">
                      <a:solidFill>
                        <a:srgbClr val="E34D4D"/>
                      </a:solidFill>
                      <a:prstDash val="solid"/>
                    </a:lnR>
                    <a:lnT w="19050" cap="flat" cmpd="sng" algn="ctr">
                      <a:solidFill>
                        <a:srgbClr val="E34D4D"/>
                      </a:solidFill>
                      <a:prstDash val="solid"/>
                      <a:round/>
                      <a:headEnd type="none" w="med" len="med"/>
                      <a:tailEnd type="none" w="med" len="med"/>
                    </a:lnT>
                    <a:lnB w="3175" cap="flat" cmpd="sng" algn="ctr">
                      <a:solidFill>
                        <a:srgbClr val="E34D4D"/>
                      </a:solidFill>
                      <a:prstDash val="dot"/>
                      <a:round/>
                      <a:headEnd type="none" w="med" len="med"/>
                      <a:tailEnd type="none" w="med" len="med"/>
                    </a:lnB>
                    <a:solidFill>
                      <a:srgbClr val="F2F2F2"/>
                    </a:solidFill>
                  </a:tcPr>
                </a:tc>
              </a:tr>
              <a:tr h="571500">
                <a:tc>
                  <a:txBody>
                    <a:bodyPr/>
                    <a:lstStyle/>
                    <a:p>
                      <a:pPr indent="0" algn="ctr">
                        <a:lnSpc>
                          <a:spcPct val="100000"/>
                        </a:lnSpc>
                        <a:spcBef>
                          <a:spcPts val="0"/>
                        </a:spcBef>
                        <a:spcAft>
                          <a:spcPts val="0"/>
                        </a:spcAft>
                        <a:buNone/>
                      </a:pPr>
                      <a:r>
                        <a:rPr lang="en-US" altLang="zh-CN" sz="1000" b="0" spc="130">
                          <a:solidFill>
                            <a:srgbClr val="404040"/>
                          </a:solidFill>
                          <a:latin typeface="微软雅黑" panose="020B0503020204020204" pitchFamily="34" charset="-122"/>
                          <a:ea typeface="微软雅黑" panose="020B0503020204020204" pitchFamily="34" charset="-122"/>
                        </a:rPr>
                        <a:t>......</a:t>
                      </a:r>
                      <a:endParaRPr lang="en-US" altLang="zh-CN" sz="1000" b="0" spc="130">
                        <a:solidFill>
                          <a:srgbClr val="404040"/>
                        </a:solidFill>
                        <a:latin typeface="微软雅黑" panose="020B0503020204020204" pitchFamily="34" charset="-122"/>
                        <a:ea typeface="微软雅黑" panose="020B0503020204020204" pitchFamily="34" charset="-122"/>
                      </a:endParaRPr>
                    </a:p>
                  </a:txBody>
                  <a:tcPr marL="215900" marR="215900" marT="133350" marB="133350" anchor="ctr">
                    <a:lnL w="19050" cap="rnd">
                      <a:solidFill>
                        <a:srgbClr val="E34D4D"/>
                      </a:solidFill>
                      <a:prstDash val="solid"/>
                    </a:lnL>
                    <a:lnR w="3175">
                      <a:solidFill>
                        <a:srgbClr val="E34D4D"/>
                      </a:solidFill>
                      <a:prstDash val="dot"/>
                    </a:lnR>
                    <a:lnT w="3175">
                      <a:solidFill>
                        <a:srgbClr val="E34D4D"/>
                      </a:solidFill>
                      <a:prstDash val="dot"/>
                    </a:lnT>
                    <a:lnB w="3175">
                      <a:solidFill>
                        <a:srgbClr val="E34D4D"/>
                      </a:solidFill>
                      <a:prstDash val="dot"/>
                    </a:lnB>
                    <a:solidFill>
                      <a:srgbClr val="FFFFFF"/>
                    </a:solidFill>
                  </a:tcPr>
                </a:tc>
                <a:tc>
                  <a:txBody>
                    <a:bodyPr/>
                    <a:lstStyle/>
                    <a:p>
                      <a:pPr indent="0" algn="ctr">
                        <a:lnSpc>
                          <a:spcPct val="100000"/>
                        </a:lnSpc>
                        <a:spcBef>
                          <a:spcPts val="0"/>
                        </a:spcBef>
                        <a:spcAft>
                          <a:spcPts val="0"/>
                        </a:spcAft>
                        <a:buNone/>
                      </a:pPr>
                      <a:r>
                        <a:rPr lang="en-US" altLang="zh-CN" sz="1000" b="0" spc="130">
                          <a:solidFill>
                            <a:srgbClr val="404040"/>
                          </a:solidFill>
                          <a:latin typeface="微软雅黑" panose="020B0503020204020204" pitchFamily="34" charset="-122"/>
                          <a:ea typeface="微软雅黑" panose="020B0503020204020204" pitchFamily="34" charset="-122"/>
                        </a:rPr>
                        <a:t>......</a:t>
                      </a:r>
                      <a:endParaRPr lang="en-US" altLang="zh-CN" sz="1000" b="0" spc="130">
                        <a:solidFill>
                          <a:srgbClr val="404040"/>
                        </a:solidFill>
                        <a:latin typeface="微软雅黑" panose="020B0503020204020204" pitchFamily="34" charset="-122"/>
                        <a:ea typeface="微软雅黑" panose="020B0503020204020204" pitchFamily="34" charset="-122"/>
                      </a:endParaRPr>
                    </a:p>
                  </a:txBody>
                  <a:tcPr marL="215900" marR="215900" marT="133350" marB="133350" anchor="ctr">
                    <a:lnL w="3175">
                      <a:solidFill>
                        <a:srgbClr val="E34D4D"/>
                      </a:solidFill>
                      <a:prstDash val="dot"/>
                    </a:lnL>
                    <a:lnR w="3175">
                      <a:solidFill>
                        <a:srgbClr val="E34D4D"/>
                      </a:solidFill>
                      <a:prstDash val="dot"/>
                    </a:lnR>
                    <a:lnT w="3175">
                      <a:solidFill>
                        <a:srgbClr val="E34D4D"/>
                      </a:solidFill>
                      <a:prstDash val="dot"/>
                    </a:lnT>
                    <a:lnB w="3175">
                      <a:solidFill>
                        <a:srgbClr val="E34D4D"/>
                      </a:solidFill>
                      <a:prstDash val="dot"/>
                    </a:lnB>
                    <a:solidFill>
                      <a:srgbClr val="FFFFFF"/>
                    </a:solidFill>
                  </a:tcPr>
                </a:tc>
                <a:tc>
                  <a:txBody>
                    <a:bodyPr/>
                    <a:lstStyle/>
                    <a:p>
                      <a:pPr indent="0" algn="ctr">
                        <a:lnSpc>
                          <a:spcPct val="100000"/>
                        </a:lnSpc>
                        <a:spcBef>
                          <a:spcPts val="0"/>
                        </a:spcBef>
                        <a:spcAft>
                          <a:spcPts val="0"/>
                        </a:spcAft>
                        <a:buFont typeface="+mj-lt"/>
                        <a:buNone/>
                      </a:pPr>
                      <a:r>
                        <a:rPr lang="en-US" altLang="zh-CN" sz="1000" b="0" spc="130">
                          <a:solidFill>
                            <a:srgbClr val="404040"/>
                          </a:solidFill>
                          <a:latin typeface="微软雅黑" panose="020B0503020204020204" pitchFamily="34" charset="-122"/>
                          <a:ea typeface="微软雅黑" panose="020B0503020204020204" pitchFamily="34" charset="-122"/>
                        </a:rPr>
                        <a:t>......</a:t>
                      </a:r>
                      <a:endParaRPr lang="en-US" altLang="zh-CN" sz="1000" b="0" spc="130">
                        <a:solidFill>
                          <a:srgbClr val="404040"/>
                        </a:solidFill>
                        <a:latin typeface="微软雅黑" panose="020B0503020204020204" pitchFamily="34" charset="-122"/>
                        <a:ea typeface="微软雅黑" panose="020B0503020204020204" pitchFamily="34" charset="-122"/>
                      </a:endParaRPr>
                    </a:p>
                  </a:txBody>
                  <a:tcPr marL="215900" marR="215900" marT="133350" marB="133350" anchor="ctr">
                    <a:lnL w="3175">
                      <a:solidFill>
                        <a:srgbClr val="E34D4D"/>
                      </a:solidFill>
                      <a:prstDash val="dot"/>
                    </a:lnL>
                    <a:lnR w="3175">
                      <a:solidFill>
                        <a:srgbClr val="E34D4D"/>
                      </a:solidFill>
                      <a:prstDash val="dot"/>
                    </a:lnR>
                    <a:lnT w="3175">
                      <a:solidFill>
                        <a:srgbClr val="E34D4D"/>
                      </a:solidFill>
                      <a:prstDash val="dot"/>
                    </a:lnT>
                    <a:lnB w="3175">
                      <a:solidFill>
                        <a:srgbClr val="E34D4D"/>
                      </a:solidFill>
                      <a:prstDash val="dot"/>
                    </a:lnB>
                    <a:solidFill>
                      <a:srgbClr val="FFFFFF"/>
                    </a:solidFill>
                  </a:tcPr>
                </a:tc>
                <a:tc>
                  <a:txBody>
                    <a:bodyPr/>
                    <a:lstStyle/>
                    <a:p>
                      <a:pPr marL="228600" indent="-228600" algn="l">
                        <a:lnSpc>
                          <a:spcPct val="100000"/>
                        </a:lnSpc>
                        <a:spcBef>
                          <a:spcPts val="0"/>
                        </a:spcBef>
                        <a:spcAft>
                          <a:spcPts val="0"/>
                        </a:spcAft>
                        <a:buFont typeface="+mj-lt"/>
                        <a:buAutoNum type="arabicPeriod"/>
                      </a:pPr>
                      <a:r>
                        <a:rPr lang="en-US" altLang="zh-CN" sz="1000" b="0" spc="130">
                          <a:solidFill>
                            <a:srgbClr val="404040"/>
                          </a:solidFill>
                          <a:latin typeface="微软雅黑" panose="020B0503020204020204" pitchFamily="34" charset="-122"/>
                          <a:ea typeface="微软雅黑" panose="020B0503020204020204" pitchFamily="34" charset="-122"/>
                        </a:rPr>
                        <a:t>XXXXX</a:t>
                      </a:r>
                      <a:endParaRPr lang="en-US" altLang="zh-CN" sz="1000" b="0" spc="130">
                        <a:solidFill>
                          <a:srgbClr val="404040"/>
                        </a:solidFill>
                        <a:latin typeface="微软雅黑" panose="020B0503020204020204" pitchFamily="34" charset="-122"/>
                        <a:ea typeface="微软雅黑" panose="020B0503020204020204" pitchFamily="34" charset="-122"/>
                      </a:endParaRPr>
                    </a:p>
                    <a:p>
                      <a:pPr marL="228600" indent="-228600" algn="l">
                        <a:lnSpc>
                          <a:spcPct val="100000"/>
                        </a:lnSpc>
                        <a:spcBef>
                          <a:spcPts val="0"/>
                        </a:spcBef>
                        <a:spcAft>
                          <a:spcPts val="0"/>
                        </a:spcAft>
                        <a:buFont typeface="+mj-lt"/>
                        <a:buAutoNum type="arabicPeriod"/>
                      </a:pPr>
                      <a:r>
                        <a:rPr lang="en-US" altLang="zh-CN" sz="1000" b="0" spc="130">
                          <a:solidFill>
                            <a:srgbClr val="404040"/>
                          </a:solidFill>
                          <a:latin typeface="微软雅黑" panose="020B0503020204020204" pitchFamily="34" charset="-122"/>
                          <a:ea typeface="微软雅黑" panose="020B0503020204020204" pitchFamily="34" charset="-122"/>
                        </a:rPr>
                        <a:t>XXXXX</a:t>
                      </a:r>
                      <a:endParaRPr lang="en-US" altLang="zh-CN" sz="1000" b="0" spc="130">
                        <a:solidFill>
                          <a:srgbClr val="404040"/>
                        </a:solidFill>
                        <a:latin typeface="微软雅黑" panose="020B0503020204020204" pitchFamily="34" charset="-122"/>
                        <a:ea typeface="微软雅黑" panose="020B0503020204020204" pitchFamily="34" charset="-122"/>
                      </a:endParaRPr>
                    </a:p>
                  </a:txBody>
                  <a:tcPr marL="215900" marR="215900" marT="133350" marB="133350" anchor="ctr">
                    <a:lnL w="3175">
                      <a:solidFill>
                        <a:srgbClr val="E34D4D"/>
                      </a:solidFill>
                      <a:prstDash val="dot"/>
                    </a:lnL>
                    <a:lnR w="3175" cap="flat" cmpd="sng" algn="ctr">
                      <a:solidFill>
                        <a:srgbClr val="E34D4D"/>
                      </a:solidFill>
                      <a:prstDash val="dot"/>
                      <a:round/>
                      <a:headEnd type="none" w="med" len="med"/>
                      <a:tailEnd type="none" w="med" len="med"/>
                    </a:lnR>
                    <a:lnT w="3175">
                      <a:solidFill>
                        <a:srgbClr val="E34D4D"/>
                      </a:solidFill>
                      <a:prstDash val="dot"/>
                    </a:lnT>
                    <a:lnB w="3175">
                      <a:solidFill>
                        <a:srgbClr val="E34D4D"/>
                      </a:solidFill>
                      <a:prstDash val="dot"/>
                    </a:lnB>
                    <a:solidFill>
                      <a:srgbClr val="FFFFFF"/>
                    </a:solidFill>
                  </a:tcPr>
                </a:tc>
                <a:tc>
                  <a:txBody>
                    <a:bodyPr/>
                    <a:lstStyle/>
                    <a:p>
                      <a:pPr marL="228600" indent="-228600" algn="l">
                        <a:lnSpc>
                          <a:spcPct val="100000"/>
                        </a:lnSpc>
                        <a:spcBef>
                          <a:spcPts val="0"/>
                        </a:spcBef>
                        <a:spcAft>
                          <a:spcPts val="0"/>
                        </a:spcAft>
                        <a:buFont typeface="+mj-lt"/>
                        <a:buAutoNum type="arabicPeriod"/>
                      </a:pPr>
                      <a:endParaRPr lang="en-US" altLang="zh-CN" sz="1000" b="0" spc="130">
                        <a:solidFill>
                          <a:srgbClr val="404040"/>
                        </a:solidFill>
                        <a:latin typeface="微软雅黑" panose="020B0503020204020204" pitchFamily="34" charset="-122"/>
                        <a:ea typeface="微软雅黑" panose="020B0503020204020204" pitchFamily="34" charset="-122"/>
                      </a:endParaRPr>
                    </a:p>
                  </a:txBody>
                  <a:tcPr marL="215900" marR="215900" marT="133350" marB="133350" anchor="ctr">
                    <a:lnL w="3175">
                      <a:solidFill>
                        <a:srgbClr val="E34D4D"/>
                      </a:solidFill>
                      <a:prstDash val="dot"/>
                    </a:lnL>
                    <a:lnR w="19050" cap="rnd">
                      <a:solidFill>
                        <a:srgbClr val="E34D4D"/>
                      </a:solidFill>
                      <a:prstDash val="solid"/>
                    </a:lnR>
                    <a:lnT w="3175" cap="flat" cmpd="sng" algn="ctr">
                      <a:solidFill>
                        <a:srgbClr val="E34D4D"/>
                      </a:solidFill>
                      <a:prstDash val="dot"/>
                      <a:round/>
                      <a:headEnd type="none" w="med" len="med"/>
                      <a:tailEnd type="none" w="med" len="med"/>
                    </a:lnT>
                    <a:lnB w="3175" cap="flat" cmpd="sng" algn="ctr">
                      <a:solidFill>
                        <a:srgbClr val="E34D4D"/>
                      </a:solidFill>
                      <a:prstDash val="dot"/>
                      <a:round/>
                      <a:headEnd type="none" w="med" len="med"/>
                      <a:tailEnd type="none" w="med" len="med"/>
                    </a:lnB>
                    <a:solidFill>
                      <a:srgbClr val="FFFFFF"/>
                    </a:solidFill>
                  </a:tcPr>
                </a:tc>
              </a:tr>
              <a:tr h="419100">
                <a:tc>
                  <a:txBody>
                    <a:bodyPr/>
                    <a:lstStyle/>
                    <a:p>
                      <a:pPr indent="0" algn="ctr">
                        <a:lnSpc>
                          <a:spcPct val="100000"/>
                        </a:lnSpc>
                        <a:spcBef>
                          <a:spcPts val="0"/>
                        </a:spcBef>
                        <a:spcAft>
                          <a:spcPts val="0"/>
                        </a:spcAft>
                        <a:buNone/>
                      </a:pPr>
                      <a:endParaRPr lang="en-US" altLang="zh-CN" sz="1000" b="0" spc="130">
                        <a:solidFill>
                          <a:srgbClr val="404040"/>
                        </a:solidFill>
                        <a:latin typeface="微软雅黑" panose="020B0503020204020204" pitchFamily="34" charset="-122"/>
                        <a:ea typeface="微软雅黑" panose="020B0503020204020204" pitchFamily="34" charset="-122"/>
                      </a:endParaRPr>
                    </a:p>
                  </a:txBody>
                  <a:tcPr marL="215900" marR="215900" marT="133350" marB="133350" anchor="ctr">
                    <a:lnL w="19050" cap="rnd">
                      <a:solidFill>
                        <a:srgbClr val="E34D4D"/>
                      </a:solidFill>
                      <a:prstDash val="solid"/>
                    </a:lnL>
                    <a:lnR w="3175">
                      <a:solidFill>
                        <a:srgbClr val="E34D4D"/>
                      </a:solidFill>
                      <a:prstDash val="dot"/>
                    </a:lnR>
                    <a:lnT w="3175">
                      <a:solidFill>
                        <a:srgbClr val="E34D4D"/>
                      </a:solidFill>
                      <a:prstDash val="dot"/>
                    </a:lnT>
                    <a:lnB w="3175">
                      <a:solidFill>
                        <a:srgbClr val="E34D4D"/>
                      </a:solidFill>
                      <a:prstDash val="dot"/>
                    </a:lnB>
                    <a:solidFill>
                      <a:srgbClr val="F2F2F2"/>
                    </a:solidFill>
                  </a:tcPr>
                </a:tc>
                <a:tc>
                  <a:txBody>
                    <a:bodyPr/>
                    <a:lstStyle/>
                    <a:p>
                      <a:pPr indent="0" algn="ctr">
                        <a:lnSpc>
                          <a:spcPct val="100000"/>
                        </a:lnSpc>
                        <a:spcBef>
                          <a:spcPts val="0"/>
                        </a:spcBef>
                        <a:spcAft>
                          <a:spcPts val="0"/>
                        </a:spcAft>
                        <a:buNone/>
                      </a:pPr>
                      <a:endParaRPr lang="zh-CN" altLang="en-US" sz="1000" b="0" spc="130">
                        <a:solidFill>
                          <a:srgbClr val="404040"/>
                        </a:solidFill>
                        <a:latin typeface="微软雅黑" panose="020B0503020204020204" pitchFamily="34" charset="-122"/>
                        <a:ea typeface="微软雅黑" panose="020B0503020204020204" pitchFamily="34" charset="-122"/>
                      </a:endParaRPr>
                    </a:p>
                  </a:txBody>
                  <a:tcPr marL="215900" marR="215900" marT="133350" marB="133350" anchor="ctr">
                    <a:lnL w="3175">
                      <a:solidFill>
                        <a:srgbClr val="E34D4D"/>
                      </a:solidFill>
                      <a:prstDash val="dot"/>
                    </a:lnL>
                    <a:lnR w="3175">
                      <a:solidFill>
                        <a:srgbClr val="E34D4D"/>
                      </a:solidFill>
                      <a:prstDash val="dot"/>
                    </a:lnR>
                    <a:lnT w="3175">
                      <a:solidFill>
                        <a:srgbClr val="E34D4D"/>
                      </a:solidFill>
                      <a:prstDash val="dot"/>
                    </a:lnT>
                    <a:lnB w="3175">
                      <a:solidFill>
                        <a:srgbClr val="E34D4D"/>
                      </a:solidFill>
                      <a:prstDash val="dot"/>
                    </a:lnB>
                    <a:solidFill>
                      <a:srgbClr val="F2F2F2"/>
                    </a:solidFill>
                  </a:tcPr>
                </a:tc>
                <a:tc>
                  <a:txBody>
                    <a:bodyPr/>
                    <a:lstStyle/>
                    <a:p>
                      <a:pPr indent="0" algn="l">
                        <a:lnSpc>
                          <a:spcPct val="100000"/>
                        </a:lnSpc>
                        <a:spcBef>
                          <a:spcPts val="0"/>
                        </a:spcBef>
                        <a:spcAft>
                          <a:spcPts val="0"/>
                        </a:spcAft>
                        <a:buFont typeface="+mj-lt"/>
                        <a:buNone/>
                      </a:pPr>
                      <a:endParaRPr lang="en-US" altLang="zh-CN" sz="1000" b="0" spc="130" dirty="0">
                        <a:solidFill>
                          <a:srgbClr val="404040"/>
                        </a:solidFill>
                        <a:latin typeface="微软雅黑" panose="020B0503020204020204" pitchFamily="34" charset="-122"/>
                        <a:ea typeface="微软雅黑" panose="020B0503020204020204" pitchFamily="34" charset="-122"/>
                      </a:endParaRPr>
                    </a:p>
                  </a:txBody>
                  <a:tcPr marL="215900" marR="215900" marT="133350" marB="133350" anchor="ctr">
                    <a:lnL w="3175">
                      <a:solidFill>
                        <a:srgbClr val="E34D4D"/>
                      </a:solidFill>
                      <a:prstDash val="dot"/>
                    </a:lnL>
                    <a:lnR w="3175">
                      <a:solidFill>
                        <a:srgbClr val="E34D4D"/>
                      </a:solidFill>
                      <a:prstDash val="dot"/>
                    </a:lnR>
                    <a:lnT w="3175">
                      <a:solidFill>
                        <a:srgbClr val="E34D4D"/>
                      </a:solidFill>
                      <a:prstDash val="dot"/>
                    </a:lnT>
                    <a:lnB w="3175">
                      <a:solidFill>
                        <a:srgbClr val="E34D4D"/>
                      </a:solidFill>
                      <a:prstDash val="dot"/>
                    </a:lnB>
                    <a:solidFill>
                      <a:srgbClr val="F2F2F2"/>
                    </a:solidFill>
                  </a:tcPr>
                </a:tc>
                <a:tc>
                  <a:txBody>
                    <a:bodyPr/>
                    <a:lstStyle/>
                    <a:p>
                      <a:pPr marL="228600" indent="-228600" algn="l">
                        <a:lnSpc>
                          <a:spcPct val="100000"/>
                        </a:lnSpc>
                        <a:spcBef>
                          <a:spcPts val="0"/>
                        </a:spcBef>
                        <a:spcAft>
                          <a:spcPts val="0"/>
                        </a:spcAft>
                        <a:buFont typeface="+mj-lt"/>
                        <a:buAutoNum type="arabicPeriod"/>
                      </a:pPr>
                      <a:endParaRPr lang="en-US" altLang="zh-CN" sz="1000" b="0" spc="130">
                        <a:solidFill>
                          <a:srgbClr val="404040"/>
                        </a:solidFill>
                        <a:latin typeface="微软雅黑" panose="020B0503020204020204" pitchFamily="34" charset="-122"/>
                        <a:ea typeface="微软雅黑" panose="020B0503020204020204" pitchFamily="34" charset="-122"/>
                      </a:endParaRPr>
                    </a:p>
                  </a:txBody>
                  <a:tcPr marL="215900" marR="215900" marT="133350" marB="133350" anchor="ctr">
                    <a:lnL w="3175">
                      <a:solidFill>
                        <a:srgbClr val="E34D4D"/>
                      </a:solidFill>
                      <a:prstDash val="dot"/>
                    </a:lnL>
                    <a:lnR w="3175" cap="flat" cmpd="sng" algn="ctr">
                      <a:solidFill>
                        <a:srgbClr val="E34D4D"/>
                      </a:solidFill>
                      <a:prstDash val="dot"/>
                      <a:round/>
                      <a:headEnd type="none" w="med" len="med"/>
                      <a:tailEnd type="none" w="med" len="med"/>
                    </a:lnR>
                    <a:lnT w="3175">
                      <a:solidFill>
                        <a:srgbClr val="E34D4D"/>
                      </a:solidFill>
                      <a:prstDash val="dot"/>
                    </a:lnT>
                    <a:lnB w="3175">
                      <a:solidFill>
                        <a:srgbClr val="E34D4D"/>
                      </a:solidFill>
                      <a:prstDash val="dot"/>
                    </a:lnB>
                    <a:solidFill>
                      <a:srgbClr val="F2F2F2"/>
                    </a:solidFill>
                  </a:tcPr>
                </a:tc>
                <a:tc>
                  <a:txBody>
                    <a:bodyPr/>
                    <a:lstStyle/>
                    <a:p>
                      <a:pPr marL="228600" indent="-228600" algn="l">
                        <a:lnSpc>
                          <a:spcPct val="100000"/>
                        </a:lnSpc>
                        <a:spcBef>
                          <a:spcPts val="0"/>
                        </a:spcBef>
                        <a:spcAft>
                          <a:spcPts val="0"/>
                        </a:spcAft>
                        <a:buFont typeface="+mj-lt"/>
                        <a:buAutoNum type="arabicPeriod"/>
                      </a:pPr>
                      <a:endParaRPr lang="en-US" altLang="zh-CN" sz="1000" b="0" spc="130">
                        <a:solidFill>
                          <a:srgbClr val="404040"/>
                        </a:solidFill>
                        <a:latin typeface="微软雅黑" panose="020B0503020204020204" pitchFamily="34" charset="-122"/>
                        <a:ea typeface="微软雅黑" panose="020B0503020204020204" pitchFamily="34" charset="-122"/>
                      </a:endParaRPr>
                    </a:p>
                  </a:txBody>
                  <a:tcPr marL="215900" marR="215900" marT="133350" marB="133350" anchor="ctr">
                    <a:lnL w="3175">
                      <a:solidFill>
                        <a:srgbClr val="E34D4D"/>
                      </a:solidFill>
                      <a:prstDash val="dot"/>
                    </a:lnL>
                    <a:lnR w="19050" cap="rnd">
                      <a:solidFill>
                        <a:srgbClr val="E34D4D"/>
                      </a:solidFill>
                      <a:prstDash val="solid"/>
                    </a:lnR>
                    <a:lnT w="3175" cap="flat" cmpd="sng" algn="ctr">
                      <a:solidFill>
                        <a:srgbClr val="E34D4D"/>
                      </a:solidFill>
                      <a:prstDash val="dot"/>
                      <a:round/>
                      <a:headEnd type="none" w="med" len="med"/>
                      <a:tailEnd type="none" w="med" len="med"/>
                    </a:lnT>
                    <a:lnB w="3175" cap="flat" cmpd="sng" algn="ctr">
                      <a:solidFill>
                        <a:srgbClr val="E34D4D"/>
                      </a:solidFill>
                      <a:prstDash val="dot"/>
                      <a:round/>
                      <a:headEnd type="none" w="med" len="med"/>
                      <a:tailEnd type="none" w="med" len="med"/>
                    </a:lnB>
                    <a:solidFill>
                      <a:srgbClr val="F2F2F2"/>
                    </a:solidFill>
                  </a:tcPr>
                </a:tc>
              </a:tr>
              <a:tr h="419100">
                <a:tc>
                  <a:txBody>
                    <a:bodyPr/>
                    <a:lstStyle/>
                    <a:p>
                      <a:pPr indent="0" algn="ctr">
                        <a:lnSpc>
                          <a:spcPct val="100000"/>
                        </a:lnSpc>
                        <a:spcBef>
                          <a:spcPts val="0"/>
                        </a:spcBef>
                        <a:spcAft>
                          <a:spcPts val="0"/>
                        </a:spcAft>
                        <a:buNone/>
                      </a:pPr>
                      <a:endParaRPr lang="zh-CN" altLang="en-US" sz="1000" b="0" spc="130">
                        <a:solidFill>
                          <a:srgbClr val="404040"/>
                        </a:solidFill>
                        <a:latin typeface="微软雅黑" panose="020B0503020204020204" pitchFamily="34" charset="-122"/>
                        <a:ea typeface="微软雅黑" panose="020B0503020204020204" pitchFamily="34" charset="-122"/>
                      </a:endParaRPr>
                    </a:p>
                  </a:txBody>
                  <a:tcPr marL="215900" marR="215900" marT="133350" marB="133350" anchor="ctr">
                    <a:lnL w="19050" cap="rnd">
                      <a:solidFill>
                        <a:srgbClr val="E34D4D"/>
                      </a:solidFill>
                      <a:prstDash val="solid"/>
                    </a:lnL>
                    <a:lnR w="3175">
                      <a:solidFill>
                        <a:srgbClr val="E34D4D"/>
                      </a:solidFill>
                      <a:prstDash val="dot"/>
                    </a:lnR>
                    <a:lnT w="3175">
                      <a:solidFill>
                        <a:srgbClr val="E34D4D"/>
                      </a:solidFill>
                      <a:prstDash val="dot"/>
                    </a:lnT>
                    <a:lnB w="19050" cap="rnd">
                      <a:solidFill>
                        <a:srgbClr val="E34D4D"/>
                      </a:solidFill>
                      <a:prstDash val="solid"/>
                    </a:lnB>
                    <a:solidFill>
                      <a:srgbClr val="FFFFFF"/>
                    </a:solidFill>
                  </a:tcPr>
                </a:tc>
                <a:tc>
                  <a:txBody>
                    <a:bodyPr/>
                    <a:lstStyle/>
                    <a:p>
                      <a:pPr indent="0" algn="ctr">
                        <a:lnSpc>
                          <a:spcPct val="100000"/>
                        </a:lnSpc>
                        <a:spcBef>
                          <a:spcPts val="0"/>
                        </a:spcBef>
                        <a:spcAft>
                          <a:spcPts val="0"/>
                        </a:spcAft>
                        <a:buNone/>
                      </a:pPr>
                      <a:endParaRPr lang="zh-CN" altLang="en-US" sz="1000" b="0" spc="130">
                        <a:solidFill>
                          <a:srgbClr val="404040"/>
                        </a:solidFill>
                        <a:latin typeface="微软雅黑" panose="020B0503020204020204" pitchFamily="34" charset="-122"/>
                        <a:ea typeface="微软雅黑" panose="020B0503020204020204" pitchFamily="34" charset="-122"/>
                      </a:endParaRPr>
                    </a:p>
                  </a:txBody>
                  <a:tcPr marL="215900" marR="215900" marT="133350" marB="133350" anchor="ctr">
                    <a:lnL w="3175">
                      <a:solidFill>
                        <a:srgbClr val="E34D4D"/>
                      </a:solidFill>
                      <a:prstDash val="dot"/>
                    </a:lnL>
                    <a:lnR w="3175">
                      <a:solidFill>
                        <a:srgbClr val="E34D4D"/>
                      </a:solidFill>
                      <a:prstDash val="dot"/>
                    </a:lnR>
                    <a:lnT w="3175">
                      <a:solidFill>
                        <a:srgbClr val="E34D4D"/>
                      </a:solidFill>
                      <a:prstDash val="dot"/>
                    </a:lnT>
                    <a:lnB w="19050" cap="rnd">
                      <a:solidFill>
                        <a:srgbClr val="E34D4D"/>
                      </a:solidFill>
                      <a:prstDash val="solid"/>
                    </a:lnB>
                    <a:solidFill>
                      <a:srgbClr val="FFFFFF"/>
                    </a:solidFill>
                  </a:tcPr>
                </a:tc>
                <a:tc>
                  <a:txBody>
                    <a:bodyPr/>
                    <a:lstStyle/>
                    <a:p>
                      <a:pPr indent="0" algn="l">
                        <a:lnSpc>
                          <a:spcPct val="100000"/>
                        </a:lnSpc>
                        <a:spcBef>
                          <a:spcPts val="0"/>
                        </a:spcBef>
                        <a:spcAft>
                          <a:spcPts val="0"/>
                        </a:spcAft>
                        <a:buFont typeface="+mj-lt"/>
                        <a:buNone/>
                      </a:pPr>
                      <a:endParaRPr lang="en-US" altLang="zh-CN" sz="1000" b="0" spc="130">
                        <a:solidFill>
                          <a:srgbClr val="404040"/>
                        </a:solidFill>
                        <a:latin typeface="微软雅黑" panose="020B0503020204020204" pitchFamily="34" charset="-122"/>
                        <a:ea typeface="微软雅黑" panose="020B0503020204020204" pitchFamily="34" charset="-122"/>
                      </a:endParaRPr>
                    </a:p>
                  </a:txBody>
                  <a:tcPr marL="215900" marR="215900" marT="133350" marB="133350" anchor="ctr">
                    <a:lnL w="3175">
                      <a:solidFill>
                        <a:srgbClr val="E34D4D"/>
                      </a:solidFill>
                      <a:prstDash val="dot"/>
                    </a:lnL>
                    <a:lnR w="3175">
                      <a:solidFill>
                        <a:srgbClr val="E34D4D"/>
                      </a:solidFill>
                      <a:prstDash val="dot"/>
                    </a:lnR>
                    <a:lnT w="3175">
                      <a:solidFill>
                        <a:srgbClr val="E34D4D"/>
                      </a:solidFill>
                      <a:prstDash val="dot"/>
                    </a:lnT>
                    <a:lnB w="19050" cap="rnd">
                      <a:solidFill>
                        <a:srgbClr val="E34D4D"/>
                      </a:solidFill>
                      <a:prstDash val="solid"/>
                    </a:lnB>
                    <a:solidFill>
                      <a:srgbClr val="FFFFFF"/>
                    </a:solidFill>
                  </a:tcPr>
                </a:tc>
                <a:tc>
                  <a:txBody>
                    <a:bodyPr/>
                    <a:lstStyle/>
                    <a:p>
                      <a:pPr marL="228600" indent="-228600" algn="l">
                        <a:lnSpc>
                          <a:spcPct val="100000"/>
                        </a:lnSpc>
                        <a:spcBef>
                          <a:spcPts val="0"/>
                        </a:spcBef>
                        <a:spcAft>
                          <a:spcPts val="0"/>
                        </a:spcAft>
                        <a:buFont typeface="+mj-lt"/>
                        <a:buAutoNum type="arabicPeriod"/>
                      </a:pPr>
                      <a:endParaRPr lang="en-US" altLang="zh-CN" sz="1000" b="0" spc="130" dirty="0">
                        <a:solidFill>
                          <a:srgbClr val="404040"/>
                        </a:solidFill>
                        <a:latin typeface="微软雅黑" panose="020B0503020204020204" pitchFamily="34" charset="-122"/>
                        <a:ea typeface="微软雅黑" panose="020B0503020204020204" pitchFamily="34" charset="-122"/>
                      </a:endParaRPr>
                    </a:p>
                  </a:txBody>
                  <a:tcPr marL="215900" marR="215900" marT="133350" marB="133350" anchor="ctr">
                    <a:lnL w="3175">
                      <a:solidFill>
                        <a:srgbClr val="E34D4D"/>
                      </a:solidFill>
                      <a:prstDash val="dot"/>
                    </a:lnL>
                    <a:lnR w="3175" cap="flat" cmpd="sng" algn="ctr">
                      <a:solidFill>
                        <a:srgbClr val="E34D4D"/>
                      </a:solidFill>
                      <a:prstDash val="dot"/>
                      <a:round/>
                      <a:headEnd type="none" w="med" len="med"/>
                      <a:tailEnd type="none" w="med" len="med"/>
                    </a:lnR>
                    <a:lnT w="3175">
                      <a:solidFill>
                        <a:srgbClr val="E34D4D"/>
                      </a:solidFill>
                      <a:prstDash val="dot"/>
                    </a:lnT>
                    <a:lnB w="19050" cap="rnd">
                      <a:solidFill>
                        <a:srgbClr val="E34D4D"/>
                      </a:solidFill>
                      <a:prstDash val="solid"/>
                    </a:lnB>
                    <a:solidFill>
                      <a:srgbClr val="FFFFFF"/>
                    </a:solidFill>
                  </a:tcPr>
                </a:tc>
                <a:tc>
                  <a:txBody>
                    <a:bodyPr/>
                    <a:lstStyle/>
                    <a:p>
                      <a:pPr marL="228600" indent="-228600" algn="l">
                        <a:lnSpc>
                          <a:spcPct val="100000"/>
                        </a:lnSpc>
                        <a:spcBef>
                          <a:spcPts val="0"/>
                        </a:spcBef>
                        <a:spcAft>
                          <a:spcPts val="0"/>
                        </a:spcAft>
                        <a:buFont typeface="+mj-lt"/>
                        <a:buAutoNum type="arabicPeriod"/>
                      </a:pPr>
                      <a:endParaRPr lang="en-US" altLang="zh-CN" sz="1000" b="0" spc="130" dirty="0">
                        <a:solidFill>
                          <a:srgbClr val="404040"/>
                        </a:solidFill>
                        <a:latin typeface="微软雅黑" panose="020B0503020204020204" pitchFamily="34" charset="-122"/>
                        <a:ea typeface="微软雅黑" panose="020B0503020204020204" pitchFamily="34" charset="-122"/>
                      </a:endParaRPr>
                    </a:p>
                  </a:txBody>
                  <a:tcPr marL="215900" marR="215900" marT="133350" marB="133350" anchor="ctr">
                    <a:lnL w="3175">
                      <a:solidFill>
                        <a:srgbClr val="E34D4D"/>
                      </a:solidFill>
                      <a:prstDash val="dot"/>
                    </a:lnL>
                    <a:lnR w="19050" cap="rnd">
                      <a:solidFill>
                        <a:srgbClr val="E34D4D"/>
                      </a:solidFill>
                      <a:prstDash val="solid"/>
                    </a:lnR>
                    <a:lnT w="3175" cap="flat" cmpd="sng" algn="ctr">
                      <a:solidFill>
                        <a:srgbClr val="E34D4D"/>
                      </a:solidFill>
                      <a:prstDash val="dot"/>
                      <a:round/>
                      <a:headEnd type="none" w="med" len="med"/>
                      <a:tailEnd type="none" w="med" len="med"/>
                    </a:lnT>
                    <a:lnB w="19050" cap="rnd">
                      <a:solidFill>
                        <a:srgbClr val="E34D4D"/>
                      </a:solidFill>
                      <a:prstDash val="solid"/>
                    </a:lnB>
                    <a:solidFill>
                      <a:srgbClr val="FFFFFF"/>
                    </a:solidFill>
                  </a:tcPr>
                </a:tc>
              </a:tr>
            </a:tbl>
          </a:graphicData>
        </a:graphic>
      </p:graphicFrame>
      <p:sp>
        <p:nvSpPr>
          <p:cNvPr id="33" name="标题 3"/>
          <p:cNvSpPr txBox="1"/>
          <p:nvPr/>
        </p:nvSpPr>
        <p:spPr>
          <a:xfrm>
            <a:off x="494085" y="276004"/>
            <a:ext cx="7425349" cy="375503"/>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lang="zh-CN" altLang="en-US" sz="2400" b="1" kern="1200" dirty="0">
                <a:solidFill>
                  <a:srgbClr val="595959"/>
                </a:solidFill>
                <a:latin typeface="Arial" panose="020B0604020202090204" pitchFamily="34" charset="0"/>
                <a:ea typeface="Helvetica Neue" panose="02000503000000020004"/>
                <a:cs typeface="Arial" panose="020B0604020202090204" pitchFamily="34" charset="0"/>
              </a:defRPr>
            </a:lvl1pPr>
          </a:lstStyle>
          <a:p>
            <a:r>
              <a:rPr altLang="en-GB" sz="1800" i="1" dirty="0">
                <a:latin typeface="微软雅黑" panose="020B0503020204020204" pitchFamily="34" charset="-122"/>
                <a:ea typeface="微软雅黑" panose="020B0503020204020204" pitchFamily="34" charset="-122"/>
              </a:rPr>
              <a:t>举例（模板仅供参考）：</a:t>
            </a:r>
            <a:endParaRPr altLang="en-GB" sz="1800" i="1" dirty="0">
              <a:latin typeface="微软雅黑" panose="020B0503020204020204" pitchFamily="34" charset="-122"/>
              <a:ea typeface="微软雅黑" panose="020B0503020204020204" pitchFamily="34" charset="-122"/>
            </a:endParaRPr>
          </a:p>
        </p:txBody>
      </p:sp>
      <p:graphicFrame>
        <p:nvGraphicFramePr>
          <p:cNvPr id="26" name="表格 25"/>
          <p:cNvGraphicFramePr>
            <a:graphicFrameLocks noGrp="1"/>
          </p:cNvGraphicFramePr>
          <p:nvPr>
            <p:custDataLst>
              <p:tags r:id="rId2"/>
            </p:custDataLst>
          </p:nvPr>
        </p:nvGraphicFramePr>
        <p:xfrm>
          <a:off x="1033780" y="1080135"/>
          <a:ext cx="7472680" cy="630555"/>
        </p:xfrm>
        <a:graphic>
          <a:graphicData uri="http://schemas.openxmlformats.org/drawingml/2006/table">
            <a:tbl>
              <a:tblPr firstRow="1" bandRow="1">
                <a:tableStyleId>{5C22544A-7EE6-4342-B048-85BDC9FD1C3A}</a:tableStyleId>
              </a:tblPr>
              <a:tblGrid>
                <a:gridCol w="1616710"/>
                <a:gridCol w="1043940"/>
                <a:gridCol w="1042035"/>
                <a:gridCol w="1042670"/>
                <a:gridCol w="1385570"/>
                <a:gridCol w="1341755"/>
              </a:tblGrid>
              <a:tr h="394335">
                <a:tc>
                  <a:txBody>
                    <a:bodyPr/>
                    <a:lstStyle/>
                    <a:p>
                      <a:pPr indent="0" algn="ctr">
                        <a:lnSpc>
                          <a:spcPct val="120000"/>
                        </a:lnSpc>
                        <a:spcBef>
                          <a:spcPts val="0"/>
                        </a:spcBef>
                        <a:spcAft>
                          <a:spcPts val="0"/>
                        </a:spcAft>
                        <a:buNone/>
                      </a:pPr>
                      <a:r>
                        <a:rPr lang="zh-CN" altLang="en-US" sz="900" b="1" spc="120" dirty="0">
                          <a:solidFill>
                            <a:srgbClr val="FFFFFF"/>
                          </a:solidFill>
                          <a:latin typeface="微软雅黑" panose="020B0503020204020204" pitchFamily="34" charset="-122"/>
                          <a:ea typeface="微软雅黑" panose="020B0503020204020204" pitchFamily="34" charset="-122"/>
                        </a:rPr>
                        <a:t>入职时间</a:t>
                      </a:r>
                      <a:endParaRPr lang="zh-CN" altLang="en-US" sz="900" b="1" spc="120" dirty="0">
                        <a:solidFill>
                          <a:srgbClr val="FFFFFF"/>
                        </a:solidFill>
                        <a:latin typeface="微软雅黑" panose="020B0503020204020204" pitchFamily="34" charset="-122"/>
                        <a:ea typeface="微软雅黑" panose="020B0503020204020204" pitchFamily="34" charset="-122"/>
                      </a:endParaRPr>
                    </a:p>
                  </a:txBody>
                  <a:tcPr marL="177800" marR="177800" marT="6350" marB="6350" anchor="ctr">
                    <a:lnL w="19050" cap="rnd">
                      <a:solidFill>
                        <a:srgbClr val="848587"/>
                      </a:solidFill>
                      <a:prstDash val="solid"/>
                    </a:lnL>
                    <a:lnR w="3175">
                      <a:solidFill>
                        <a:srgbClr val="FFFFFF"/>
                      </a:solidFill>
                      <a:prstDash val="dot"/>
                    </a:lnR>
                    <a:lnT w="19050" cap="rnd">
                      <a:solidFill>
                        <a:srgbClr val="848587"/>
                      </a:solidFill>
                      <a:prstDash val="solid"/>
                    </a:lnT>
                    <a:lnB w="19050">
                      <a:solidFill>
                        <a:srgbClr val="848587"/>
                      </a:solidFill>
                      <a:prstDash val="solid"/>
                    </a:lnB>
                    <a:solidFill>
                      <a:srgbClr val="848587"/>
                    </a:solidFill>
                  </a:tcPr>
                </a:tc>
                <a:tc>
                  <a:txBody>
                    <a:bodyPr/>
                    <a:lstStyle/>
                    <a:p>
                      <a:pPr indent="0" algn="ctr">
                        <a:lnSpc>
                          <a:spcPct val="120000"/>
                        </a:lnSpc>
                        <a:spcBef>
                          <a:spcPts val="0"/>
                        </a:spcBef>
                        <a:spcAft>
                          <a:spcPts val="0"/>
                        </a:spcAft>
                      </a:pPr>
                      <a:r>
                        <a:rPr lang="zh-CN" altLang="en-US" sz="900" b="1" spc="120" dirty="0">
                          <a:solidFill>
                            <a:srgbClr val="FFFFFF"/>
                          </a:solidFill>
                          <a:latin typeface="微软雅黑" panose="020B0503020204020204" pitchFamily="34" charset="-122"/>
                          <a:ea typeface="微软雅黑" panose="020B0503020204020204" pitchFamily="34" charset="-122"/>
                        </a:rPr>
                        <a:t>序列</a:t>
                      </a:r>
                      <a:endParaRPr lang="zh-CN" altLang="en-US" sz="900" b="1" spc="120" dirty="0">
                        <a:solidFill>
                          <a:srgbClr val="FFFFFF"/>
                        </a:solidFill>
                        <a:latin typeface="微软雅黑" panose="020B0503020204020204" pitchFamily="34" charset="-122"/>
                        <a:ea typeface="微软雅黑" panose="020B0503020204020204" pitchFamily="34" charset="-122"/>
                      </a:endParaRPr>
                    </a:p>
                  </a:txBody>
                  <a:tcPr marL="177800" marR="177800" marT="6350" marB="6350" anchor="ctr">
                    <a:lnL w="3175">
                      <a:solidFill>
                        <a:srgbClr val="FFFFFF"/>
                      </a:solidFill>
                      <a:prstDash val="dot"/>
                    </a:lnL>
                    <a:lnR w="3175">
                      <a:solidFill>
                        <a:srgbClr val="FFFFFF"/>
                      </a:solidFill>
                      <a:prstDash val="dot"/>
                    </a:lnR>
                    <a:lnT w="19050" cap="rnd">
                      <a:solidFill>
                        <a:srgbClr val="848587"/>
                      </a:solidFill>
                      <a:prstDash val="solid"/>
                    </a:lnT>
                    <a:lnB w="19050">
                      <a:solidFill>
                        <a:srgbClr val="848587"/>
                      </a:solidFill>
                      <a:prstDash val="solid"/>
                    </a:lnB>
                    <a:solidFill>
                      <a:srgbClr val="848587"/>
                    </a:solidFill>
                  </a:tcPr>
                </a:tc>
                <a:tc>
                  <a:txBody>
                    <a:bodyPr/>
                    <a:lstStyle/>
                    <a:p>
                      <a:pPr indent="0" algn="ctr">
                        <a:lnSpc>
                          <a:spcPct val="120000"/>
                        </a:lnSpc>
                        <a:spcBef>
                          <a:spcPts val="0"/>
                        </a:spcBef>
                        <a:spcAft>
                          <a:spcPts val="0"/>
                        </a:spcAft>
                      </a:pPr>
                      <a:r>
                        <a:rPr lang="zh-CN" altLang="en-US" sz="900" b="1" spc="120" dirty="0">
                          <a:solidFill>
                            <a:srgbClr val="FFFFFF"/>
                          </a:solidFill>
                          <a:latin typeface="微软雅黑" panose="020B0503020204020204" pitchFamily="34" charset="-122"/>
                          <a:ea typeface="微软雅黑" panose="020B0503020204020204" pitchFamily="34" charset="-122"/>
                        </a:rPr>
                        <a:t>通道</a:t>
                      </a:r>
                      <a:endParaRPr lang="zh-CN" altLang="en-US" sz="900" b="1" spc="120" dirty="0">
                        <a:solidFill>
                          <a:srgbClr val="FFFFFF"/>
                        </a:solidFill>
                        <a:latin typeface="微软雅黑" panose="020B0503020204020204" pitchFamily="34" charset="-122"/>
                        <a:ea typeface="微软雅黑" panose="020B0503020204020204" pitchFamily="34" charset="-122"/>
                      </a:endParaRPr>
                    </a:p>
                  </a:txBody>
                  <a:tcPr marL="177800" marR="177800" marT="6350" marB="6350" anchor="ctr">
                    <a:lnL w="3175">
                      <a:solidFill>
                        <a:srgbClr val="FFFFFF"/>
                      </a:solidFill>
                      <a:prstDash val="dot"/>
                    </a:lnL>
                    <a:lnR w="3175">
                      <a:solidFill>
                        <a:srgbClr val="FFFFFF"/>
                      </a:solidFill>
                      <a:prstDash val="dot"/>
                    </a:lnR>
                    <a:lnT w="19050" cap="rnd">
                      <a:solidFill>
                        <a:srgbClr val="848587"/>
                      </a:solidFill>
                      <a:prstDash val="solid"/>
                    </a:lnT>
                    <a:lnB w="19050">
                      <a:solidFill>
                        <a:srgbClr val="848587"/>
                      </a:solidFill>
                      <a:prstDash val="solid"/>
                    </a:lnB>
                    <a:solidFill>
                      <a:srgbClr val="848587"/>
                    </a:solidFill>
                  </a:tcPr>
                </a:tc>
                <a:tc>
                  <a:txBody>
                    <a:bodyPr/>
                    <a:lstStyle/>
                    <a:p>
                      <a:pPr indent="0" algn="ctr">
                        <a:lnSpc>
                          <a:spcPct val="120000"/>
                        </a:lnSpc>
                        <a:spcBef>
                          <a:spcPts val="0"/>
                        </a:spcBef>
                        <a:spcAft>
                          <a:spcPts val="0"/>
                        </a:spcAft>
                      </a:pPr>
                      <a:r>
                        <a:rPr lang="zh-CN" altLang="en-US" sz="900" b="1" spc="120" dirty="0">
                          <a:solidFill>
                            <a:srgbClr val="FFFFFF"/>
                          </a:solidFill>
                          <a:latin typeface="微软雅黑" panose="020B0503020204020204" pitchFamily="34" charset="-122"/>
                          <a:ea typeface="微软雅黑" panose="020B0503020204020204" pitchFamily="34" charset="-122"/>
                        </a:rPr>
                        <a:t>岗位</a:t>
                      </a:r>
                      <a:endParaRPr lang="zh-CN" altLang="en-US" sz="900" b="1" spc="120" dirty="0">
                        <a:solidFill>
                          <a:srgbClr val="FFFFFF"/>
                        </a:solidFill>
                        <a:latin typeface="微软雅黑" panose="020B0503020204020204" pitchFamily="34" charset="-122"/>
                        <a:ea typeface="微软雅黑" panose="020B0503020204020204" pitchFamily="34" charset="-122"/>
                      </a:endParaRPr>
                    </a:p>
                  </a:txBody>
                  <a:tcPr marL="177800" marR="177800" marT="6350" marB="6350" anchor="ctr">
                    <a:lnL w="3175">
                      <a:solidFill>
                        <a:srgbClr val="FFFFFF"/>
                      </a:solidFill>
                      <a:prstDash val="dot"/>
                    </a:lnL>
                    <a:lnR w="3175">
                      <a:solidFill>
                        <a:srgbClr val="FFFFFF"/>
                      </a:solidFill>
                      <a:prstDash val="dot"/>
                    </a:lnR>
                    <a:lnT w="19050" cap="rnd">
                      <a:solidFill>
                        <a:srgbClr val="848587"/>
                      </a:solidFill>
                      <a:prstDash val="solid"/>
                    </a:lnT>
                    <a:lnB w="19050">
                      <a:solidFill>
                        <a:srgbClr val="848587"/>
                      </a:solidFill>
                      <a:prstDash val="solid"/>
                    </a:lnB>
                    <a:solidFill>
                      <a:srgbClr val="848587"/>
                    </a:solidFill>
                  </a:tcPr>
                </a:tc>
                <a:tc>
                  <a:txBody>
                    <a:bodyPr/>
                    <a:lstStyle/>
                    <a:p>
                      <a:pPr indent="0" algn="ctr">
                        <a:lnSpc>
                          <a:spcPct val="120000"/>
                        </a:lnSpc>
                        <a:spcBef>
                          <a:spcPts val="0"/>
                        </a:spcBef>
                        <a:spcAft>
                          <a:spcPts val="0"/>
                        </a:spcAft>
                      </a:pPr>
                      <a:r>
                        <a:rPr lang="zh-CN" altLang="en-US" sz="900" b="1" spc="120" dirty="0">
                          <a:solidFill>
                            <a:srgbClr val="FFFFFF"/>
                          </a:solidFill>
                          <a:latin typeface="微软雅黑" panose="020B0503020204020204" pitchFamily="34" charset="-122"/>
                          <a:ea typeface="微软雅黑" panose="020B0503020204020204" pitchFamily="34" charset="-122"/>
                        </a:rPr>
                        <a:t>当前职级</a:t>
                      </a:r>
                      <a:endParaRPr lang="zh-CN" altLang="en-US" sz="900" b="1" spc="120" dirty="0">
                        <a:solidFill>
                          <a:srgbClr val="FFFFFF"/>
                        </a:solidFill>
                        <a:latin typeface="微软雅黑" panose="020B0503020204020204" pitchFamily="34" charset="-122"/>
                        <a:ea typeface="微软雅黑" panose="020B0503020204020204" pitchFamily="34" charset="-122"/>
                      </a:endParaRPr>
                    </a:p>
                  </a:txBody>
                  <a:tcPr marL="177800" marR="177800" marT="6350" marB="6350" anchor="ctr">
                    <a:lnL w="3175">
                      <a:solidFill>
                        <a:srgbClr val="FFFFFF"/>
                      </a:solidFill>
                      <a:prstDash val="dot"/>
                    </a:lnL>
                    <a:lnR w="3175">
                      <a:solidFill>
                        <a:srgbClr val="FFFFFF"/>
                      </a:solidFill>
                      <a:prstDash val="dot"/>
                    </a:lnR>
                    <a:lnT w="19050" cap="rnd">
                      <a:solidFill>
                        <a:srgbClr val="848587"/>
                      </a:solidFill>
                      <a:prstDash val="solid"/>
                    </a:lnT>
                    <a:lnB w="19050">
                      <a:solidFill>
                        <a:srgbClr val="848587"/>
                      </a:solidFill>
                      <a:prstDash val="solid"/>
                    </a:lnB>
                    <a:solidFill>
                      <a:srgbClr val="848587"/>
                    </a:solidFill>
                  </a:tcPr>
                </a:tc>
                <a:tc>
                  <a:txBody>
                    <a:bodyPr/>
                    <a:lstStyle/>
                    <a:p>
                      <a:pPr indent="0" algn="ctr">
                        <a:lnSpc>
                          <a:spcPct val="120000"/>
                        </a:lnSpc>
                        <a:spcBef>
                          <a:spcPts val="0"/>
                        </a:spcBef>
                        <a:spcAft>
                          <a:spcPts val="0"/>
                        </a:spcAft>
                      </a:pPr>
                      <a:r>
                        <a:rPr lang="zh-CN" altLang="en-US" sz="900" b="1" spc="120" dirty="0">
                          <a:solidFill>
                            <a:srgbClr val="FFFFFF"/>
                          </a:solidFill>
                          <a:latin typeface="微软雅黑" panose="020B0503020204020204" pitchFamily="34" charset="-122"/>
                          <a:ea typeface="微软雅黑" panose="020B0503020204020204" pitchFamily="34" charset="-122"/>
                        </a:rPr>
                        <a:t>拟晋升职级</a:t>
                      </a:r>
                      <a:endParaRPr lang="zh-CN" altLang="en-US" sz="900" b="1" spc="120" dirty="0">
                        <a:solidFill>
                          <a:srgbClr val="FFFFFF"/>
                        </a:solidFill>
                        <a:latin typeface="微软雅黑" panose="020B0503020204020204" pitchFamily="34" charset="-122"/>
                        <a:ea typeface="微软雅黑" panose="020B0503020204020204" pitchFamily="34" charset="-122"/>
                      </a:endParaRPr>
                    </a:p>
                  </a:txBody>
                  <a:tcPr marL="177800" marR="177800" marT="6350" marB="6350" anchor="ctr">
                    <a:lnL w="3175">
                      <a:solidFill>
                        <a:srgbClr val="FFFFFF"/>
                      </a:solidFill>
                      <a:prstDash val="dot"/>
                    </a:lnL>
                    <a:lnR w="3175">
                      <a:solidFill>
                        <a:srgbClr val="FFFFFF"/>
                      </a:solidFill>
                      <a:prstDash val="dot"/>
                    </a:lnR>
                    <a:lnT w="19050" cap="rnd">
                      <a:solidFill>
                        <a:srgbClr val="848587"/>
                      </a:solidFill>
                      <a:prstDash val="solid"/>
                    </a:lnT>
                    <a:lnB w="19050">
                      <a:solidFill>
                        <a:srgbClr val="848587"/>
                      </a:solidFill>
                      <a:prstDash val="solid"/>
                    </a:lnB>
                    <a:solidFill>
                      <a:srgbClr val="848587"/>
                    </a:solidFill>
                  </a:tcPr>
                </a:tc>
              </a:tr>
              <a:tr h="236220">
                <a:tc>
                  <a:txBody>
                    <a:bodyPr/>
                    <a:lstStyle/>
                    <a:p>
                      <a:pPr indent="0" algn="ctr">
                        <a:lnSpc>
                          <a:spcPct val="120000"/>
                        </a:lnSpc>
                        <a:spcBef>
                          <a:spcPts val="0"/>
                        </a:spcBef>
                        <a:spcAft>
                          <a:spcPts val="0"/>
                        </a:spcAft>
                        <a:buNone/>
                      </a:pPr>
                      <a:r>
                        <a:rPr lang="en-US" altLang="zh-CN" sz="800" b="0" spc="120" dirty="0">
                          <a:solidFill>
                            <a:srgbClr val="404040"/>
                          </a:solidFill>
                          <a:latin typeface="微软雅黑" panose="020B0503020204020204" pitchFamily="34" charset="-122"/>
                          <a:ea typeface="微软雅黑" panose="020B0503020204020204" pitchFamily="34" charset="-122"/>
                        </a:rPr>
                        <a:t>2020.01.01</a:t>
                      </a:r>
                      <a:endParaRPr lang="en-US" altLang="zh-CN" sz="800" b="0" spc="120" dirty="0">
                        <a:solidFill>
                          <a:srgbClr val="404040"/>
                        </a:solidFill>
                        <a:latin typeface="微软雅黑" panose="020B0503020204020204" pitchFamily="34" charset="-122"/>
                        <a:ea typeface="微软雅黑" panose="020B0503020204020204" pitchFamily="34" charset="-122"/>
                      </a:endParaRPr>
                    </a:p>
                  </a:txBody>
                  <a:tcPr marL="177800" marR="177800" marT="6350" marB="6350" anchor="ctr">
                    <a:lnL w="19050" cap="rnd">
                      <a:solidFill>
                        <a:srgbClr val="848587"/>
                      </a:solidFill>
                      <a:prstDash val="solid"/>
                    </a:lnL>
                    <a:lnR w="3175">
                      <a:solidFill>
                        <a:srgbClr val="848587"/>
                      </a:solidFill>
                      <a:prstDash val="dot"/>
                    </a:lnR>
                    <a:lnT w="19050">
                      <a:solidFill>
                        <a:srgbClr val="848587"/>
                      </a:solidFill>
                      <a:prstDash val="solid"/>
                    </a:lnT>
                    <a:lnB w="19050" cap="rnd">
                      <a:solidFill>
                        <a:srgbClr val="848587"/>
                      </a:solidFill>
                      <a:prstDash val="solid"/>
                    </a:lnB>
                    <a:solidFill>
                      <a:srgbClr val="F2F2F2"/>
                    </a:solidFill>
                  </a:tcPr>
                </a:tc>
                <a:tc>
                  <a:txBody>
                    <a:bodyPr/>
                    <a:lstStyle/>
                    <a:p>
                      <a:pPr indent="0" algn="ctr">
                        <a:lnSpc>
                          <a:spcPct val="120000"/>
                        </a:lnSpc>
                        <a:spcBef>
                          <a:spcPts val="0"/>
                        </a:spcBef>
                        <a:spcAft>
                          <a:spcPts val="0"/>
                        </a:spcAft>
                      </a:pPr>
                      <a:r>
                        <a:rPr lang="zh-CN" altLang="en-US" sz="800" b="0" spc="120" dirty="0">
                          <a:solidFill>
                            <a:srgbClr val="404040"/>
                          </a:solidFill>
                          <a:latin typeface="微软雅黑" panose="020B0503020204020204" pitchFamily="34" charset="-122"/>
                          <a:ea typeface="微软雅黑" panose="020B0503020204020204" pitchFamily="34" charset="-122"/>
                        </a:rPr>
                        <a:t>业务</a:t>
                      </a:r>
                      <a:endParaRPr lang="zh-CN" altLang="en-US" sz="800" b="0" spc="120" dirty="0">
                        <a:solidFill>
                          <a:srgbClr val="404040"/>
                        </a:solidFill>
                        <a:latin typeface="微软雅黑" panose="020B0503020204020204" pitchFamily="34" charset="-122"/>
                        <a:ea typeface="微软雅黑" panose="020B0503020204020204" pitchFamily="34" charset="-122"/>
                      </a:endParaRPr>
                    </a:p>
                  </a:txBody>
                  <a:tcPr marL="177800" marR="177800" marT="6350" marB="6350" anchor="ctr">
                    <a:lnL w="3175">
                      <a:solidFill>
                        <a:srgbClr val="848587"/>
                      </a:solidFill>
                      <a:prstDash val="dot"/>
                    </a:lnL>
                    <a:lnR w="3175">
                      <a:solidFill>
                        <a:srgbClr val="848587"/>
                      </a:solidFill>
                      <a:prstDash val="dot"/>
                    </a:lnR>
                    <a:lnT w="19050">
                      <a:solidFill>
                        <a:srgbClr val="848587"/>
                      </a:solidFill>
                      <a:prstDash val="solid"/>
                    </a:lnT>
                    <a:lnB w="19050" cap="rnd">
                      <a:solidFill>
                        <a:srgbClr val="848587"/>
                      </a:solidFill>
                      <a:prstDash val="solid"/>
                    </a:lnB>
                    <a:solidFill>
                      <a:srgbClr val="F2F2F2"/>
                    </a:solidFill>
                  </a:tcPr>
                </a:tc>
                <a:tc>
                  <a:txBody>
                    <a:bodyPr/>
                    <a:lstStyle/>
                    <a:p>
                      <a:pPr indent="0" algn="ctr">
                        <a:lnSpc>
                          <a:spcPct val="120000"/>
                        </a:lnSpc>
                        <a:spcBef>
                          <a:spcPts val="0"/>
                        </a:spcBef>
                        <a:spcAft>
                          <a:spcPts val="0"/>
                        </a:spcAft>
                      </a:pPr>
                      <a:r>
                        <a:rPr lang="zh-CN" altLang="en-US" sz="800" b="0" spc="120" dirty="0">
                          <a:solidFill>
                            <a:srgbClr val="404040"/>
                          </a:solidFill>
                          <a:latin typeface="微软雅黑" panose="020B0503020204020204" pitchFamily="34" charset="-122"/>
                          <a:ea typeface="微软雅黑" panose="020B0503020204020204" pitchFamily="34" charset="-122"/>
                        </a:rPr>
                        <a:t>产品</a:t>
                      </a:r>
                      <a:endParaRPr lang="zh-CN" altLang="en-US" sz="800" b="0" spc="120" dirty="0">
                        <a:solidFill>
                          <a:srgbClr val="404040"/>
                        </a:solidFill>
                        <a:latin typeface="微软雅黑" panose="020B0503020204020204" pitchFamily="34" charset="-122"/>
                        <a:ea typeface="微软雅黑" panose="020B0503020204020204" pitchFamily="34" charset="-122"/>
                      </a:endParaRPr>
                    </a:p>
                  </a:txBody>
                  <a:tcPr marL="177800" marR="177800" marT="6350" marB="6350" anchor="ctr">
                    <a:lnL w="3175">
                      <a:solidFill>
                        <a:srgbClr val="848587"/>
                      </a:solidFill>
                      <a:prstDash val="dot"/>
                    </a:lnL>
                    <a:lnR w="3175">
                      <a:solidFill>
                        <a:srgbClr val="848587"/>
                      </a:solidFill>
                      <a:prstDash val="dot"/>
                    </a:lnR>
                    <a:lnT w="19050">
                      <a:solidFill>
                        <a:srgbClr val="848587"/>
                      </a:solidFill>
                      <a:prstDash val="solid"/>
                    </a:lnT>
                    <a:lnB w="19050" cap="rnd">
                      <a:solidFill>
                        <a:srgbClr val="848587"/>
                      </a:solidFill>
                      <a:prstDash val="solid"/>
                    </a:lnB>
                    <a:solidFill>
                      <a:srgbClr val="F2F2F2"/>
                    </a:solidFill>
                  </a:tcPr>
                </a:tc>
                <a:tc>
                  <a:txBody>
                    <a:bodyPr/>
                    <a:lstStyle/>
                    <a:p>
                      <a:pPr indent="0" algn="ctr">
                        <a:lnSpc>
                          <a:spcPct val="120000"/>
                        </a:lnSpc>
                        <a:spcBef>
                          <a:spcPts val="0"/>
                        </a:spcBef>
                        <a:spcAft>
                          <a:spcPts val="0"/>
                        </a:spcAft>
                      </a:pPr>
                      <a:r>
                        <a:rPr lang="zh-CN" altLang="en-US" sz="800" b="0" spc="120">
                          <a:solidFill>
                            <a:srgbClr val="404040"/>
                          </a:solidFill>
                          <a:latin typeface="微软雅黑" panose="020B0503020204020204" pitchFamily="34" charset="-122"/>
                          <a:ea typeface="微软雅黑" panose="020B0503020204020204" pitchFamily="34" charset="-122"/>
                        </a:rPr>
                        <a:t>平台产品</a:t>
                      </a:r>
                      <a:endParaRPr lang="zh-CN" altLang="en-US" sz="800" b="0" spc="120">
                        <a:solidFill>
                          <a:srgbClr val="404040"/>
                        </a:solidFill>
                        <a:latin typeface="微软雅黑" panose="020B0503020204020204" pitchFamily="34" charset="-122"/>
                        <a:ea typeface="微软雅黑" panose="020B0503020204020204" pitchFamily="34" charset="-122"/>
                      </a:endParaRPr>
                    </a:p>
                  </a:txBody>
                  <a:tcPr marL="177800" marR="177800" marT="6350" marB="6350" anchor="ctr">
                    <a:lnL w="3175">
                      <a:solidFill>
                        <a:srgbClr val="848587"/>
                      </a:solidFill>
                      <a:prstDash val="dot"/>
                    </a:lnL>
                    <a:lnR w="3175">
                      <a:solidFill>
                        <a:srgbClr val="848587"/>
                      </a:solidFill>
                      <a:prstDash val="dot"/>
                    </a:lnR>
                    <a:lnT w="19050">
                      <a:solidFill>
                        <a:srgbClr val="848587"/>
                      </a:solidFill>
                      <a:prstDash val="solid"/>
                    </a:lnT>
                    <a:lnB w="19050" cap="rnd">
                      <a:solidFill>
                        <a:srgbClr val="848587"/>
                      </a:solidFill>
                      <a:prstDash val="solid"/>
                    </a:lnB>
                    <a:solidFill>
                      <a:srgbClr val="F2F2F2"/>
                    </a:solidFill>
                  </a:tcPr>
                </a:tc>
                <a:tc>
                  <a:txBody>
                    <a:bodyPr/>
                    <a:lstStyle/>
                    <a:p>
                      <a:pPr indent="0" algn="ctr">
                        <a:lnSpc>
                          <a:spcPct val="120000"/>
                        </a:lnSpc>
                        <a:spcBef>
                          <a:spcPts val="0"/>
                        </a:spcBef>
                        <a:spcAft>
                          <a:spcPts val="0"/>
                        </a:spcAft>
                      </a:pPr>
                      <a:r>
                        <a:rPr lang="en-US" altLang="zh-CN" sz="800" b="0" spc="120">
                          <a:solidFill>
                            <a:srgbClr val="404040"/>
                          </a:solidFill>
                          <a:latin typeface="微软雅黑" panose="020B0503020204020204" pitchFamily="34" charset="-122"/>
                          <a:ea typeface="微软雅黑" panose="020B0503020204020204" pitchFamily="34" charset="-122"/>
                        </a:rPr>
                        <a:t>P6</a:t>
                      </a:r>
                      <a:endParaRPr lang="en-US" altLang="zh-CN" sz="800" b="0" spc="120">
                        <a:solidFill>
                          <a:srgbClr val="404040"/>
                        </a:solidFill>
                        <a:latin typeface="微软雅黑" panose="020B0503020204020204" pitchFamily="34" charset="-122"/>
                        <a:ea typeface="微软雅黑" panose="020B0503020204020204" pitchFamily="34" charset="-122"/>
                      </a:endParaRPr>
                    </a:p>
                  </a:txBody>
                  <a:tcPr marL="177800" marR="177800" marT="6350" marB="6350" anchor="ctr">
                    <a:lnL w="3175">
                      <a:solidFill>
                        <a:srgbClr val="848587"/>
                      </a:solidFill>
                      <a:prstDash val="dot"/>
                    </a:lnL>
                    <a:lnR w="3175">
                      <a:solidFill>
                        <a:srgbClr val="848587"/>
                      </a:solidFill>
                      <a:prstDash val="dot"/>
                    </a:lnR>
                    <a:lnT w="19050">
                      <a:solidFill>
                        <a:srgbClr val="848587"/>
                      </a:solidFill>
                      <a:prstDash val="solid"/>
                    </a:lnT>
                    <a:lnB w="19050" cap="rnd">
                      <a:solidFill>
                        <a:srgbClr val="848587"/>
                      </a:solidFill>
                      <a:prstDash val="solid"/>
                    </a:lnB>
                    <a:solidFill>
                      <a:srgbClr val="F2F2F2"/>
                    </a:solidFill>
                  </a:tcPr>
                </a:tc>
                <a:tc>
                  <a:txBody>
                    <a:bodyPr/>
                    <a:lstStyle/>
                    <a:p>
                      <a:pPr indent="0" algn="ctr">
                        <a:lnSpc>
                          <a:spcPct val="120000"/>
                        </a:lnSpc>
                        <a:spcBef>
                          <a:spcPts val="0"/>
                        </a:spcBef>
                        <a:spcAft>
                          <a:spcPts val="0"/>
                        </a:spcAft>
                      </a:pPr>
                      <a:r>
                        <a:rPr lang="en-US" altLang="zh-CN" sz="800" b="0" spc="120">
                          <a:solidFill>
                            <a:srgbClr val="404040"/>
                          </a:solidFill>
                          <a:latin typeface="微软雅黑" panose="020B0503020204020204" pitchFamily="34" charset="-122"/>
                          <a:ea typeface="微软雅黑" panose="020B0503020204020204" pitchFamily="34" charset="-122"/>
                        </a:rPr>
                        <a:t>P7</a:t>
                      </a:r>
                      <a:endParaRPr lang="en-US" altLang="zh-CN" sz="800" b="0" spc="120">
                        <a:solidFill>
                          <a:srgbClr val="404040"/>
                        </a:solidFill>
                        <a:latin typeface="微软雅黑" panose="020B0503020204020204" pitchFamily="34" charset="-122"/>
                        <a:ea typeface="微软雅黑" panose="020B0503020204020204" pitchFamily="34" charset="-122"/>
                      </a:endParaRPr>
                    </a:p>
                  </a:txBody>
                  <a:tcPr marL="177800" marR="177800" marT="6350" marB="6350" anchor="ctr">
                    <a:lnL w="3175">
                      <a:solidFill>
                        <a:srgbClr val="848587"/>
                      </a:solidFill>
                      <a:prstDash val="dot"/>
                    </a:lnL>
                    <a:lnR w="3175">
                      <a:solidFill>
                        <a:srgbClr val="848587"/>
                      </a:solidFill>
                      <a:prstDash val="dot"/>
                    </a:lnR>
                    <a:lnT w="19050">
                      <a:solidFill>
                        <a:srgbClr val="848587"/>
                      </a:solidFill>
                      <a:prstDash val="solid"/>
                    </a:lnT>
                    <a:lnB w="19050" cap="rnd">
                      <a:solidFill>
                        <a:srgbClr val="848587"/>
                      </a:solidFill>
                      <a:prstDash val="solid"/>
                    </a:lnB>
                    <a:solidFill>
                      <a:srgbClr val="F2F2F2"/>
                    </a:solidFill>
                  </a:tcPr>
                </a:tc>
              </a:tr>
            </a:tbl>
          </a:graphicData>
        </a:graphic>
      </p:graphicFrame>
      <p:sp>
        <p:nvSpPr>
          <p:cNvPr id="2" name="文本框 1"/>
          <p:cNvSpPr txBox="1"/>
          <p:nvPr/>
        </p:nvSpPr>
        <p:spPr>
          <a:xfrm>
            <a:off x="768350" y="773430"/>
            <a:ext cx="1280795" cy="306705"/>
          </a:xfrm>
          <a:prstGeom prst="rect">
            <a:avLst/>
          </a:prstGeom>
          <a:noFill/>
        </p:spPr>
        <p:txBody>
          <a:bodyPr wrap="square" rtlCol="0">
            <a:spAutoFit/>
          </a:bodyPr>
          <a:p>
            <a:r>
              <a:rPr lang="zh-CN" altLang="en-US" sz="1400" b="1" i="1">
                <a:solidFill>
                  <a:srgbClr val="C00000"/>
                </a:solidFill>
              </a:rPr>
              <a:t>个人信息：</a:t>
            </a:r>
            <a:endParaRPr lang="zh-CN" altLang="en-US" sz="1400" b="1" i="1">
              <a:solidFill>
                <a:srgbClr val="C00000"/>
              </a:solidFill>
            </a:endParaRPr>
          </a:p>
        </p:txBody>
      </p:sp>
      <p:sp>
        <p:nvSpPr>
          <p:cNvPr id="3" name="文本框 2"/>
          <p:cNvSpPr txBox="1"/>
          <p:nvPr/>
        </p:nvSpPr>
        <p:spPr>
          <a:xfrm>
            <a:off x="768350" y="1834515"/>
            <a:ext cx="6876415" cy="306705"/>
          </a:xfrm>
          <a:prstGeom prst="rect">
            <a:avLst/>
          </a:prstGeom>
          <a:noFill/>
        </p:spPr>
        <p:txBody>
          <a:bodyPr wrap="square" rtlCol="0">
            <a:spAutoFit/>
          </a:bodyPr>
          <a:p>
            <a:pPr lvl="0" algn="l"/>
            <a:r>
              <a:rPr lang="zh-CN" altLang="en-US" sz="1400" b="1" i="1">
                <a:solidFill>
                  <a:srgbClr val="C00000"/>
                </a:solidFill>
                <a:sym typeface="+mn-ea"/>
              </a:rPr>
              <a:t>工作简历</a:t>
            </a:r>
            <a:r>
              <a:rPr lang="zh-CN" altLang="en-US" sz="1400" b="1" i="1">
                <a:solidFill>
                  <a:schemeClr val="tx1"/>
                </a:solidFill>
                <a:sym typeface="+mn-ea"/>
              </a:rPr>
              <a:t>（包括但不限于时间起讫、任职公司、任职岗位、工作概要、工作成果）</a:t>
            </a:r>
            <a:r>
              <a:rPr lang="zh-CN" altLang="en-US" sz="1400" b="1" i="1">
                <a:solidFill>
                  <a:srgbClr val="C00000"/>
                </a:solidFill>
                <a:sym typeface="+mn-ea"/>
              </a:rPr>
              <a:t>：</a:t>
            </a:r>
            <a:endParaRPr lang="zh-CN" altLang="en-US" sz="1400" b="1" i="1">
              <a:solidFill>
                <a:srgbClr val="C00000"/>
              </a:solidFill>
              <a:sym typeface="+mn-ea"/>
            </a:endParaRPr>
          </a:p>
        </p:txBody>
      </p:sp>
    </p:spTree>
  </p:cSld>
  <p:clrMapOvr>
    <a:masterClrMapping/>
  </p:clrMapOvr>
  <mc:AlternateContent xmlns:mc="http://schemas.openxmlformats.org/markup-compatibility/2006">
    <mc:Choice xmlns:p14="http://schemas.microsoft.com/office/powerpoint/2010/main" Requires="p14">
      <p:transition p14:dur="500" advClick="0">
        <p14:flip dir="r"/>
      </p:transition>
    </mc:Choice>
    <mc:Fallback>
      <p:transition advClick="0">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AutoShape 3"/>
          <p:cNvSpPr/>
          <p:nvPr/>
        </p:nvSpPr>
        <p:spPr bwMode="auto">
          <a:xfrm>
            <a:off x="1979454" y="1563053"/>
            <a:ext cx="3317081" cy="4976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89" tIns="34289" rIns="34289" bIns="34289">
            <a:noAutofit/>
          </a:bodyPr>
          <a:lstStyle/>
          <a:p>
            <a:pPr lvl="0" algn="l">
              <a:defRPr/>
            </a:pPr>
            <a:r>
              <a:rPr lang="zh-CN" altLang="en-US" sz="2800" b="1" dirty="0" smtClean="0">
                <a:latin typeface="微软雅黑" panose="020B0503020204020204" pitchFamily="34" charset="-122"/>
                <a:ea typeface="微软雅黑" panose="020B0503020204020204" pitchFamily="34" charset="-122"/>
                <a:sym typeface="+mn-ea"/>
              </a:rPr>
              <a:t>主要工作成果</a:t>
            </a:r>
            <a:endParaRPr lang="zh-CN" altLang="en-US" sz="2800" b="1" dirty="0" smtClean="0">
              <a:latin typeface="微软雅黑" panose="020B0503020204020204" pitchFamily="34" charset="-122"/>
              <a:ea typeface="微软雅黑" panose="020B0503020204020204" pitchFamily="34" charset="-122"/>
              <a:sym typeface="+mn-ea"/>
            </a:endParaRPr>
          </a:p>
        </p:txBody>
      </p:sp>
      <p:grpSp>
        <p:nvGrpSpPr>
          <p:cNvPr id="17412" name="Group 4"/>
          <p:cNvGrpSpPr/>
          <p:nvPr/>
        </p:nvGrpSpPr>
        <p:grpSpPr bwMode="auto">
          <a:xfrm>
            <a:off x="779780" y="0"/>
            <a:ext cx="947420" cy="2391410"/>
            <a:chOff x="0" y="0"/>
            <a:chExt cx="1295400" cy="3897313"/>
          </a:xfrm>
        </p:grpSpPr>
        <p:sp>
          <p:nvSpPr>
            <p:cNvPr id="17413" name="AutoShape 5"/>
            <p:cNvSpPr/>
            <p:nvPr/>
          </p:nvSpPr>
          <p:spPr bwMode="auto">
            <a:xfrm>
              <a:off x="0" y="0"/>
              <a:ext cx="1295400" cy="389731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599"/>
                  </a:lnTo>
                  <a:lnTo>
                    <a:pt x="0" y="21599"/>
                  </a:lnTo>
                  <a:close/>
                </a:path>
              </a:pathLst>
            </a:custGeom>
            <a:solidFill>
              <a:srgbClr val="EA281B"/>
            </a:solid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p>
              <a:pPr algn="ctr" eaLnBrk="1">
                <a:defRPr/>
              </a:pPr>
              <a:endParaRPr lang="zh-CN" altLang="zh-CN" sz="1350">
                <a:solidFill>
                  <a:srgbClr val="FFFFFF"/>
                </a:solidFill>
                <a:ea typeface="+mn-ea"/>
                <a:cs typeface="Arial" panose="020B0604020202090204" pitchFamily="34" charset="0"/>
              </a:endParaRPr>
            </a:p>
          </p:txBody>
        </p:sp>
        <p:sp>
          <p:nvSpPr>
            <p:cNvPr id="16391" name="AutoShape 6"/>
            <p:cNvSpPr/>
            <p:nvPr/>
          </p:nvSpPr>
          <p:spPr bwMode="auto">
            <a:xfrm>
              <a:off x="65722" y="2415537"/>
              <a:ext cx="1163638" cy="942975"/>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600" y="0"/>
                  </a:lnTo>
                  <a:lnTo>
                    <a:pt x="21600" y="21600"/>
                  </a:lnTo>
                  <a:lnTo>
                    <a:pt x="0" y="21600"/>
                  </a:lnTo>
                  <a:lnTo>
                    <a:pt x="0" y="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89" tIns="34289" rIns="34289" bIns="34289"/>
            <a:lstStyle>
              <a:lvl1pPr>
                <a:defRPr>
                  <a:solidFill>
                    <a:srgbClr val="000000"/>
                  </a:solidFill>
                  <a:latin typeface="Arial" panose="020B0604020202090204" pitchFamily="34" charset="0"/>
                  <a:ea typeface="Helvetica" pitchFamily="2" charset="0"/>
                  <a:cs typeface="Helvetica" pitchFamily="2" charset="0"/>
                  <a:sym typeface="Arial" panose="020B0604020202090204" pitchFamily="34" charset="0"/>
                </a:defRPr>
              </a:lvl1pPr>
              <a:lvl2pPr marL="742950" indent="-285750">
                <a:defRPr>
                  <a:solidFill>
                    <a:srgbClr val="000000"/>
                  </a:solidFill>
                  <a:latin typeface="Arial" panose="020B0604020202090204" pitchFamily="34" charset="0"/>
                  <a:ea typeface="Helvetica" pitchFamily="2" charset="0"/>
                  <a:cs typeface="Helvetica" pitchFamily="2" charset="0"/>
                  <a:sym typeface="Arial" panose="020B0604020202090204" pitchFamily="34" charset="0"/>
                </a:defRPr>
              </a:lvl2pPr>
              <a:lvl3pPr marL="1143000" indent="-228600">
                <a:defRPr>
                  <a:solidFill>
                    <a:srgbClr val="000000"/>
                  </a:solidFill>
                  <a:latin typeface="Arial" panose="020B0604020202090204" pitchFamily="34" charset="0"/>
                  <a:ea typeface="Helvetica" pitchFamily="2" charset="0"/>
                  <a:cs typeface="Helvetica" pitchFamily="2" charset="0"/>
                  <a:sym typeface="Arial" panose="020B0604020202090204" pitchFamily="34" charset="0"/>
                </a:defRPr>
              </a:lvl3pPr>
              <a:lvl4pPr marL="1600200" indent="-228600">
                <a:defRPr>
                  <a:solidFill>
                    <a:srgbClr val="000000"/>
                  </a:solidFill>
                  <a:latin typeface="Arial" panose="020B0604020202090204" pitchFamily="34" charset="0"/>
                  <a:ea typeface="Helvetica" pitchFamily="2" charset="0"/>
                  <a:cs typeface="Helvetica" pitchFamily="2" charset="0"/>
                  <a:sym typeface="Arial" panose="020B0604020202090204" pitchFamily="34" charset="0"/>
                </a:defRPr>
              </a:lvl4pPr>
              <a:lvl5pPr marL="2057400" indent="-228600">
                <a:defRPr>
                  <a:solidFill>
                    <a:srgbClr val="000000"/>
                  </a:solidFill>
                  <a:latin typeface="Arial" panose="020B0604020202090204" pitchFamily="34" charset="0"/>
                  <a:ea typeface="Helvetica" pitchFamily="2" charset="0"/>
                  <a:cs typeface="Helvetica" pitchFamily="2" charset="0"/>
                  <a:sym typeface="Arial" panose="020B0604020202090204" pitchFamily="34" charset="0"/>
                </a:defRPr>
              </a:lvl5pPr>
              <a:lvl6pPr marL="2514600" indent="-228600" eaLnBrk="0" fontAlgn="base" hangingPunct="0">
                <a:spcBef>
                  <a:spcPct val="0"/>
                </a:spcBef>
                <a:spcAft>
                  <a:spcPct val="0"/>
                </a:spcAft>
                <a:defRPr>
                  <a:solidFill>
                    <a:srgbClr val="000000"/>
                  </a:solidFill>
                  <a:latin typeface="Arial" panose="020B0604020202090204" pitchFamily="34" charset="0"/>
                  <a:ea typeface="Helvetica" pitchFamily="2" charset="0"/>
                  <a:cs typeface="Helvetica" pitchFamily="2" charset="0"/>
                  <a:sym typeface="Arial" panose="020B0604020202090204" pitchFamily="34" charset="0"/>
                </a:defRPr>
              </a:lvl6pPr>
              <a:lvl7pPr marL="2971800" indent="-228600" eaLnBrk="0" fontAlgn="base" hangingPunct="0">
                <a:spcBef>
                  <a:spcPct val="0"/>
                </a:spcBef>
                <a:spcAft>
                  <a:spcPct val="0"/>
                </a:spcAft>
                <a:defRPr>
                  <a:solidFill>
                    <a:srgbClr val="000000"/>
                  </a:solidFill>
                  <a:latin typeface="Arial" panose="020B0604020202090204" pitchFamily="34" charset="0"/>
                  <a:ea typeface="Helvetica" pitchFamily="2" charset="0"/>
                  <a:cs typeface="Helvetica" pitchFamily="2" charset="0"/>
                  <a:sym typeface="Arial" panose="020B0604020202090204" pitchFamily="34" charset="0"/>
                </a:defRPr>
              </a:lvl7pPr>
              <a:lvl8pPr marL="3429000" indent="-228600" eaLnBrk="0" fontAlgn="base" hangingPunct="0">
                <a:spcBef>
                  <a:spcPct val="0"/>
                </a:spcBef>
                <a:spcAft>
                  <a:spcPct val="0"/>
                </a:spcAft>
                <a:defRPr>
                  <a:solidFill>
                    <a:srgbClr val="000000"/>
                  </a:solidFill>
                  <a:latin typeface="Arial" panose="020B0604020202090204" pitchFamily="34" charset="0"/>
                  <a:ea typeface="Helvetica" pitchFamily="2" charset="0"/>
                  <a:cs typeface="Helvetica" pitchFamily="2" charset="0"/>
                  <a:sym typeface="Arial" panose="020B0604020202090204" pitchFamily="34" charset="0"/>
                </a:defRPr>
              </a:lvl8pPr>
              <a:lvl9pPr marL="3886200" indent="-228600" eaLnBrk="0" fontAlgn="base" hangingPunct="0">
                <a:spcBef>
                  <a:spcPct val="0"/>
                </a:spcBef>
                <a:spcAft>
                  <a:spcPct val="0"/>
                </a:spcAft>
                <a:defRPr>
                  <a:solidFill>
                    <a:srgbClr val="000000"/>
                  </a:solidFill>
                  <a:latin typeface="Arial" panose="020B0604020202090204" pitchFamily="34" charset="0"/>
                  <a:ea typeface="Helvetica" pitchFamily="2" charset="0"/>
                  <a:cs typeface="Helvetica" pitchFamily="2" charset="0"/>
                  <a:sym typeface="Arial" panose="020B0604020202090204" pitchFamily="34" charset="0"/>
                </a:defRPr>
              </a:lvl9pPr>
            </a:lstStyle>
            <a:p>
              <a:pPr algn="ctr" eaLnBrk="1"/>
              <a:r>
                <a:rPr lang="zh-CN" altLang="zh-CN" sz="4500" dirty="0" smtClean="0">
                  <a:solidFill>
                    <a:srgbClr val="FFFFFF"/>
                  </a:solidFill>
                  <a:ea typeface="宋体" pitchFamily="2" charset="-122"/>
                  <a:cs typeface="Arial" panose="020B0604020202090204" pitchFamily="34" charset="0"/>
                </a:rPr>
                <a:t>0</a:t>
              </a:r>
              <a:r>
                <a:rPr lang="en-US" sz="4500" dirty="0">
                  <a:solidFill>
                    <a:srgbClr val="FFFFFF"/>
                  </a:solidFill>
                  <a:ea typeface="宋体" pitchFamily="2" charset="-122"/>
                  <a:cs typeface="Arial" panose="020B0604020202090204" pitchFamily="34" charset="0"/>
                </a:rPr>
                <a:t>2</a:t>
              </a:r>
              <a:endParaRPr lang="en-US" sz="1350" dirty="0">
                <a:ea typeface="宋体" pitchFamily="2" charset="-122"/>
                <a:cs typeface="Arial" panose="020B0604020202090204" pitchFamily="34" charset="0"/>
              </a:endParaRPr>
            </a:p>
          </p:txBody>
        </p:sp>
      </p:grpSp>
      <p:sp>
        <p:nvSpPr>
          <p:cNvPr id="3" name="文本框 2"/>
          <p:cNvSpPr txBox="1"/>
          <p:nvPr/>
        </p:nvSpPr>
        <p:spPr>
          <a:xfrm>
            <a:off x="1979295" y="2139315"/>
            <a:ext cx="6731635" cy="2030095"/>
          </a:xfrm>
          <a:prstGeom prst="rect">
            <a:avLst/>
          </a:prstGeom>
          <a:noFill/>
          <a:ln w="12700" cmpd="sng">
            <a:solidFill>
              <a:schemeClr val="accent1">
                <a:shade val="50000"/>
              </a:schemeClr>
            </a:solidFill>
            <a:prstDash val="sysDot"/>
          </a:ln>
        </p:spPr>
        <p:txBody>
          <a:bodyPr wrap="square" rtlCol="0">
            <a:spAutoFit/>
          </a:bodyPr>
          <a:lstStyle/>
          <a:p>
            <a:pPr lvl="0" algn="l">
              <a:lnSpc>
                <a:spcPct val="150000"/>
              </a:lnSpc>
            </a:pPr>
            <a:r>
              <a:rPr lang="en-US" altLang="zh-CN" sz="1200">
                <a:latin typeface="微软雅黑" panose="020B0503020204020204" pitchFamily="34" charset="-122"/>
                <a:ea typeface="微软雅黑" panose="020B0503020204020204" pitchFamily="34" charset="-122"/>
                <a:cs typeface="微软雅黑" panose="020B0503020204020204" pitchFamily="34" charset="-122"/>
                <a:sym typeface="+mn-ea"/>
              </a:rPr>
              <a:t>Note</a:t>
            </a:r>
            <a:r>
              <a:rPr lang="zh-CN" altLang="en-US" sz="120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r>
              <a:rPr lang="en-US" altLang="zh-CN" sz="1200" dirty="0" smtClean="0">
                <a:latin typeface="微软雅黑" panose="020B0503020204020204" pitchFamily="34" charset="-122"/>
                <a:ea typeface="微软雅黑" panose="020B0503020204020204" pitchFamily="34" charset="-122"/>
                <a:sym typeface="+mn-ea"/>
              </a:rPr>
              <a:t>1</a:t>
            </a:r>
            <a:r>
              <a:rPr lang="zh-CN" altLang="en-US" sz="1200" dirty="0" smtClean="0">
                <a:latin typeface="微软雅黑" panose="020B0503020204020204" pitchFamily="34" charset="-122"/>
                <a:ea typeface="微软雅黑" panose="020B0503020204020204" pitchFamily="34" charset="-122"/>
                <a:sym typeface="+mn-ea"/>
              </a:rPr>
              <a:t>、请简要介绍过往</a:t>
            </a:r>
            <a:r>
              <a:rPr lang="en-US" altLang="zh-CN" sz="1200">
                <a:latin typeface="微软雅黑" panose="020B0503020204020204" pitchFamily="34" charset="-122"/>
                <a:ea typeface="微软雅黑" panose="020B0503020204020204" pitchFamily="34" charset="-122"/>
                <a:cs typeface="微软雅黑" panose="020B0503020204020204" pitchFamily="34" charset="-122"/>
                <a:sym typeface="+mn-ea"/>
              </a:rPr>
              <a:t>1-2年在AL</a:t>
            </a:r>
            <a:r>
              <a:rPr lang="zh-CN" altLang="en-US" sz="1200" dirty="0" smtClean="0">
                <a:latin typeface="微软雅黑" panose="020B0503020204020204" pitchFamily="34" charset="-122"/>
                <a:ea typeface="微软雅黑" panose="020B0503020204020204" pitchFamily="34" charset="-122"/>
                <a:sym typeface="+mn-ea"/>
              </a:rPr>
              <a:t>负责的主要项目及工作成果</a:t>
            </a:r>
            <a:endParaRPr lang="zh-CN" altLang="en-US" sz="1200" dirty="0" smtClean="0">
              <a:latin typeface="微软雅黑" panose="020B0503020204020204" pitchFamily="34" charset="-122"/>
              <a:ea typeface="微软雅黑" panose="020B0503020204020204" pitchFamily="34" charset="-122"/>
            </a:endParaRPr>
          </a:p>
          <a:p>
            <a:pPr>
              <a:lnSpc>
                <a:spcPct val="150000"/>
              </a:lnSpc>
            </a:pPr>
            <a:r>
              <a:rPr lang="en-US" altLang="zh-CN" sz="1200" dirty="0" smtClean="0">
                <a:latin typeface="微软雅黑" panose="020B0503020204020204" pitchFamily="34" charset="-122"/>
                <a:ea typeface="微软雅黑" panose="020B0503020204020204" pitchFamily="34" charset="-122"/>
                <a:sym typeface="+mn-ea"/>
              </a:rPr>
              <a:t>2</a:t>
            </a:r>
            <a:r>
              <a:rPr lang="zh-CN" altLang="en-US" sz="1200" dirty="0" smtClean="0">
                <a:latin typeface="微软雅黑" panose="020B0503020204020204" pitchFamily="34" charset="-122"/>
                <a:ea typeface="微软雅黑" panose="020B0503020204020204" pitchFamily="34" charset="-122"/>
                <a:sym typeface="+mn-ea"/>
              </a:rPr>
              <a:t>、重点谈一个你认为最成功或最能体现个人专业能力的项目或成果是什么、承担的角色是什么：</a:t>
            </a:r>
            <a:r>
              <a:rPr lang="en-US" altLang="zh-CN" sz="1200" dirty="0" smtClean="0">
                <a:latin typeface="微软雅黑" panose="020B0503020204020204" pitchFamily="34" charset="-122"/>
                <a:ea typeface="微软雅黑" panose="020B0503020204020204" pitchFamily="34" charset="-122"/>
                <a:sym typeface="+mn-ea"/>
              </a:rPr>
              <a:t>   </a:t>
            </a:r>
            <a:endParaRPr lang="zh-CN" altLang="zh-CN" sz="1200" dirty="0" smtClean="0">
              <a:latin typeface="微软雅黑" panose="020B0503020204020204" pitchFamily="34" charset="-122"/>
              <a:ea typeface="微软雅黑" panose="020B0503020204020204" pitchFamily="34" charset="-122"/>
            </a:endParaRPr>
          </a:p>
          <a:p>
            <a:pPr marL="342900" lvl="1" indent="-342900">
              <a:lnSpc>
                <a:spcPct val="150000"/>
              </a:lnSpc>
              <a:buFont typeface="Wingdings" panose="05000000000000000000" pitchFamily="2" charset="2"/>
              <a:buChar char="Ø"/>
            </a:pPr>
            <a:r>
              <a:rPr lang="zh-CN" altLang="en-US" sz="1200" dirty="0" smtClean="0">
                <a:latin typeface="微软雅黑" panose="020B0503020204020204" pitchFamily="34" charset="-122"/>
                <a:ea typeface="微软雅黑" panose="020B0503020204020204" pitchFamily="34" charset="-122"/>
                <a:sym typeface="+mn-ea"/>
              </a:rPr>
              <a:t>对部门</a:t>
            </a:r>
            <a:r>
              <a:rPr lang="en-US" altLang="zh-CN" sz="1200" dirty="0" smtClean="0">
                <a:latin typeface="微软雅黑" panose="020B0503020204020204" pitchFamily="34" charset="-122"/>
                <a:ea typeface="微软雅黑" panose="020B0503020204020204" pitchFamily="34" charset="-122"/>
                <a:sym typeface="+mn-ea"/>
              </a:rPr>
              <a:t>/</a:t>
            </a:r>
            <a:r>
              <a:rPr lang="zh-CN" altLang="en-US" sz="1200" dirty="0" smtClean="0">
                <a:latin typeface="微软雅黑" panose="020B0503020204020204" pitchFamily="34" charset="-122"/>
                <a:ea typeface="微软雅黑" panose="020B0503020204020204" pitchFamily="34" charset="-122"/>
                <a:sym typeface="+mn-ea"/>
              </a:rPr>
              <a:t>公司有什么价值，如：业务突破、技术进步、管理提升等</a:t>
            </a:r>
            <a:endParaRPr lang="zh-CN" altLang="en-US" sz="1200" dirty="0" smtClean="0">
              <a:latin typeface="微软雅黑" panose="020B0503020204020204" pitchFamily="34" charset="-122"/>
              <a:ea typeface="微软雅黑" panose="020B0503020204020204" pitchFamily="34" charset="-122"/>
            </a:endParaRPr>
          </a:p>
          <a:p>
            <a:pPr marL="342900" lvl="1" indent="-342900">
              <a:lnSpc>
                <a:spcPct val="150000"/>
              </a:lnSpc>
              <a:buFont typeface="Wingdings" panose="05000000000000000000" pitchFamily="2" charset="2"/>
              <a:buChar char="Ø"/>
            </a:pPr>
            <a:r>
              <a:rPr lang="zh-CN" altLang="zh-CN" sz="1200" dirty="0" smtClean="0">
                <a:latin typeface="微软雅黑" panose="020B0503020204020204" pitchFamily="34" charset="-122"/>
                <a:ea typeface="微软雅黑" panose="020B0503020204020204" pitchFamily="34" charset="-122"/>
                <a:sym typeface="+mn-ea"/>
              </a:rPr>
              <a:t>过程中的挑战和难度在哪里，</a:t>
            </a:r>
            <a:r>
              <a:rPr lang="zh-CN" altLang="en-US" sz="1200" dirty="0" smtClean="0">
                <a:latin typeface="微软雅黑" panose="020B0503020204020204" pitchFamily="34" charset="-122"/>
                <a:ea typeface="微软雅黑" panose="020B0503020204020204" pitchFamily="34" charset="-122"/>
                <a:sym typeface="+mn-ea"/>
              </a:rPr>
              <a:t>你</a:t>
            </a:r>
            <a:r>
              <a:rPr lang="zh-CN" altLang="zh-CN" sz="1200" dirty="0" smtClean="0">
                <a:latin typeface="微软雅黑" panose="020B0503020204020204" pitchFamily="34" charset="-122"/>
                <a:ea typeface="微软雅黑" panose="020B0503020204020204" pitchFamily="34" charset="-122"/>
                <a:sym typeface="+mn-ea"/>
              </a:rPr>
              <a:t>如何克服的</a:t>
            </a:r>
            <a:endParaRPr lang="zh-CN" altLang="zh-CN" sz="1200" dirty="0" smtClean="0">
              <a:latin typeface="微软雅黑" panose="020B0503020204020204" pitchFamily="34" charset="-122"/>
              <a:ea typeface="微软雅黑" panose="020B0503020204020204" pitchFamily="34" charset="-122"/>
            </a:endParaRPr>
          </a:p>
          <a:p>
            <a:pPr marL="342900" lvl="1" indent="-342900">
              <a:lnSpc>
                <a:spcPct val="150000"/>
              </a:lnSpc>
              <a:buFont typeface="Wingdings" panose="05000000000000000000" pitchFamily="2" charset="2"/>
              <a:buChar char="Ø"/>
            </a:pPr>
            <a:r>
              <a:rPr lang="zh-CN" altLang="zh-CN" sz="1200" dirty="0" smtClean="0">
                <a:latin typeface="微软雅黑" panose="020B0503020204020204" pitchFamily="34" charset="-122"/>
                <a:ea typeface="微软雅黑" panose="020B0503020204020204" pitchFamily="34" charset="-122"/>
                <a:sym typeface="+mn-ea"/>
              </a:rPr>
              <a:t>过程中你做过哪些重要的决策或抉择</a:t>
            </a:r>
            <a:endParaRPr lang="en-US" altLang="zh-CN" sz="1200" dirty="0" smtClean="0">
              <a:latin typeface="微软雅黑" panose="020B0503020204020204" pitchFamily="34" charset="-122"/>
              <a:ea typeface="微软雅黑" panose="020B0503020204020204" pitchFamily="34" charset="-122"/>
            </a:endParaRPr>
          </a:p>
          <a:p>
            <a:pPr marL="342900" lvl="1" indent="-342900">
              <a:lnSpc>
                <a:spcPct val="150000"/>
              </a:lnSpc>
              <a:buFont typeface="Wingdings" panose="05000000000000000000" pitchFamily="2" charset="2"/>
              <a:buChar char="Ø"/>
            </a:pPr>
            <a:r>
              <a:rPr lang="zh-CN" altLang="en-US" sz="1200" dirty="0" smtClean="0">
                <a:latin typeface="微软雅黑" panose="020B0503020204020204" pitchFamily="34" charset="-122"/>
                <a:ea typeface="微软雅黑" panose="020B0503020204020204" pitchFamily="34" charset="-122"/>
                <a:sym typeface="+mn-ea"/>
              </a:rPr>
              <a:t>有哪些方法论</a:t>
            </a:r>
            <a:r>
              <a:rPr lang="en-US" altLang="zh-CN" sz="1200" dirty="0" smtClean="0">
                <a:latin typeface="微软雅黑" panose="020B0503020204020204" pitchFamily="34" charset="-122"/>
                <a:ea typeface="微软雅黑" panose="020B0503020204020204" pitchFamily="34" charset="-122"/>
                <a:sym typeface="+mn-ea"/>
              </a:rPr>
              <a:t>/</a:t>
            </a:r>
            <a:r>
              <a:rPr lang="zh-CN" altLang="en-US" sz="1200" dirty="0" smtClean="0">
                <a:latin typeface="微软雅黑" panose="020B0503020204020204" pitchFamily="34" charset="-122"/>
                <a:ea typeface="微软雅黑" panose="020B0503020204020204" pitchFamily="34" charset="-122"/>
                <a:sym typeface="+mn-ea"/>
              </a:rPr>
              <a:t>工具的应用或突破</a:t>
            </a:r>
            <a:endParaRPr lang="zh-CN" altLang="zh-CN" sz="12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500" advClick="0">
        <p14:flip dir="r"/>
      </p:transition>
    </mc:Choice>
    <mc:Fallback>
      <p:transition advClick="0">
        <p:fade/>
      </p:transition>
    </mc:Fallback>
  </mc:AlternateContent>
  <p:timing>
    <p:tnLst>
      <p:par>
        <p:cTn id="1" dur="indefinite" restart="never" nodeType="tmRoot"/>
      </p:par>
    </p:tnLst>
    <p:bldLst>
      <p:bldP spid="17411" grpId="0" bldLvl="0" animBg="1" autoUpdateAnimBg="0"/>
    </p:bld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PLACING_PICTURE_MD4" val="0"/>
  <p:tag name="KSO_WM_DIAGRAM_GROUP_CODE" val="l1-1"/>
  <p:tag name="KSO_WM_UNIT_TYPE" val="l_h_i"/>
  <p:tag name="KSO_WM_UNIT_INDEX" val="1_4_1"/>
  <p:tag name="KSO_WM_UNIT_ID" val="custom20202590_4*l_h_i*1_4_1"/>
  <p:tag name="KSO_WM_TEMPLATE_CATEGORY" val="custom"/>
  <p:tag name="KSO_WM_TEMPLATE_INDEX" val="20202590"/>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PLACING_PICTURE_MD4" val="0"/>
  <p:tag name="KSO_WM_DIAGRAM_GROUP_CODE" val="l1-1"/>
  <p:tag name="KSO_WM_UNIT_TYPE" val="l_h_i"/>
  <p:tag name="KSO_WM_UNIT_INDEX" val="1_4_2"/>
  <p:tag name="KSO_WM_UNIT_ID" val="custom20202590_4*l_h_i*1_4_2"/>
  <p:tag name="KSO_WM_TEMPLATE_CATEGORY" val="custom"/>
  <p:tag name="KSO_WM_TEMPLATE_INDEX" val="20202590"/>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PLACING_PICTURE_MD4" val="0"/>
  <p:tag name="KSO_WM_DIAGRAM_GROUP_CODE" val="l1-1"/>
  <p:tag name="KSO_WM_UNIT_TYPE" val="l_h_i"/>
  <p:tag name="KSO_WM_UNIT_INDEX" val="1_4_3"/>
  <p:tag name="KSO_WM_UNIT_ID" val="custom20202590_4*l_h_i*1_4_3"/>
  <p:tag name="KSO_WM_TEMPLATE_CATEGORY" val="custom"/>
  <p:tag name="KSO_WM_TEMPLATE_INDEX" val="20202590"/>
  <p:tag name="KSO_WM_UNIT_LAYERLEVEL" val="1_1_1"/>
  <p:tag name="KSO_WM_TAG_VERSION" val="1.0"/>
  <p:tag name="KSO_WM_BEAUTIFY_FLAG" val="#wm#"/>
  <p:tag name="KSO_WM_UNIT_TEXT_FILL_FORE_SCHEMECOLOR_INDEX" val="14"/>
  <p:tag name="KSO_WM_UNIT_TEXT_FILL_TYPE" val="1"/>
  <p:tag name="KSO_WM_UNIT_USESOURCEFORMAT_APPLY" val="1"/>
</p:tagLst>
</file>

<file path=ppt/tags/tag4.xml><?xml version="1.0" encoding="utf-8"?>
<p:tagLst xmlns:p="http://schemas.openxmlformats.org/presentationml/2006/main">
  <p:tag name="KSO_WM_UNIT_ISCONTENTSTITLE" val="0"/>
  <p:tag name="KSO_WM_UNIT_ISNUMDGMTITLE" val="0"/>
  <p:tag name="KSO_WM_UNIT_PRESET_TEXT" val="单击此处添加标题"/>
  <p:tag name="KSO_WM_UNIT_NOCLEAR" val="0"/>
  <p:tag name="KSO_WM_UNIT_VALUE" val="9"/>
  <p:tag name="KSO_WM_UNIT_HIGHLIGHT" val="0"/>
  <p:tag name="KSO_WM_UNIT_COMPATIBLE" val="0"/>
  <p:tag name="KSO_WM_UNIT_DIAGRAM_ISNUMVISUAL" val="0"/>
  <p:tag name="KSO_WM_UNIT_DIAGRAM_ISREFERUNIT" val="0"/>
  <p:tag name="KSO_WM_UNIT_PLACING_PICTURE_MD4" val="0"/>
  <p:tag name="KSO_WM_DIAGRAM_GROUP_CODE" val="l1-1"/>
  <p:tag name="KSO_WM_UNIT_TYPE" val="l_h_a"/>
  <p:tag name="KSO_WM_UNIT_INDEX" val="1_4_1"/>
  <p:tag name="KSO_WM_UNIT_ID" val="custom20202590_4*l_h_a*1_4_1"/>
  <p:tag name="KSO_WM_TEMPLATE_CATEGORY" val="custom"/>
  <p:tag name="KSO_WM_TEMPLATE_INDEX" val="20202590"/>
  <p:tag name="KSO_WM_UNIT_LAYERLEVEL" val="1_1_1"/>
  <p:tag name="KSO_WM_TAG_VERSION" val="1.0"/>
  <p:tag name="KSO_WM_BEAUTIFY_FLAG" val="#wm#"/>
  <p:tag name="KSO_WM_UNIT_TEXT_FILL_FORE_SCHEMECOLOR_INDEX" val="14"/>
  <p:tag name="KSO_WM_UNIT_TEXT_FILL_TYPE" val="1"/>
  <p:tag name="KSO_WM_UNIT_USESOURCEFORMAT_APPLY" val="1"/>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PLACING_PICTURE_MD4" val="0"/>
  <p:tag name="KSO_WM_DIAGRAM_GROUP_CODE" val="l1-1"/>
  <p:tag name="KSO_WM_UNIT_TYPE" val="l_h_i"/>
  <p:tag name="KSO_WM_UNIT_INDEX" val="1_3_1"/>
  <p:tag name="KSO_WM_UNIT_ID" val="custom20202590_4*l_h_i*1_3_1"/>
  <p:tag name="KSO_WM_TEMPLATE_CATEGORY" val="custom"/>
  <p:tag name="KSO_WM_TEMPLATE_INDEX" val="20202590"/>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PLACING_PICTURE_MD4" val="0"/>
  <p:tag name="KSO_WM_DIAGRAM_GROUP_CODE" val="l1-1"/>
  <p:tag name="KSO_WM_UNIT_TYPE" val="l_h_i"/>
  <p:tag name="KSO_WM_UNIT_INDEX" val="1_3_2"/>
  <p:tag name="KSO_WM_UNIT_ID" val="custom20202590_4*l_h_i*1_3_2"/>
  <p:tag name="KSO_WM_TEMPLATE_CATEGORY" val="custom"/>
  <p:tag name="KSO_WM_TEMPLATE_INDEX" val="20202590"/>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PLACING_PICTURE_MD4" val="0"/>
  <p:tag name="KSO_WM_DIAGRAM_GROUP_CODE" val="l1-1"/>
  <p:tag name="KSO_WM_UNIT_TYPE" val="l_h_i"/>
  <p:tag name="KSO_WM_UNIT_INDEX" val="1_3_3"/>
  <p:tag name="KSO_WM_UNIT_ID" val="custom20202590_4*l_h_i*1_3_3"/>
  <p:tag name="KSO_WM_TEMPLATE_CATEGORY" val="custom"/>
  <p:tag name="KSO_WM_TEMPLATE_INDEX" val="20202590"/>
  <p:tag name="KSO_WM_UNIT_LAYERLEVEL" val="1_1_1"/>
  <p:tag name="KSO_WM_TAG_VERSION" val="1.0"/>
  <p:tag name="KSO_WM_BEAUTIFY_FLAG" val="#wm#"/>
  <p:tag name="KSO_WM_UNIT_TEXT_FILL_FORE_SCHEMECOLOR_INDEX" val="14"/>
  <p:tag name="KSO_WM_UNIT_TEXT_FILL_TYPE" val="1"/>
  <p:tag name="KSO_WM_UNIT_USESOURCEFORMAT_APPLY" val="1"/>
</p:tagLst>
</file>

<file path=ppt/tags/tag8.xml><?xml version="1.0" encoding="utf-8"?>
<p:tagLst xmlns:p="http://schemas.openxmlformats.org/presentationml/2006/main">
  <p:tag name="KSO_WM_UNIT_ISCONTENTSTITLE" val="0"/>
  <p:tag name="KSO_WM_UNIT_ISNUMDGMTITLE" val="0"/>
  <p:tag name="KSO_WM_UNIT_PRESET_TEXT" val="单击此处添加标题"/>
  <p:tag name="KSO_WM_UNIT_NOCLEAR" val="0"/>
  <p:tag name="KSO_WM_UNIT_VALUE" val="9"/>
  <p:tag name="KSO_WM_UNIT_HIGHLIGHT" val="0"/>
  <p:tag name="KSO_WM_UNIT_COMPATIBLE" val="0"/>
  <p:tag name="KSO_WM_UNIT_DIAGRAM_ISNUMVISUAL" val="0"/>
  <p:tag name="KSO_WM_UNIT_DIAGRAM_ISREFERUNIT" val="0"/>
  <p:tag name="KSO_WM_UNIT_PLACING_PICTURE_MD4" val="0"/>
  <p:tag name="KSO_WM_DIAGRAM_GROUP_CODE" val="l1-1"/>
  <p:tag name="KSO_WM_UNIT_TYPE" val="l_h_a"/>
  <p:tag name="KSO_WM_UNIT_INDEX" val="1_3_1"/>
  <p:tag name="KSO_WM_UNIT_ID" val="custom20202590_4*l_h_a*1_3_1"/>
  <p:tag name="KSO_WM_TEMPLATE_CATEGORY" val="custom"/>
  <p:tag name="KSO_WM_TEMPLATE_INDEX" val="20202590"/>
  <p:tag name="KSO_WM_UNIT_LAYERLEVEL" val="1_1_1"/>
  <p:tag name="KSO_WM_TAG_VERSION" val="1.0"/>
  <p:tag name="KSO_WM_BEAUTIFY_FLAG" val="#wm#"/>
  <p:tag name="KSO_WM_UNIT_TEXT_FILL_FORE_SCHEMECOLOR_INDEX" val="14"/>
  <p:tag name="KSO_WM_UNIT_TEXT_FILL_TYPE" val="1"/>
  <p:tag name="KSO_WM_UNIT_USESOURCEFORMAT_APPLY" val="1"/>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PLACING_PICTURE_MD4" val="0"/>
  <p:tag name="KSO_WM_DIAGRAM_GROUP_CODE" val="l1-1"/>
  <p:tag name="KSO_WM_UNIT_TYPE" val="l_h_i"/>
  <p:tag name="KSO_WM_UNIT_INDEX" val="1_2_1"/>
  <p:tag name="KSO_WM_UNIT_ID" val="custom20202590_4*l_h_i*1_2_1"/>
  <p:tag name="KSO_WM_TEMPLATE_CATEGORY" val="custom"/>
  <p:tag name="KSO_WM_TEMPLATE_INDEX" val="20202590"/>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PLACING_PICTURE_MD4" val="0"/>
  <p:tag name="KSO_WM_DIAGRAM_GROUP_CODE" val="l1-1"/>
  <p:tag name="KSO_WM_UNIT_TYPE" val="l_h_i"/>
  <p:tag name="KSO_WM_UNIT_INDEX" val="1_2_2"/>
  <p:tag name="KSO_WM_UNIT_ID" val="custom20202590_4*l_h_i*1_2_2"/>
  <p:tag name="KSO_WM_TEMPLATE_CATEGORY" val="custom"/>
  <p:tag name="KSO_WM_TEMPLATE_INDEX" val="20202590"/>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1.xml><?xml version="1.0" encoding="utf-8"?>
<p:tagLst xmlns:p="http://schemas.openxmlformats.org/presentationml/2006/main">
  <p:tag name="KSO_WM_UNIT_ISCONTENTSTITLE" val="0"/>
  <p:tag name="KSO_WM_UNIT_ISNUMDGMTITLE" val="0"/>
  <p:tag name="KSO_WM_UNIT_PRESET_TEXT" val="单击此处添加标题"/>
  <p:tag name="KSO_WM_UNIT_NOCLEAR" val="0"/>
  <p:tag name="KSO_WM_UNIT_VALUE" val="9"/>
  <p:tag name="KSO_WM_UNIT_HIGHLIGHT" val="0"/>
  <p:tag name="KSO_WM_UNIT_COMPATIBLE" val="0"/>
  <p:tag name="KSO_WM_UNIT_DIAGRAM_ISNUMVISUAL" val="0"/>
  <p:tag name="KSO_WM_UNIT_DIAGRAM_ISREFERUNIT" val="0"/>
  <p:tag name="KSO_WM_UNIT_PLACING_PICTURE_MD4" val="0"/>
  <p:tag name="KSO_WM_DIAGRAM_GROUP_CODE" val="l1-1"/>
  <p:tag name="KSO_WM_UNIT_TYPE" val="l_h_a"/>
  <p:tag name="KSO_WM_UNIT_INDEX" val="1_2_1"/>
  <p:tag name="KSO_WM_UNIT_ID" val="custom20202590_4*l_h_a*1_2_1"/>
  <p:tag name="KSO_WM_TEMPLATE_CATEGORY" val="custom"/>
  <p:tag name="KSO_WM_TEMPLATE_INDEX" val="20202590"/>
  <p:tag name="KSO_WM_UNIT_LAYERLEVEL" val="1_1_1"/>
  <p:tag name="KSO_WM_TAG_VERSION" val="1.0"/>
  <p:tag name="KSO_WM_BEAUTIFY_FLAG" val="#wm#"/>
  <p:tag name="KSO_WM_UNIT_TEXT_FILL_FORE_SCHEMECOLOR_INDEX" val="14"/>
  <p:tag name="KSO_WM_UNIT_TEXT_FILL_TYPE" val="1"/>
  <p:tag name="KSO_WM_UNIT_USESOURCEFORMAT_APPLY" val="1"/>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PLACING_PICTURE_MD4" val="0"/>
  <p:tag name="KSO_WM_DIAGRAM_GROUP_CODE" val="l1-1"/>
  <p:tag name="KSO_WM_UNIT_TYPE" val="l_h_i"/>
  <p:tag name="KSO_WM_UNIT_INDEX" val="1_2_3"/>
  <p:tag name="KSO_WM_UNIT_ID" val="custom20202590_4*l_h_i*1_2_3"/>
  <p:tag name="KSO_WM_TEMPLATE_CATEGORY" val="custom"/>
  <p:tag name="KSO_WM_TEMPLATE_INDEX" val="20202590"/>
  <p:tag name="KSO_WM_UNIT_LAYERLEVEL" val="1_1_1"/>
  <p:tag name="KSO_WM_TAG_VERSION" val="1.0"/>
  <p:tag name="KSO_WM_BEAUTIFY_FLAG" val="#wm#"/>
  <p:tag name="KSO_WM_UNIT_TEXT_FILL_FORE_SCHEMECOLOR_INDEX" val="14"/>
  <p:tag name="KSO_WM_UNIT_TEXT_FILL_TYPE" val="1"/>
  <p:tag name="KSO_WM_UNIT_USESOURCEFORMAT_APPLY" val="1"/>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PLACING_PICTURE_MD4" val="0"/>
  <p:tag name="KSO_WM_DIAGRAM_GROUP_CODE" val="l1-1"/>
  <p:tag name="KSO_WM_UNIT_TYPE" val="l_h_i"/>
  <p:tag name="KSO_WM_UNIT_INDEX" val="1_1_1"/>
  <p:tag name="KSO_WM_UNIT_ID" val="custom20202590_4*l_h_i*1_1_1"/>
  <p:tag name="KSO_WM_TEMPLATE_CATEGORY" val="custom"/>
  <p:tag name="KSO_WM_TEMPLATE_INDEX" val="20202590"/>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PLACING_PICTURE_MD4" val="0"/>
  <p:tag name="KSO_WM_DIAGRAM_GROUP_CODE" val="l1-1"/>
  <p:tag name="KSO_WM_UNIT_TYPE" val="l_h_i"/>
  <p:tag name="KSO_WM_UNIT_INDEX" val="1_1_2"/>
  <p:tag name="KSO_WM_UNIT_ID" val="custom20202590_4*l_h_i*1_1_2"/>
  <p:tag name="KSO_WM_TEMPLATE_CATEGORY" val="custom"/>
  <p:tag name="KSO_WM_TEMPLATE_INDEX" val="20202590"/>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PLACING_PICTURE_MD4" val="0"/>
  <p:tag name="KSO_WM_DIAGRAM_GROUP_CODE" val="l1-1"/>
  <p:tag name="KSO_WM_UNIT_TYPE" val="l_h_i"/>
  <p:tag name="KSO_WM_UNIT_INDEX" val="1_1_3"/>
  <p:tag name="KSO_WM_UNIT_ID" val="custom20202590_4*l_h_i*1_1_3"/>
  <p:tag name="KSO_WM_TEMPLATE_CATEGORY" val="custom"/>
  <p:tag name="KSO_WM_TEMPLATE_INDEX" val="20202590"/>
  <p:tag name="KSO_WM_UNIT_LAYERLEVEL" val="1_1_1"/>
  <p:tag name="KSO_WM_TAG_VERSION" val="1.0"/>
  <p:tag name="KSO_WM_BEAUTIFY_FLAG" val="#wm#"/>
  <p:tag name="KSO_WM_UNIT_TEXT_FILL_FORE_SCHEMECOLOR_INDEX" val="14"/>
  <p:tag name="KSO_WM_UNIT_TEXT_FILL_TYPE" val="1"/>
  <p:tag name="KSO_WM_UNIT_USESOURCEFORMAT_APPLY" val="1"/>
</p:tagLst>
</file>

<file path=ppt/tags/tag16.xml><?xml version="1.0" encoding="utf-8"?>
<p:tagLst xmlns:p="http://schemas.openxmlformats.org/presentationml/2006/main">
  <p:tag name="KSO_WM_UNIT_ISCONTENTSTITLE" val="0"/>
  <p:tag name="KSO_WM_UNIT_ISNUMDGMTITLE" val="0"/>
  <p:tag name="KSO_WM_UNIT_PRESET_TEXT" val="单击此处添加标题"/>
  <p:tag name="KSO_WM_UNIT_NOCLEAR" val="0"/>
  <p:tag name="KSO_WM_UNIT_VALUE" val="9"/>
  <p:tag name="KSO_WM_UNIT_HIGHLIGHT" val="0"/>
  <p:tag name="KSO_WM_UNIT_COMPATIBLE" val="0"/>
  <p:tag name="KSO_WM_UNIT_DIAGRAM_ISNUMVISUAL" val="0"/>
  <p:tag name="KSO_WM_UNIT_DIAGRAM_ISREFERUNIT" val="0"/>
  <p:tag name="KSO_WM_UNIT_PLACING_PICTURE_MD4" val="0"/>
  <p:tag name="KSO_WM_DIAGRAM_GROUP_CODE" val="l1-1"/>
  <p:tag name="KSO_WM_UNIT_TYPE" val="l_h_a"/>
  <p:tag name="KSO_WM_UNIT_INDEX" val="1_3_1"/>
  <p:tag name="KSO_WM_UNIT_ID" val="custom20202590_4*l_h_a*1_3_1"/>
  <p:tag name="KSO_WM_TEMPLATE_CATEGORY" val="custom"/>
  <p:tag name="KSO_WM_TEMPLATE_INDEX" val="20202590"/>
  <p:tag name="KSO_WM_UNIT_LAYERLEVEL" val="1_1_1"/>
  <p:tag name="KSO_WM_TAG_VERSION" val="1.0"/>
  <p:tag name="KSO_WM_BEAUTIFY_FLAG" val="#wm#"/>
  <p:tag name="KSO_WM_UNIT_TEXT_FILL_FORE_SCHEMECOLOR_INDEX" val="14"/>
  <p:tag name="KSO_WM_UNIT_TEXT_FILL_TYPE" val="1"/>
  <p:tag name="KSO_WM_UNIT_USESOURCEFORMAT_APPLY" val="1"/>
</p:tagLst>
</file>

<file path=ppt/tags/tag17.xml><?xml version="1.0" encoding="utf-8"?>
<p:tagLst xmlns:p="http://schemas.openxmlformats.org/presentationml/2006/main">
  <p:tag name="KSO_WM_UNIT_TABLE_BEAUTIFY" val="smartTable{ee1d6857-7741-46a1-93c6-cd48b6f193e6}"/>
  <p:tag name="TABLE_RECT" val="207.5*263.513*305*93.8"/>
  <p:tag name="TABLE_EMPHASIZE_COLOR" val="14896461"/>
  <p:tag name="TABLE_ONEKEY_SKIN_IDX" val="0"/>
  <p:tag name="TABLE_SKINIDX" val="0"/>
  <p:tag name="TABLE_COLORIDX" val="c"/>
  <p:tag name="TABLE_COLOR_RGB" val="0x000000*0xFFFFFF*0x212121*0xFFFFFF*0xE34D4D*0xE67A4A*0xECAF40*0x8DC32D*0x38B8A3*0x3B93BF"/>
</p:tagLst>
</file>

<file path=ppt/tags/tag18.xml><?xml version="1.0" encoding="utf-8"?>
<p:tagLst xmlns:p="http://schemas.openxmlformats.org/presentationml/2006/main">
  <p:tag name="KSO_WM_UNIT_TABLE_BEAUTIFY" val="smartTable{dc53cb3d-1052-4be7-8614-ba735133e255}"/>
  <p:tag name="TABLE_RECT" val="72.8*51.7225*574.4*68.15"/>
  <p:tag name="TABLE_EMPHASIZE_COLOR" val="8684935"/>
  <p:tag name="TABLE_ONEKEY_SKIN_IDX" val="0"/>
  <p:tag name="TABLE_SKINIDX" val="0"/>
  <p:tag name="TABLE_COLORIDX" val="l"/>
  <p:tag name="TABLE_COLOR_RGB" val="0x000000*0xFFFFFF*0x44546A*0xE6E5E5*0x848587*0x738499*0x817CA0*0x9B819F*0xA7878C*0xAB968B"/>
</p:tagLst>
</file>

<file path=ppt/theme/theme1.xml><?xml version="1.0" encoding="utf-8"?>
<a:theme xmlns:a="http://schemas.openxmlformats.org/drawingml/2006/main" name="1_Office Theme">
  <a:themeElements>
    <a:clrScheme name="自定义 27">
      <a:dk1>
        <a:sysClr val="windowText" lastClr="000000"/>
      </a:dk1>
      <a:lt1>
        <a:sysClr val="window" lastClr="FFFFFF"/>
      </a:lt1>
      <a:dk2>
        <a:srgbClr val="44546A"/>
      </a:dk2>
      <a:lt2>
        <a:srgbClr val="E7E6E6"/>
      </a:lt2>
      <a:accent1>
        <a:srgbClr val="C00000"/>
      </a:accent1>
      <a:accent2>
        <a:srgbClr val="DA0000"/>
      </a:accent2>
      <a:accent3>
        <a:srgbClr val="900000"/>
      </a:accent3>
      <a:accent4>
        <a:srgbClr val="A30000"/>
      </a:accent4>
      <a:accent5>
        <a:srgbClr val="FE8A8A"/>
      </a:accent5>
      <a:accent6>
        <a:srgbClr val="FFBFBF"/>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531</Words>
  <Application>WPS 演示</Application>
  <PresentationFormat>全屏显示(16:9)</PresentationFormat>
  <Paragraphs>107</Paragraphs>
  <Slides>4</Slides>
  <Notes>8</Notes>
  <HiddenSlides>0</HiddenSlides>
  <MMClips>0</MMClips>
  <ScaleCrop>false</ScaleCrop>
  <HeadingPairs>
    <vt:vector size="6" baseType="variant">
      <vt:variant>
        <vt:lpstr>已用的字体</vt:lpstr>
      </vt:variant>
      <vt:variant>
        <vt:i4>29</vt:i4>
      </vt:variant>
      <vt:variant>
        <vt:lpstr>主题</vt:lpstr>
      </vt:variant>
      <vt:variant>
        <vt:i4>2</vt:i4>
      </vt:variant>
      <vt:variant>
        <vt:lpstr>幻灯片标题</vt:lpstr>
      </vt:variant>
      <vt:variant>
        <vt:i4>4</vt:i4>
      </vt:variant>
    </vt:vector>
  </HeadingPairs>
  <TitlesOfParts>
    <vt:vector size="35" baseType="lpstr">
      <vt:lpstr>Arial</vt:lpstr>
      <vt:lpstr>宋体</vt:lpstr>
      <vt:lpstr>Wingdings</vt:lpstr>
      <vt:lpstr>Roboto Condensed</vt:lpstr>
      <vt:lpstr>Helvetica Neue</vt:lpstr>
      <vt:lpstr>Arial Black</vt:lpstr>
      <vt:lpstr>微软雅黑</vt:lpstr>
      <vt:lpstr>汉仪旗黑</vt:lpstr>
      <vt:lpstr>华文中宋</vt:lpstr>
      <vt:lpstr>汉仪书宋二KW</vt:lpstr>
      <vt:lpstr>Wingdings</vt:lpstr>
      <vt:lpstr>Arial</vt:lpstr>
      <vt:lpstr>Helvetica</vt:lpstr>
      <vt:lpstr>思源黑体 CN Bold</vt:lpstr>
      <vt:lpstr>汉仪中黑KW</vt:lpstr>
      <vt:lpstr>字魂35号-经典雅黑</vt:lpstr>
      <vt:lpstr>黑体</vt:lpstr>
      <vt:lpstr>宋体</vt:lpstr>
      <vt:lpstr>Arial Unicode MS</vt:lpstr>
      <vt:lpstr>等线</vt:lpstr>
      <vt:lpstr>汉仪中等线KW</vt:lpstr>
      <vt:lpstr>苹方-简</vt:lpstr>
      <vt:lpstr>Calibri</vt:lpstr>
      <vt:lpstr>Helvetica Neue</vt:lpstr>
      <vt:lpstr>Calibri Light</vt:lpstr>
      <vt:lpstr>等线 Light</vt:lpstr>
      <vt:lpstr>Wingdings</vt:lpstr>
      <vt:lpstr>字魂35号-经典雅黑</vt:lpstr>
      <vt:lpstr>微软雅黑</vt:lpstr>
      <vt:lpstr>1_Office Theme</vt:lpstr>
      <vt:lpstr>2_Office Theme</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吴楚君</dc:creator>
  <cp:lastModifiedBy>白日梦想家丶</cp:lastModifiedBy>
  <cp:revision>521</cp:revision>
  <dcterms:created xsi:type="dcterms:W3CDTF">2026-03-10T05:02:10Z</dcterms:created>
  <dcterms:modified xsi:type="dcterms:W3CDTF">2026-03-10T05:02:10Z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2052-7.4.0.8981</vt:lpwstr>
  </property>
  <property fmtid="{D5CDD505-2E9C-101B-9397-08002B2CF9AE}" pid="3" name="ICV">
    <vt:lpwstr>D8EFBAF919294A49A79DBD16DFCDBD82</vt:lpwstr>
  </property>
</Properties>
</file>