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三角形面积推导图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校园花坛设计师</a:t>
            </a:r>
          </a:p>
          <a:p>
            <a:pPr>
              <a:defRPr sz="2400"/>
            </a:pPr>
            <a:r>
              <a:t>8. 面积公式推导（一）</a:t>
            </a:r>
          </a:p>
          <a:p>
            <a:pPr>
              <a:defRPr sz="2400"/>
            </a:pPr>
            <a:r>
              <a:t>9. 不同类型三角形面积计算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课堂小结</a:t>
            </a:r>
          </a:p>
          <a:p>
            <a:pPr>
              <a:defRPr sz="2400"/>
            </a:pPr>
            <a:r>
              <a:t>12. 课后思考</a:t>
            </a:r>
          </a:p>
          <a:p>
            <a:pPr>
              <a:defRPr sz="2400"/>
            </a:pPr>
            <a:r>
              <a:t>13. 面积公式推导（二）</a:t>
            </a:r>
          </a:p>
          <a:p>
            <a:pPr>
              <a:defRPr sz="2400"/>
            </a:pPr>
            <a:r>
              <a:t>14. 例题精讲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三角形定义：三条线段围成的图形</a:t>
            </a:r>
          </a:p>
          <a:p>
            <a:pPr>
              <a:defRPr sz="2400"/>
            </a:pPr>
            <a:r>
              <a:t>本质特征：三条边，三个角，内角和180°</a:t>
            </a:r>
          </a:p>
          <a:p>
            <a:pPr>
              <a:defRPr sz="2400"/>
            </a:pPr>
            <a:r>
              <a:t>正例：三角尺、红领巾</a:t>
            </a:r>
          </a:p>
          <a:p>
            <a:pPr>
              <a:defRPr sz="2400"/>
            </a:pPr>
            <a:r>
              <a:t>反例：正方形、圆形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计算三角形面积时，只算底×高，忘记÷2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对公式记忆不完整，误用平行四边形面积公式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三角形面积 = 底 × 高 ÷ 2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背诵完整公式，做题时先写公式再代入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三角形面积推导图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基础变式：改变数字，巩固公式</a:t>
            </a:r>
          </a:p>
          <a:p>
            <a:pPr>
              <a:defRPr sz="2400"/>
            </a:pPr>
            <a:r>
              <a:t>情境变式：更换背景，灵活应用</a:t>
            </a:r>
          </a:p>
          <a:p>
            <a:pPr>
              <a:defRPr sz="2400"/>
            </a:pPr>
            <a:r>
              <a:t>逆向变式：已知面积求底，提升思维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校园花坛设计师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学校要美化校园，计划在空地上建造一个三角形的花坛。我们需要计算花坛的面积，以便购买足够的土壤和花草。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如何计算这个三角形花坛的面积呢？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视觉建议：展示校园平面图，突出一个三角形区域作为花坛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步骤1：两个相同三角形拼成平行四边形</a:t>
            </a:r>
          </a:p>
          <a:p>
            <a:pPr>
              <a:defRPr sz="2400"/>
            </a:pPr>
            <a:r>
              <a:t>步骤2：平行四边形面积 = 底 × 高</a:t>
            </a:r>
          </a:p>
          <a:p>
            <a:pPr>
              <a:defRPr sz="2400"/>
            </a:pPr>
            <a:r>
              <a:t>初步结论：三角形面积是平行四边形面积的一半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不同类型三角形面积计算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填空题：直接计算面积</a:t>
            </a:r>
          </a:p>
          <a:p>
            <a:pPr>
              <a:defRPr sz="2400"/>
            </a:pPr>
            <a:r>
              <a:t>判断题：理解拼图条件</a:t>
            </a:r>
          </a:p>
          <a:p>
            <a:pPr>
              <a:defRPr sz="2400"/>
            </a:pPr>
            <a:r>
              <a:t>解答题：逆向求高</a:t>
            </a:r>
          </a:p>
          <a:p>
            <a:pPr>
              <a:defRPr sz="2400"/>
            </a:pPr>
            <a:r>
              <a:t>简答题：回忆和比较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【★】一个三角形底7cm，高4cm，面积是______平方厘米。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【★★】判断：两个三角形一定能拼成一个平行四边形。（ 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【★★★】一个三角形面积是18平方米，底是6米，求高。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答案：6米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【★】列举生活中三角形的例子。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答案：如三角尺、屋顶、三明治等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【★★】比较三角形和平行四边形面积公式的异同。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答案：同：都涉及底和高；异：三角形要除以2，平行四边形不用。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本节课学习了三角形面积公式，通过拼图探究推导出 S = (a × h) ÷ 2，并应用于解决实际问题，培养了空间观念和转化思想。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 S = (a × h) ÷ 2</a:t>
            </a:r>
          </a:p>
          <a:p>
            <a:pPr>
              <a:defRPr sz="2400"/>
            </a:pPr>
            <a:r>
              <a:t>• 公式推导：通过拼图转化为平行四边形</a:t>
            </a:r>
          </a:p>
          <a:p>
            <a:pPr>
              <a:defRPr sz="2400"/>
            </a:pPr>
            <a:r>
              <a:t>• 应用时注意底和高的对应关系及单位统一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课后思考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家里装修，需要给一块三角形墙面贴壁纸，如何计算所需壁纸面积？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你能用今天学的知识解决这个问题吗？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视觉建议：展示三角形墙面的示意图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步骤3：三角形与平行四边形底和高相等</a:t>
            </a:r>
          </a:p>
          <a:p>
            <a:pPr>
              <a:defRPr sz="2400"/>
            </a:pPr>
            <a:r>
              <a:t>步骤4：三角形面积 = 底 × 高 ÷ 2</a:t>
            </a:r>
          </a:p>
          <a:p>
            <a:pPr>
              <a:defRPr sz="2400"/>
            </a:pPr>
            <a:r>
              <a:t>最终公式：S = (a × h) ÷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审题：底8米，高5米，求面积</a:t>
            </a:r>
          </a:p>
          <a:p>
            <a:pPr>
              <a:defRPr sz="2400"/>
            </a:pPr>
            <a:r>
              <a:t>分析：用公式 S = (a × h) ÷ 2</a:t>
            </a:r>
          </a:p>
          <a:p>
            <a:pPr>
              <a:defRPr sz="2400"/>
            </a:pPr>
            <a:r>
              <a:t>解题：S = (8×5)÷2 = 20平方米</a:t>
            </a:r>
          </a:p>
          <a:p>
            <a:pPr>
              <a:defRPr sz="2400"/>
            </a:pPr>
            <a:r>
              <a:t>反思：公式不能漏掉除以2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