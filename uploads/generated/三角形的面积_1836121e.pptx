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认识三角形的面积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公式推导图示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校园里的三角形</a:t>
            </a:r>
          </a:p>
          <a:p>
            <a:pPr>
              <a:defRPr sz="2400"/>
            </a:pPr>
            <a:r>
              <a:t>8. 面积公式的推导（一）</a:t>
            </a:r>
          </a:p>
          <a:p>
            <a:pPr>
              <a:defRPr sz="2400"/>
            </a:pPr>
            <a:r>
              <a:t>9. 不同三角形面积计算示例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面积公式的推导（二）</a:t>
            </a:r>
          </a:p>
          <a:p>
            <a:pPr>
              <a:defRPr sz="2400"/>
            </a:pPr>
            <a:r>
              <a:t>12. 知识梳理</a:t>
            </a:r>
          </a:p>
          <a:p>
            <a:pPr>
              <a:defRPr sz="2400"/>
            </a:pPr>
            <a:r>
              <a:t>13. 更多练习</a:t>
            </a:r>
          </a:p>
          <a:p>
            <a:pPr>
              <a:defRPr sz="2400"/>
            </a:pPr>
            <a:r>
              <a:t>14. 例题精讲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概念：三角形所占平面的大小</a:t>
            </a:r>
          </a:p>
          <a:p>
            <a:pPr>
              <a:defRPr sz="2400"/>
            </a:pPr>
            <a:r>
              <a:t>特征：与底和高相关</a:t>
            </a:r>
          </a:p>
          <a:p>
            <a:pPr>
              <a:defRPr sz="2400"/>
            </a:pPr>
            <a:r>
              <a:t>直观模型：方格纸数格子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S = 6 × 4 = 24（忘记除以2）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没有理解公式中“除以2”的含义。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6 × 4 ÷ 2 = 12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牢记公式：底乘高除以2；计算后检查。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公式推导图示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基础变式：数字变化</a:t>
            </a:r>
          </a:p>
          <a:p>
            <a:pPr>
              <a:defRPr sz="2400"/>
            </a:pPr>
            <a:r>
              <a:t>情境变式：实际应用</a:t>
            </a:r>
          </a:p>
          <a:p>
            <a:pPr>
              <a:defRPr sz="2400"/>
            </a:pPr>
            <a:r>
              <a:t>逆向变式：反推计算</a:t>
            </a:r>
          </a:p>
          <a:p>
            <a:pPr>
              <a:defRPr sz="2400"/>
            </a:pPr>
            <a:r>
              <a:t>综合变式：结合图形特性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校园里的三角形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学校要重新规划一块三角形的花坛，需要计算它的面积来购买草皮。花坛的形状是一个直角三角形，底边长8米，高5米。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视觉建议：展示校园花坛的平面示意图，标注底和高。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面积公式的推导（一）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步骤1：准备两个相同三角形</a:t>
            </a:r>
          </a:p>
          <a:p>
            <a:pPr>
              <a:defRPr sz="2400"/>
            </a:pPr>
            <a:r>
              <a:t>步骤2：拼成平行四边形</a:t>
            </a:r>
          </a:p>
          <a:p>
            <a:pPr>
              <a:defRPr sz="2400"/>
            </a:pPr>
            <a:r>
              <a:t>初步结论：平行四边形面积公式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不同三角形面积计算示例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练习1：记忆公式</a:t>
            </a:r>
          </a:p>
          <a:p>
            <a:pPr>
              <a:defRPr sz="2400"/>
            </a:pPr>
            <a:r>
              <a:t>练习2：应用计算</a:t>
            </a:r>
          </a:p>
          <a:p>
            <a:pPr>
              <a:defRPr sz="2400"/>
            </a:pPr>
            <a:r>
              <a:t>练习3：理解原理</a:t>
            </a:r>
          </a:p>
          <a:p>
            <a:pPr>
              <a:defRPr sz="2400"/>
            </a:pPr>
            <a:r>
              <a:t>练习4：分析比较</a:t>
            </a:r>
          </a:p>
          <a:p>
            <a:pPr>
              <a:defRPr sz="2400"/>
            </a:pPr>
            <a:r>
              <a:t>练习5：创造问题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【★】一个三角形底9分米，高4分米，面积是多少？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9 × 4 ÷ 2 = 18平方分米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【★★】解释为什么三角形面积要除以2。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答案：因为两个相同三角形拼成一个平行四边形，三角形面积是它的一半。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【★★】比较三角形和平行四边形面积公式的异同。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答案：相同：都涉及底和高；不同：三角形面积除以2，平行四边形不除。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【★★★】设计一个三角形面积的实际问题并解答。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答案：例如：一块三角形布料底2米，高1.5米，面积是1.5平方米。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面积公式的推导（二）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步骤3：平行四边形面积计算</a:t>
            </a:r>
          </a:p>
          <a:p>
            <a:pPr>
              <a:defRPr sz="2400"/>
            </a:pPr>
            <a:r>
              <a:t>步骤4：三角形面积是它的一半</a:t>
            </a:r>
          </a:p>
          <a:p>
            <a:pPr>
              <a:defRPr sz="2400"/>
            </a:pPr>
            <a:r>
              <a:t>最终公式：S = a × h ÷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本课从生活情境引入，通过拼图推导出三角形面积公式S=a×h÷2，讲解例题并设计变式练习，强调易错点，帮助学生掌握知识并提升解决问题的能力。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理解公式推导过程</a:t>
            </a:r>
          </a:p>
          <a:p>
            <a:pPr>
              <a:defRPr sz="2400"/>
            </a:pPr>
            <a:r>
              <a:t>• 掌握面积计算方法</a:t>
            </a:r>
          </a:p>
          <a:p>
            <a:pPr>
              <a:defRPr sz="2400"/>
            </a:pPr>
            <a:r>
              <a:t>• 注意单位使用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更多练习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练习6：逆向计算</a:t>
            </a:r>
          </a:p>
          <a:p>
            <a:pPr>
              <a:defRPr sz="2400"/>
            </a:pPr>
            <a:r>
              <a:t>练习7：判断理解</a:t>
            </a:r>
          </a:p>
          <a:p>
            <a:pPr>
              <a:defRPr sz="2400"/>
            </a:pPr>
            <a:r>
              <a:t>练习8：综合应用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【★★】一个三角形面积是30平方厘米，高是6厘米，求底。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= 30 × 2 ÷ 6 = 10厘米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【★】判断：所有三角形的面积都可以用底乘高除以2计算。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答案：正确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【★★★】一个等腰三角形底边10厘米，腰长13厘米，高12厘米，求面积。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10 × 12 ÷ 2 = 60平方厘米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审题：底6cm，高4cm</a:t>
            </a:r>
          </a:p>
          <a:p>
            <a:pPr>
              <a:defRPr sz="2400"/>
            </a:pPr>
            <a:r>
              <a:t>分析：用公式S=a×h÷2</a:t>
            </a:r>
          </a:p>
          <a:p>
            <a:pPr>
              <a:defRPr sz="2400"/>
            </a:pPr>
            <a:r>
              <a:t>解题：S=6×4÷2=12cm²</a:t>
            </a:r>
          </a:p>
          <a:p>
            <a:pPr>
              <a:defRPr sz="2400"/>
            </a:pPr>
            <a:r>
              <a:t>反思：验证和变式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