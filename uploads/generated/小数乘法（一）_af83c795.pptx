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小数乘法（一）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超市购物中的数学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周末，小明和妈妈去超市购物，买了3个苹果，每个苹果的价格是2.5元。他们需要计算总价。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如何计算3个苹果的总价？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视觉建议：展示超市购物车图片，包含苹果和价格标签（2.5元/个）。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小数乘整数的意义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小数乘整数表示几个相同小数相加的和。</a:t>
            </a:r>
          </a:p>
          <a:p>
            <a:pPr>
              <a:defRPr sz="2400"/>
            </a:pPr>
            <a:r>
              <a:t>例如：2.5 × 3 表示 3 个 2.5 相加。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