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小数加减法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超市购物比价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周末，小明和妈妈去超市购物，他们想买一瓶果汁和一块巧克力。果汁标价是5.8元，巧克力标价是3.25元。妈妈想知道一共需要多少钱，小明想比较哪种商品更贵。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你能帮小明计算总价，并比较果汁和巧克力的价格吗？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视觉建议：展示超市货架图片，突出果汁和巧克力的价格标签，并配一张简单的购物清单图示。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认识小数加减法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