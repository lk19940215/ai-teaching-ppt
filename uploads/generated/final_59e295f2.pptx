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286000"/>
            <a:ext cx="7315200" cy="1371600"/>
          </a:xfrm>
          <a:prstGeom prst="rect">
            <a:avLst/>
          </a:prstGeom>
          <a:noFill/>
        </p:spPr>
        <p:txBody>
          <a:bodyPr wrap="square" anchor="ctr">
            <a:spAutoFit/>
          </a:bodyPr>
          <a:lstStyle/>
          <a:p>
            <a:pPr algn="ctr">
              <a:defRPr sz="3200" b="1">
                <a:solidFill>
                  <a:srgbClr val="3F51B5"/>
                </a:solidFill>
              </a:defRPr>
            </a:pPr>
            <a:r>
              <a:t>智能合并课件</a:t>
            </a:r>
          </a:p>
        </p:txBody>
      </p:sp>
      <p:sp>
        <p:nvSpPr>
          <p:cNvPr id="3" name="TextBox 2"/>
          <p:cNvSpPr txBox="1"/>
          <p:nvPr/>
        </p:nvSpPr>
        <p:spPr>
          <a:xfrm>
            <a:off x="1828800" y="3657600"/>
            <a:ext cx="5486400" cy="914400"/>
          </a:xfrm>
          <a:prstGeom prst="rect">
            <a:avLst/>
          </a:prstGeom>
          <a:noFill/>
        </p:spPr>
        <p:txBody>
          <a:bodyPr wrap="square" anchor="ctr">
            <a:spAutoFit/>
          </a:bodyPr>
          <a:lstStyle/>
          <a:p>
            <a:pPr algn="ctr">
              <a:defRPr sz="2200">
                <a:solidFill>
                  <a:srgbClr val="808080"/>
                </a:solidFill>
              </a:defRPr>
            </a:pPr>
            <a:r>
              <a:t>AI 教学 PPT 生成器</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38435" y="867710"/>
            <a:ext cx="3231285" cy="456565"/>
          </a:xfrm>
          <a:prstGeom prst="rect">
            <a:avLst/>
          </a:prstGeom>
          <a:noFill/>
        </p:spPr>
        <p:txBody>
          <a:bodyPr wrap="none">
            <a:spAutoFit/>
          </a:bodyPr>
          <a:lstStyle/>
          <a:p>
            <a:r>
              <a:t>添加标题内容</a:t>
            </a:r>
          </a:p>
        </p:txBody>
      </p:sp>
      <p:sp>
        <p:nvSpPr>
          <p:cNvPr id="3" name="TextBox 2"/>
          <p:cNvSpPr txBox="1"/>
          <p:nvPr/>
        </p:nvSpPr>
        <p:spPr>
          <a:xfrm>
            <a:off x="4338435" y="994710"/>
            <a:ext cx="3231285" cy="457953"/>
          </a:xfrm>
          <a:prstGeom prst="rect">
            <a:avLst/>
          </a:prstGeom>
          <a:noFill/>
        </p:spPr>
        <p:txBody>
          <a:bodyPr wrap="none">
            <a:spAutoFit/>
          </a:bodyPr>
          <a:lstStyle/>
          <a:p>
            <a:r>
              <a:t>添加标题内容</a:t>
            </a:r>
          </a:p>
        </p:txBody>
      </p:sp>
      <p:sp>
        <p:nvSpPr>
          <p:cNvPr id="4" name="TextBox 3"/>
          <p:cNvSpPr txBox="1"/>
          <p:nvPr/>
        </p:nvSpPr>
        <p:spPr>
          <a:xfrm>
            <a:off x="541655" y="687705"/>
            <a:ext cx="1027430" cy="306705"/>
          </a:xfrm>
          <a:prstGeom prst="rect">
            <a:avLst/>
          </a:prstGeom>
          <a:noFill/>
        </p:spPr>
        <p:txBody>
          <a:bodyPr wrap="none">
            <a:spAutoFit/>
          </a:bodyPr>
          <a:lstStyle/>
          <a:p>
            <a:r>
              <a:t>个人信息：</a:t>
            </a:r>
          </a:p>
        </p:txBody>
      </p:sp>
      <p:sp>
        <p:nvSpPr>
          <p:cNvPr id="5" name="TextBox 4"/>
          <p:cNvSpPr txBox="1"/>
          <p:nvPr/>
        </p:nvSpPr>
        <p:spPr>
          <a:xfrm>
            <a:off x="541655" y="1704975"/>
            <a:ext cx="1100455" cy="306705"/>
          </a:xfrm>
          <a:prstGeom prst="rect">
            <a:avLst/>
          </a:prstGeom>
          <a:noFill/>
        </p:spPr>
        <p:txBody>
          <a:bodyPr wrap="none">
            <a:spAutoFit/>
          </a:bodyPr>
          <a:lstStyle/>
          <a:p>
            <a:r>
              <a:t>工作简历：</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979454" y="1840548"/>
            <a:ext cx="2516981" cy="497681"/>
          </a:xfrm>
          <a:prstGeom prst="rect">
            <a:avLst/>
          </a:prstGeom>
          <a:noFill/>
        </p:spPr>
        <p:txBody>
          <a:bodyPr wrap="none">
            <a:spAutoFit/>
          </a:bodyPr>
          <a:lstStyle/>
          <a:p>
            <a:r>
              <a:t>个人经历概述</a:t>
            </a:r>
          </a:p>
        </p:txBody>
      </p:sp>
      <p:sp>
        <p:nvSpPr>
          <p:cNvPr id="3" name="TextBox 2"/>
          <p:cNvSpPr txBox="1"/>
          <p:nvPr/>
        </p:nvSpPr>
        <p:spPr>
          <a:xfrm>
            <a:off x="2007235" y="2499360"/>
            <a:ext cx="6623050" cy="1198880"/>
          </a:xfrm>
          <a:prstGeom prst="rect">
            <a:avLst/>
          </a:prstGeom>
          <a:noFill/>
        </p:spPr>
        <p:txBody>
          <a:bodyPr wrap="none">
            <a:spAutoFit/>
          </a:bodyPr>
          <a:lstStyle/>
          <a:p>
            <a:r>
              <a:t>Note：</a:t>
            </a:r>
          </a:p>
          <a:p>
            <a:r>
              <a:t>1、请简要介绍个人信息（目前所在部门及小组、岗位、工作职责概要）和工作简历，包括非aku工作经历。</a:t>
            </a:r>
          </a:p>
          <a:p>
            <a:r>
              <a:t>2、分析与总结：选择各项成果中最具有成就的一个事件或一个项目进行剖析及总结</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38435" y="867710"/>
            <a:ext cx="3231285" cy="457953"/>
          </a:xfrm>
          <a:prstGeom prst="rect">
            <a:avLst/>
          </a:prstGeom>
          <a:noFill/>
        </p:spPr>
        <p:txBody>
          <a:bodyPr wrap="none">
            <a:spAutoFit/>
          </a:bodyPr>
          <a:lstStyle/>
          <a:p>
            <a:r>
              <a:t>添加标题内容</a:t>
            </a:r>
          </a:p>
        </p:txBody>
      </p:sp>
      <p:sp>
        <p:nvSpPr>
          <p:cNvPr id="3" name="TextBox 2"/>
          <p:cNvSpPr txBox="1"/>
          <p:nvPr/>
        </p:nvSpPr>
        <p:spPr>
          <a:xfrm>
            <a:off x="4338435" y="994710"/>
            <a:ext cx="3231285" cy="457953"/>
          </a:xfrm>
          <a:prstGeom prst="rect">
            <a:avLst/>
          </a:prstGeom>
          <a:noFill/>
        </p:spPr>
        <p:txBody>
          <a:bodyPr wrap="none">
            <a:spAutoFit/>
          </a:bodyPr>
          <a:lstStyle/>
          <a:p>
            <a:r>
              <a:t>添加标题内容</a:t>
            </a:r>
          </a:p>
        </p:txBody>
      </p:sp>
      <p:sp>
        <p:nvSpPr>
          <p:cNvPr id="4" name="TextBox 3"/>
          <p:cNvSpPr txBox="1"/>
          <p:nvPr/>
        </p:nvSpPr>
        <p:spPr>
          <a:xfrm>
            <a:off x="494085" y="276004"/>
            <a:ext cx="7425349" cy="375503"/>
          </a:xfrm>
          <a:prstGeom prst="rect">
            <a:avLst/>
          </a:prstGeom>
          <a:noFill/>
        </p:spPr>
        <p:txBody>
          <a:bodyPr wrap="none">
            <a:spAutoFit/>
          </a:bodyPr>
          <a:lstStyle/>
          <a:p>
            <a:r>
              <a:t>举例（模板仅供参考）：</a:t>
            </a:r>
          </a:p>
        </p:txBody>
      </p:sp>
      <p:sp>
        <p:nvSpPr>
          <p:cNvPr id="5" name="TextBox 4"/>
          <p:cNvSpPr txBox="1"/>
          <p:nvPr/>
        </p:nvSpPr>
        <p:spPr>
          <a:xfrm>
            <a:off x="768350" y="773430"/>
            <a:ext cx="1280795" cy="306705"/>
          </a:xfrm>
          <a:prstGeom prst="rect">
            <a:avLst/>
          </a:prstGeom>
          <a:noFill/>
        </p:spPr>
        <p:txBody>
          <a:bodyPr wrap="none">
            <a:spAutoFit/>
          </a:bodyPr>
          <a:lstStyle/>
          <a:p>
            <a:r>
              <a:t>个人信息：</a:t>
            </a:r>
          </a:p>
        </p:txBody>
      </p:sp>
      <p:sp>
        <p:nvSpPr>
          <p:cNvPr id="6" name="TextBox 5"/>
          <p:cNvSpPr txBox="1"/>
          <p:nvPr/>
        </p:nvSpPr>
        <p:spPr>
          <a:xfrm>
            <a:off x="768350" y="1834515"/>
            <a:ext cx="6876415" cy="306705"/>
          </a:xfrm>
          <a:prstGeom prst="rect">
            <a:avLst/>
          </a:prstGeom>
          <a:noFill/>
        </p:spPr>
        <p:txBody>
          <a:bodyPr wrap="none">
            <a:spAutoFit/>
          </a:bodyPr>
          <a:lstStyle/>
          <a:p>
            <a:r>
              <a:t>工作简历（包括但不限于时间起讫、任职公司、任职岗位、工作概要、工作成果）：</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979454" y="1563053"/>
            <a:ext cx="3317081" cy="497681"/>
          </a:xfrm>
          <a:prstGeom prst="rect">
            <a:avLst/>
          </a:prstGeom>
          <a:noFill/>
        </p:spPr>
        <p:txBody>
          <a:bodyPr wrap="none">
            <a:spAutoFit/>
          </a:bodyPr>
          <a:lstStyle/>
          <a:p>
            <a:r>
              <a:t>主要工作成果</a:t>
            </a:r>
          </a:p>
        </p:txBody>
      </p:sp>
      <p:sp>
        <p:nvSpPr>
          <p:cNvPr id="3" name="TextBox 2"/>
          <p:cNvSpPr txBox="1"/>
          <p:nvPr/>
        </p:nvSpPr>
        <p:spPr>
          <a:xfrm>
            <a:off x="1979295" y="2139315"/>
            <a:ext cx="6731635" cy="2030095"/>
          </a:xfrm>
          <a:prstGeom prst="rect">
            <a:avLst/>
          </a:prstGeom>
          <a:noFill/>
        </p:spPr>
        <p:txBody>
          <a:bodyPr wrap="none">
            <a:spAutoFit/>
          </a:bodyPr>
          <a:lstStyle/>
          <a:p>
            <a:r>
              <a:t>Note：</a:t>
            </a:r>
          </a:p>
          <a:p>
            <a:r>
              <a:t>1、请简要介绍过往1-2年在AL负责的主要项目及工作成果</a:t>
            </a:r>
          </a:p>
          <a:p>
            <a:r>
              <a:t>2、重点谈一个你认为最成功或最能体现个人专业能力的项目或成果是什么、承担的角色是什么：   </a:t>
            </a:r>
          </a:p>
          <a:p>
            <a:r>
              <a:t>对部门/公司有什么价值，如：业务突破、技术进步、管理提升等</a:t>
            </a:r>
          </a:p>
          <a:p>
            <a:r>
              <a:t>过程中的挑战和难度在哪里，你如何克服的</a:t>
            </a:r>
          </a:p>
          <a:p>
            <a:r>
              <a:t>过程中你做过哪些重要的决策或抉择</a:t>
            </a:r>
          </a:p>
          <a:p>
            <a:r>
              <a:t>有哪些方法论/工具的应用或突破</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