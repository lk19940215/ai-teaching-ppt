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先放置A第3页[课程大纲],然后插入B第2页[物理定律]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课程大纲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第一章：基础概念</a:t>
            </a:r>
          </a:p>
          <a:p>
            <a:pPr>
              <a:defRPr sz="1400"/>
            </a:pPr>
            <a:r>
              <a:t>第二章：函数</a:t>
            </a:r>
          </a:p>
          <a:p>
            <a:pPr>
              <a:defRPr sz="1400"/>
            </a:pPr>
            <a:r>
              <a:t>第三章：几何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物理定律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牛顿第一定律</a:t>
            </a:r>
          </a:p>
          <a:p>
            <a:pPr>
              <a:defRPr sz="1400"/>
            </a:pPr>
            <a:r>
              <a:t>牛顿第二定律</a:t>
            </a:r>
          </a:p>
          <a:p>
            <a:pPr>
              <a:defRPr sz="1400"/>
            </a:pPr>
            <a:r>
              <a:t>牛顿第三定律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