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认识三角形的底和高</a:t>
            </a:r>
          </a:p>
          <a:p>
            <a:pPr>
              <a:defRPr sz="2400"/>
            </a:pPr>
            <a:r>
              <a:t>4. 常见错误</a:t>
            </a:r>
          </a:p>
          <a:p>
            <a:pPr>
              <a:defRPr sz="2400"/>
            </a:pPr>
            <a:r>
              <a:t>5. 图形示例</a:t>
            </a:r>
          </a:p>
          <a:p>
            <a:pPr>
              <a:defRPr sz="2400"/>
            </a:pPr>
            <a:r>
              <a:t>6. 变式练习</a:t>
            </a:r>
          </a:p>
          <a:p>
            <a:pPr>
              <a:defRPr sz="2400"/>
            </a:pPr>
            <a:r>
              <a:t>7. 校园里的数学</a:t>
            </a:r>
          </a:p>
          <a:p>
            <a:pPr>
              <a:defRPr sz="2400"/>
            </a:pPr>
            <a:r>
              <a:t>8. 三角形面积公式推导（一）</a:t>
            </a:r>
          </a:p>
          <a:p>
            <a:pPr>
              <a:defRPr sz="2400"/>
            </a:pPr>
            <a:r>
              <a:t>9. 公式对比</a:t>
            </a:r>
          </a:p>
          <a:p>
            <a:pPr>
              <a:defRPr sz="2400"/>
            </a:pPr>
            <a:r>
              <a:t>10. 课堂练习</a:t>
            </a:r>
          </a:p>
          <a:p>
            <a:pPr>
              <a:defRPr sz="2400"/>
            </a:pPr>
            <a:r>
              <a:t>11. 三角形面积公式推导（二）</a:t>
            </a:r>
          </a:p>
          <a:p>
            <a:pPr>
              <a:defRPr sz="2400"/>
            </a:pPr>
            <a:r>
              <a:t>12. 课后思考</a:t>
            </a:r>
          </a:p>
          <a:p>
            <a:pPr>
              <a:defRPr sz="2400"/>
            </a:pPr>
            <a:r>
              <a:t>13. 课堂小结</a:t>
            </a:r>
          </a:p>
          <a:p>
            <a:pPr>
              <a:defRPr sz="2400"/>
            </a:pPr>
            <a:r>
              <a:t>14. 例题精讲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认识三角形的底和高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底：三角形的一条边</a:t>
            </a:r>
          </a:p>
          <a:p>
            <a:pPr>
              <a:defRPr sz="2400"/>
            </a:pPr>
            <a:r>
              <a:t>高：从对顶点到底边的垂直线段</a:t>
            </a:r>
          </a:p>
          <a:p>
            <a:pPr>
              <a:defRPr sz="2400"/>
            </a:pPr>
            <a:r>
              <a:t>关键：底和高必须对应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计算三角形面积时，用底乘以斜边长度。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错误地将斜边当作高，没有理解高是垂直线段。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必须使用从对应顶点到底边的垂直线段作为高。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画图标注底和高，确保是垂直关系。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3498DB"/>
                </a:solidFill>
              </a:defRPr>
            </a:pPr>
            <a:r>
              <a:t>图形示例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基础变式：直接计算面积</a:t>
            </a:r>
          </a:p>
          <a:p>
            <a:pPr>
              <a:defRPr sz="2400"/>
            </a:pPr>
            <a:r>
              <a:t>情境变式：手帕面积计算</a:t>
            </a:r>
          </a:p>
          <a:p>
            <a:pPr>
              <a:defRPr sz="2400"/>
            </a:pPr>
            <a:r>
              <a:t>逆向变式：已知面积和高求底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校园里的数学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学校要重新布置一块三角形的花坛，需要计算花坛的面积来购买草皮。花坛的底边长8米，对应的高是5米。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你能帮学校计算出这个三角形花坛的面积吗？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视觉建议：展示三角形花坛的平面示意图，标注底边8米和高5米。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步骤1：准备两个相同的三角形</a:t>
            </a:r>
          </a:p>
          <a:p>
            <a:pPr>
              <a:defRPr sz="2400"/>
            </a:pPr>
            <a:r>
              <a:t>步骤2：拼成一个平行四边形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448AFF"/>
                </a:solidFill>
              </a:defRPr>
            </a:pPr>
            <a:r>
              <a:t>公式对比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填空题：回忆和应用公式</a:t>
            </a:r>
          </a:p>
          <a:p>
            <a:pPr>
              <a:defRPr sz="2400"/>
            </a:pPr>
            <a:r>
              <a:t>判断题和选择题：理解公式</a:t>
            </a:r>
          </a:p>
          <a:p>
            <a:pPr>
              <a:defRPr sz="2400"/>
            </a:pPr>
            <a:r>
              <a:t>解答题：逆向应用公式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【★】三角形的面积公式是（    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a×h÷2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【★】一个三角形底12厘米，高5厘米，面积是（    ）平方厘米。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【★★】判断：三角形的面积等于底乘以高。（    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答案：错误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【★★】选择：计算三角形面积时，必须知道（    ）。 A. 底和高 B. 三条边长 C. 两个角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【★★★】一个三角形面积是18平方米，高是6米，求底边长。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 = 2×18÷6 = 6米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步骤3：平行四边形面积 = 底×高</a:t>
            </a:r>
          </a:p>
          <a:p>
            <a:pPr>
              <a:defRPr sz="2400"/>
            </a:pPr>
            <a:r>
              <a:t>步骤4：三角形面积 = (底×高)÷2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课后思考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思考题：探索其他推导方法</a:t>
            </a:r>
          </a:p>
          <a:p>
            <a:pPr>
              <a:defRPr sz="2400"/>
            </a:pPr>
            <a:r>
              <a:t>解答题：综合应用知识求面积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【★★★】你能用其他方法推导三角形面积公式吗？（如剪拼法）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答案：例如，将三角形剪拼成长方形，长方形面积=长×宽，三角形面积是其一半。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【★★★】一个等腰三角形底边10厘米，腰长13厘米，求面积。（提示：先求高）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答案：高 = √(13² - 5²) = √144 = 12厘米，面积 = 10×12÷2 = 60平方厘米。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本节课学习了三角形的面积公式 S = a×h÷2，通过拼图法推导公式，理解底和高的对应关系，并能应用公式解决实际问题，体会转化数学思想。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理解三角形的底和高的定义及对应关系</a:t>
            </a:r>
          </a:p>
          <a:p>
            <a:pPr>
              <a:defRPr sz="2400"/>
            </a:pPr>
            <a:r>
              <a:t>• 掌握三角形面积公式 S = a×h÷2 及其推导过程</a:t>
            </a:r>
          </a:p>
          <a:p>
            <a:pPr>
              <a:defRPr sz="2400"/>
            </a:pPr>
            <a:r>
              <a:t>• 能正确应用公式计算三角形面积，注意单位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例题精讲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审题：底6厘米，高4厘米</a:t>
            </a:r>
          </a:p>
          <a:p>
            <a:pPr>
              <a:defRPr sz="2400"/>
            </a:pPr>
            <a:r>
              <a:t>分析：用公式 S = a×h÷2</a:t>
            </a:r>
          </a:p>
          <a:p>
            <a:pPr>
              <a:defRPr sz="2400"/>
            </a:pPr>
            <a:r>
              <a:t>解题：S=6×4÷2=12平方厘米</a:t>
            </a:r>
          </a:p>
          <a:p>
            <a:pPr>
              <a:defRPr sz="2400"/>
            </a:pPr>
            <a:r>
              <a:t>反思：检查底和高对应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