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校园花坛的挑战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学校有一块三角形花坛，需要计算面积来购买草皮。花坛的底边长8米，对应的高是5米。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你能想办法算出这块三角形花坛的面积吗？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视觉建议：展示三角形花坛的平面图，标注底边和高。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面积：平面图形所占平面的大小</a:t>
            </a:r>
          </a:p>
          <a:p>
            <a:pPr>
              <a:defRPr sz="2400"/>
            </a:pPr>
            <a:r>
              <a:t>三角形面积：三角形所占平面的大小</a:t>
            </a:r>
          </a:p>
          <a:p>
            <a:pPr>
              <a:defRPr sz="2400"/>
            </a:pPr>
            <a:r>
              <a:t>关键：底和高决定面积大小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