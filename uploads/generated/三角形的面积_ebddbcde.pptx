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认识三角形的底和高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三角形面积公式图解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校园里的数学</a:t>
            </a:r>
          </a:p>
          <a:p>
            <a:pPr>
              <a:defRPr sz="2400"/>
            </a:pPr>
            <a:r>
              <a:t>8. 三角形面积公式的推导（一）</a:t>
            </a:r>
          </a:p>
          <a:p>
            <a:pPr>
              <a:defRPr sz="2400"/>
            </a:pPr>
            <a:r>
              <a:t>9. 三角形面积计算示例表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三角形面积公式的推导（二）</a:t>
            </a:r>
          </a:p>
          <a:p>
            <a:pPr>
              <a:defRPr sz="2400"/>
            </a:pPr>
            <a:r>
              <a:t>12. 课后思考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例题精讲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概念：底和高是相互对应的</a:t>
            </a:r>
          </a:p>
          <a:p>
            <a:pPr>
              <a:defRPr sz="2400"/>
            </a:pPr>
            <a:r>
              <a:t>特征：高是垂直于底的线段</a:t>
            </a:r>
          </a:p>
          <a:p>
            <a:pPr>
              <a:defRPr sz="2400"/>
            </a:pPr>
            <a:r>
              <a:t>直观：通过图形认识底和高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计算三角形面积时，只算 a×h，忘记除以 2。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对公式记忆不牢，混淆了三角形和平行四边形面积公式。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牢记公式 S = a×h÷2，计算后检查是否除以 2。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多练习，理解公式推导过程，知道为什么要除以 2。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三角形面积公式图解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基础变式：改变数字，巩固公式</a:t>
            </a:r>
          </a:p>
          <a:p>
            <a:pPr>
              <a:defRPr sz="2400"/>
            </a:pPr>
            <a:r>
              <a:t>情境变式：联系生活，应用公式</a:t>
            </a:r>
          </a:p>
          <a:p>
            <a:pPr>
              <a:defRPr sz="2400"/>
            </a:pPr>
            <a:r>
              <a:t>逆向变式：已知面积求底，逆向思维</a:t>
            </a:r>
          </a:p>
          <a:p>
            <a:pPr>
              <a:defRPr sz="2400"/>
            </a:pPr>
            <a:r>
              <a:t>综合变式：结合平行四边形，深化理解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学校要制作一批三角形的流动红旗，需要计算布料用量。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如何计算一面三角形红旗的面积呢？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视觉建议：展示三角形红旗的图片，并标注底边和高。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步骤一：准备两个完全一样的三角形</a:t>
            </a:r>
          </a:p>
          <a:p>
            <a:pPr>
              <a:defRPr sz="2400"/>
            </a:pPr>
            <a:r>
              <a:t>步骤二：拼成一个平行四边形</a:t>
            </a:r>
          </a:p>
          <a:p>
            <a:pPr>
              <a:defRPr sz="2400"/>
            </a:pPr>
            <a:r>
              <a:t>依据：平行四边形面积公式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三角形面积计算示例表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练习一：记忆公式</a:t>
            </a:r>
          </a:p>
          <a:p>
            <a:pPr>
              <a:defRPr sz="2400"/>
            </a:pPr>
            <a:r>
              <a:t>练习二：应用公式计算</a:t>
            </a:r>
          </a:p>
          <a:p>
            <a:pPr>
              <a:defRPr sz="2400"/>
            </a:pPr>
            <a:r>
              <a:t>练习三：理解概念关系</a:t>
            </a:r>
          </a:p>
          <a:p>
            <a:pPr>
              <a:defRPr sz="2400"/>
            </a:pPr>
            <a:r>
              <a:t>练习四：逆向应用公式</a:t>
            </a:r>
          </a:p>
          <a:p>
            <a:pPr>
              <a:defRPr sz="2400"/>
            </a:pPr>
            <a:r>
              <a:t>练习五：分析比较面积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  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a×h÷2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【★】一个三角形底是 7 厘米，高是 4 厘米，面积是（    ）平方厘米。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【★★】判断：三角形的面积是平行四边形面积的一半。（   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 30 平方厘米，底是 10 厘米，高是多少厘米？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答案：6 厘米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【★★★】比较两个三角形：一个底 5cm 高 8cm，另一个底 8cm 高 5cm。它们的面积相等吗？为什么？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答案：相等，因为面积都是 5×8÷2 = 20 平方厘米。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步骤三：平行四边形面积是三角形面积的2倍</a:t>
            </a:r>
          </a:p>
          <a:p>
            <a:pPr>
              <a:defRPr sz="2400"/>
            </a:pPr>
            <a:r>
              <a:t>步骤四：推导出公式 S = a×h÷2</a:t>
            </a:r>
          </a:p>
          <a:p>
            <a:pPr>
              <a:defRPr sz="2400"/>
            </a:pPr>
            <a:r>
              <a:t>要点：底和高必须对应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课后思考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思考一：探索其他推导方法</a:t>
            </a:r>
          </a:p>
          <a:p>
            <a:pPr>
              <a:defRPr sz="2400"/>
            </a:pPr>
            <a:r>
              <a:t>思考二：寻找生活中的应用实例</a:t>
            </a:r>
          </a:p>
          <a:p>
            <a:pPr>
              <a:defRPr sz="2400"/>
            </a:pPr>
            <a:r>
              <a:t>目标：深化理解，联系实际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【★★★】你能用其他方法推导三角形面积公式吗？（如：将三角形割补成长方形）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答案：例如，将三角形沿高剪开，拼成一个长方形，长方形的长是底的一半，宽是高，面积 = (a÷2)×h = a×h÷2。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【★★】生活中哪些地方需要计算三角形面积？举一个例子并计算。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答案：例如，计算三角形旗子的面积。假设底 15cm，高 10cm，面积 = 15×10÷2 = 75 平方厘米。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 S = a×h÷2，通过生活情境引入，拼图推导公式，例题和变式练习巩固应用，强调底和高对应，培养数形结合和转化思想。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掌握三角形面积公式 S = a×h÷2</a:t>
            </a:r>
          </a:p>
          <a:p>
            <a:pPr>
              <a:defRPr sz="2400"/>
            </a:pPr>
            <a:r>
              <a:t>• 理解底和高的对应关系</a:t>
            </a:r>
          </a:p>
          <a:p>
            <a:pPr>
              <a:defRPr sz="2400"/>
            </a:pPr>
            <a:r>
              <a:t>• 会推导公式，体会转化思想</a:t>
            </a:r>
          </a:p>
          <a:p>
            <a:pPr>
              <a:defRPr sz="2400"/>
            </a:pPr>
            <a:r>
              <a:t>• 能应用公式解决实际问题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审题：底 8cm，高 5cm</a:t>
            </a:r>
          </a:p>
          <a:p>
            <a:pPr>
              <a:defRPr sz="2400"/>
            </a:pPr>
            <a:r>
              <a:t>分析：直接应用公式 S = a×h÷2</a:t>
            </a:r>
          </a:p>
          <a:p>
            <a:pPr>
              <a:defRPr sz="2400"/>
            </a:pPr>
            <a:r>
              <a:t>解题：S = 8×5÷2 = 20 平方厘米</a:t>
            </a:r>
          </a:p>
          <a:p>
            <a:pPr>
              <a:defRPr sz="2400"/>
            </a:pPr>
            <a:r>
              <a:t>反思：验证方法，理解公式来源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