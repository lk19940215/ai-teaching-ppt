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三角形面积公式图解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校园里的三角形</a:t>
            </a:r>
          </a:p>
          <a:p>
            <a:pPr>
              <a:defRPr sz="2400"/>
            </a:pPr>
            <a:r>
              <a:t>8. 面积公式推导（一）</a:t>
            </a:r>
          </a:p>
          <a:p>
            <a:pPr>
              <a:defRPr sz="2400"/>
            </a:pPr>
            <a:r>
              <a:t>9. 三角形面积计算要点</a:t>
            </a:r>
          </a:p>
          <a:p>
            <a:pPr>
              <a:defRPr sz="2400"/>
            </a:pPr>
            <a:r>
              <a:t>10. 巩固练习（一）</a:t>
            </a:r>
          </a:p>
          <a:p>
            <a:pPr>
              <a:defRPr sz="2400"/>
            </a:pPr>
            <a:r>
              <a:t>11. 面积公式推导（二）</a:t>
            </a:r>
          </a:p>
          <a:p>
            <a:pPr>
              <a:defRPr sz="2400"/>
            </a:pPr>
            <a:r>
              <a:t>12. 巩固练习（二）</a:t>
            </a:r>
          </a:p>
          <a:p>
            <a:pPr>
              <a:defRPr sz="2400"/>
            </a:pPr>
            <a:r>
              <a:t>13. 例题精讲</a:t>
            </a:r>
          </a:p>
          <a:p>
            <a:pPr>
              <a:defRPr sz="2400"/>
            </a:pPr>
            <a:r>
              <a:t>14.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三角形有三个顶点、三条边和三个角</a:t>
            </a:r>
          </a:p>
          <a:p>
            <a:pPr>
              <a:defRPr sz="2400"/>
            </a:pPr>
            <a:r>
              <a:t>三角形有底和高，高是从顶点到底边的垂线段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计算三角形面积时，写成 S = a × h，忘记除以2。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没有理解三角形面积公式的推导过程，误以为和长方形面积公式一样。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a × h ÷ 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牢记三角形面积是等底等高平行四边形面积的一半。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三角形面积公式图解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</a:t>
            </a:r>
          </a:p>
          <a:p>
            <a:pPr>
              <a:defRPr sz="2400"/>
            </a:pPr>
            <a:r>
              <a:t>情境变式：改变背景</a:t>
            </a:r>
          </a:p>
          <a:p>
            <a:pPr>
              <a:defRPr sz="2400"/>
            </a:pPr>
            <a:r>
              <a:t>逆向变式：已知面积求底或高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学校要重新粉刷一面三角形的宣传栏，需要计算宣传栏的面积来购买油漆。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如何计算这个宣传栏的面积呢？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视觉建议：展示校园中三角形宣传栏的图片，并标注底和高。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回顾平行四边形的面积公式</a:t>
            </a:r>
          </a:p>
          <a:p>
            <a:pPr>
              <a:defRPr sz="2400"/>
            </a:pPr>
            <a:r>
              <a:t>思考三角形与平行四边形的关系</a:t>
            </a:r>
          </a:p>
          <a:p>
            <a:pPr>
              <a:defRPr sz="2400"/>
            </a:pPr>
            <a:r>
              <a:t>动手操作：用两个完全一样的三角形拼成平行四边形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三角形面积计算要点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巩固练习（一）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基础题：直接应用公式</a:t>
            </a:r>
          </a:p>
          <a:p>
            <a:pPr>
              <a:defRPr sz="2400"/>
            </a:pPr>
            <a:r>
              <a:t>提高题：简单情境应用</a:t>
            </a:r>
          </a:p>
          <a:p>
            <a:pPr>
              <a:defRPr sz="2400"/>
            </a:pPr>
            <a:r>
              <a:t>拓展题：逆向思维或综合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【★】一个三角形的底是7分米，高是4分米，面积是______平方分米。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【★★】判断：两个面积相等的三角形，一定可以拼成一个平行四边形。（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【★★】一个三角形花坛的面积是18平方米，底是6米，高是多少米？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答案：h = 2S ÷ a = 2×18 ÷ 6 = 6（米）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推导三角形面积公式</a:t>
            </a:r>
          </a:p>
          <a:p>
            <a:pPr>
              <a:defRPr sz="2400"/>
            </a:pPr>
            <a:r>
              <a:t>理解公式中每个部分的含义</a:t>
            </a:r>
          </a:p>
          <a:p>
            <a:pPr>
              <a:defRPr sz="2400"/>
            </a:pPr>
            <a:r>
              <a:t>掌握公式的字母表示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巩固练习（二）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综合应用题</a:t>
            </a:r>
          </a:p>
          <a:p>
            <a:pPr>
              <a:defRPr sz="2400"/>
            </a:pPr>
            <a:r>
              <a:t>图形识别题</a:t>
            </a:r>
          </a:p>
          <a:p>
            <a:pPr>
              <a:defRPr sz="2400"/>
            </a:pPr>
            <a:r>
              <a:t>思考题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【★★】一块三角形玻璃，底长1.2米，高0.8米。如果每平方米玻璃的价钱是50元，买这块玻璃需要多少钱？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1.2 × 0.8 ÷ 2 = 0.48（平方米），总价 = 0.48 × 50 = 24（元）。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【★★★】下图中，哪个阴影部分的面积最大？（提供几个不同底和高的三角形图示）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答案：（根据具体图示选择，例如底和高乘积最大的）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【★★★】思考：如何求一个钝角三角形的面积？它的高可能在三角形外部吗？画图说明。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答案：可以。以钝角所对的边为底，从钝角顶点向底边延长线作垂线，垂足在底边的延长线上，这条垂线段就是高，在三角形外部。面积公式同样适用。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审题：提取已知条件</a:t>
            </a:r>
          </a:p>
          <a:p>
            <a:pPr>
              <a:defRPr sz="2400"/>
            </a:pPr>
            <a:r>
              <a:t>分析：寻找解题思路</a:t>
            </a:r>
          </a:p>
          <a:p>
            <a:pPr>
              <a:defRPr sz="2400"/>
            </a:pPr>
            <a:r>
              <a:t>解题：规范书写过程</a:t>
            </a:r>
          </a:p>
          <a:p>
            <a:pPr>
              <a:defRPr sz="2400"/>
            </a:pPr>
            <a:r>
              <a:t>反思：总结方法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 S = ah ÷ 2，通过拼图活动推导出公式，并应用公式解决实际问题。重点要理解底和高的对应关系，体会将三角形转化为平行四边形的转化思想。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掌握三角形面积的计算方法</a:t>
            </a:r>
          </a:p>
          <a:p>
            <a:pPr>
              <a:defRPr sz="2400"/>
            </a:pPr>
            <a:r>
              <a:t>• 能正确找出三角形的底和高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