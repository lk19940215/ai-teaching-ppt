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周末，小明和妈妈去超市购物。他们买了3个苹果，每个苹果的价格是2.5元。妈妈想知道一共需要付多少钱。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你能帮小明妈妈计算一下，买3个苹果需要多少钱吗？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视觉建议：展示超市购物场景图，包括苹果货架和标价牌（2.5元/个）。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认识小数乘法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理解小数乘法的意义</a:t>
            </a:r>
          </a:p>
          <a:p>
            <a:pPr>
              <a:defRPr sz="2400"/>
            </a:pPr>
            <a:r>
              <a:t>掌握小数乘整数的计算方法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