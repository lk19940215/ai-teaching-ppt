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将PPT B的'物理定律'作为数学课程中'学习目标'的补充例题或应用实例,合并展示。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了解基本概念</a:t>
            </a:r>
          </a:p>
          <a:p>
            <a:pPr>
              <a:defRPr sz="1400"/>
            </a:pPr>
            <a:r>
              <a:t>掌握解题方法</a:t>
            </a:r>
          </a:p>
          <a:p>
            <a:pPr>
              <a:defRPr sz="1400"/>
            </a:pPr>
            <a:r>
              <a:t>完成练习题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物理定律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牛顿第一定律</a:t>
            </a:r>
          </a:p>
          <a:p>
            <a:pPr>
              <a:defRPr sz="1400"/>
            </a:pPr>
            <a:r>
              <a:t>牛顿第二定律</a:t>
            </a:r>
          </a:p>
          <a:p>
            <a:pPr>
              <a:defRPr sz="1400"/>
            </a:pPr>
            <a:r>
              <a:t>牛顿第三定律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将PPT B的'重要公式'作为数学课程大纲中'函数'或'方程'章节的补充例题,合并展示。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课程大纲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第一章：基础概念</a:t>
            </a:r>
          </a:p>
          <a:p>
            <a:pPr>
              <a:defRPr sz="1400"/>
            </a:pPr>
            <a:r>
              <a:t>第二章：函数</a:t>
            </a:r>
          </a:p>
          <a:p>
            <a:pPr>
              <a:defRPr sz="1400"/>
            </a:pPr>
            <a:r>
              <a:t>第三章：几何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重要公式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 = ma</a:t>
            </a:r>
          </a:p>
          <a:p>
            <a:pPr>
              <a:defRPr sz="1400"/>
            </a:pPr>
            <a:r>
              <a:t>E = mc2</a:t>
            </a:r>
          </a:p>
          <a:p>
            <a:pPr>
              <a:defRPr sz="1400"/>
            </a:pPr>
            <a:r>
              <a:t>W = Fd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将PPT B的'实验步骤'作为数学课程'重点内容'中'变量'、'方程'或'函数'概念的实践应用例题,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IMPORTANT - 重点内容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概念一：变量</a:t>
            </a:r>
          </a:p>
          <a:p>
            <a:pPr>
              <a:defRPr sz="1400"/>
            </a:pPr>
            <a:r>
              <a:t>概念二：方程</a:t>
            </a:r>
          </a:p>
          <a:p>
            <a:pPr>
              <a:defRPr sz="1400"/>
            </a:pPr>
            <a:r>
              <a:t>概念三：函数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实验步骤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准备实验器材</a:t>
            </a:r>
          </a:p>
          <a:p>
            <a:pPr>
              <a:defRPr sz="1400"/>
            </a:pPr>
            <a:r>
              <a:t>进行实验操作</a:t>
            </a:r>
          </a:p>
          <a:p>
            <a:pPr>
              <a:defRPr sz="1400"/>
            </a:pPr>
            <a:r>
              <a:t>记录实验数据</a:t>
            </a:r>
          </a:p>
          <a:p>
            <a:pPr>
              <a:defRPr sz="1400"/>
            </a:pPr>
            <a:r>
              <a:t>分析实验结果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