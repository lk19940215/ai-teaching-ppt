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面积：图形所占平面的大小</a:t>
            </a:r>
          </a:p>
          <a:p>
            <a:pPr>
              <a:defRPr sz="2400"/>
            </a:pPr>
            <a:r>
              <a:t>三角形面积与底和高有关</a:t>
            </a:r>
          </a:p>
          <a:p>
            <a:pPr>
              <a:defRPr sz="2400"/>
            </a:pPr>
            <a:r>
              <a:t>直观模型：用方格纸或拼图展示三角形面积</a:t>
            </a:r>
          </a:p>
          <a:p>
            <a:pPr>
              <a:defRPr sz="2400"/>
            </a:pPr>
            <a:r>
              <a:t>正反例：直角三角形是三角形，圆形不是三角形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计算三角形面积时，只算底乘高，忘记除以2，如 S = 8 × 5 = 40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对公式理解不深，记忆错误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8 × 5 ÷ 2 = 20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背诵口诀“底乘高除以二”，并通过拼图验证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基础变式：改变数字，巩固公式</a:t>
            </a:r>
          </a:p>
          <a:p>
            <a:pPr>
              <a:defRPr sz="2400"/>
            </a:pPr>
            <a:r>
              <a:t>情境变式：不同背景的三角形面积问题</a:t>
            </a:r>
          </a:p>
          <a:p>
            <a:pPr>
              <a:defRPr sz="2400"/>
            </a:pPr>
            <a:r>
              <a:t>逆向变式：已知面积和底，求高</a:t>
            </a:r>
          </a:p>
          <a:p>
            <a:pPr>
              <a:defRPr sz="2400"/>
            </a:pPr>
            <a:r>
              <a:t>综合变式：结合其他图形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学校计划在操场边建造一个三角形花坛，需要计算所需土壤和花草的数量，这需要知道花坛的面积。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你能想办法计算出这个三角形花坛的面积吗？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视觉建议：校园平面图，用颜色标出三角形花坛，并标注底和高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推导起点：长方形面积公式</a:t>
            </a:r>
          </a:p>
          <a:p>
            <a:pPr>
              <a:defRPr sz="2400"/>
            </a:pPr>
            <a:r>
              <a:t>步骤：将三角形转化为等底等高的长方形</a:t>
            </a:r>
          </a:p>
          <a:p>
            <a:pPr>
              <a:defRPr sz="2400"/>
            </a:pPr>
            <a:r>
              <a:t>依据：图形拼补和等积变形</a:t>
            </a:r>
          </a:p>
          <a:p>
            <a:pPr>
              <a:defRPr sz="2400"/>
            </a:pPr>
            <a:r>
              <a:t>结论：三角形面积 = 底 × 高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基础题：直接应用公式</a:t>
            </a:r>
          </a:p>
          <a:p>
            <a:pPr>
              <a:defRPr sz="2400"/>
            </a:pPr>
            <a:r>
              <a:t>提高题：变式应用</a:t>
            </a:r>
          </a:p>
          <a:p>
            <a:pPr>
              <a:defRPr sz="2400"/>
            </a:pPr>
            <a:r>
              <a:t>拓展题：综合问题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【★】一个三角形底7米，高4米，面积是多少？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答案：14平方米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【★★】判断：两个三角形底和高都相等，面积一定相等。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答案：正确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【★★★】一个三角形面积30平方厘米，高6厘米，求底。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答案：10厘米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已知：三角形底8厘米，高5厘米</a:t>
            </a:r>
          </a:p>
          <a:p>
            <a:pPr>
              <a:defRPr sz="2400"/>
            </a:pPr>
            <a:r>
              <a:t>目标：求面积</a:t>
            </a:r>
          </a:p>
          <a:p>
            <a:pPr>
              <a:defRPr sz="2400"/>
            </a:pPr>
            <a:r>
              <a:t>分析：直接应用公式</a:t>
            </a:r>
          </a:p>
          <a:p>
            <a:pPr>
              <a:defRPr sz="2400"/>
            </a:pPr>
            <a:r>
              <a:t>解题：S = 8 × 5 ÷ 2 = 20平方厘米</a:t>
            </a:r>
          </a:p>
          <a:p>
            <a:pPr>
              <a:defRPr sz="2400"/>
            </a:pPr>
            <a:r>
              <a:t>反思：检查单位，理解公式来源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本节课学习了三角形面积的概念，通过拼图推导出公式 S = 底 × 高 ÷ 2，并应用公式解决实际问题，培养了转化和数形结合的数学思想。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理解三角形面积的概念</a:t>
            </a:r>
          </a:p>
          <a:p>
            <a:pPr>
              <a:defRPr sz="2400"/>
            </a:pPr>
            <a:r>
              <a:t>• 掌握三角形面积公式 S = 底 × 高 ÷ 2</a:t>
            </a:r>
          </a:p>
          <a:p>
            <a:pPr>
              <a:defRPr sz="2400"/>
            </a:pPr>
            <a:r>
              <a:t>• 能正确计算三角形面积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