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校园里的数学</a:t>
            </a:r>
          </a:p>
          <a:p>
            <a:pPr>
              <a:defRPr sz="2400"/>
            </a:pPr>
            <a:r>
              <a:t>7. 三角形面积公式的推导（一）</a:t>
            </a:r>
          </a:p>
          <a:p>
            <a:pPr>
              <a:defRPr sz="2400"/>
            </a:pPr>
            <a:r>
              <a:t>8. 课堂练习（一）</a:t>
            </a:r>
          </a:p>
          <a:p>
            <a:pPr>
              <a:defRPr sz="2400"/>
            </a:pPr>
            <a:r>
              <a:t>9. 三角形面积公式的推导（二）</a:t>
            </a:r>
          </a:p>
          <a:p>
            <a:pPr>
              <a:defRPr sz="2400"/>
            </a:pPr>
            <a:r>
              <a:t>10. 课堂练习（二）</a:t>
            </a:r>
          </a:p>
          <a:p>
            <a:pPr>
              <a:defRPr sz="2400"/>
            </a:pPr>
            <a:r>
              <a:t>11. 例题精讲</a:t>
            </a:r>
          </a:p>
          <a:p>
            <a:pPr>
              <a:defRPr sz="2400"/>
            </a:pPr>
            <a:r>
              <a:t>12. 课堂练习（三）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S = 8 × 3 = 24（忘记除以 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混淆三角形和平行四边形面积公式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8 × 3 ÷ 2 = 12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牢记公式，计算后检查是否除以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学校要重新布置一块三角形的花坛，需要计算花坛的面积来购买草皮。花坛的底边长 8 米，高 3 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视觉建议：展示三角形花坛的平面图，标注底和高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ah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 7 cm，高是 4 cm，面积是（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【★★】判断：两个面积相等的三角形一定可以拼成一个平行四边形。（ 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【★★】一个三角形花坛的面积是 18 平方米，高是 3 米，底是多少米？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答案：12 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课堂练习（三）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【★★★】小明说：“任何三角形的面积都可以用底乘高除以 2 计算。”你认为对吗？为什么？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答案：对。因为所有三角形都可以转化为平行四边形推导出这个公式。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【★★★】设计一个三角形，使其面积是 20 平方厘米，画出图形并标注底和高。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答案：答案多样，如底 10 cm，高 4 cm 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ah ÷ 2，通过拼图法推导公式，并应用公式解决计算问题，培养了空间观念和转化思想。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掌握面积公式 S = ah ÷ 2</a:t>
            </a:r>
          </a:p>
          <a:p>
            <a:pPr>
              <a:defRPr sz="2400"/>
            </a:pPr>
            <a:r>
              <a:t>• 会应用公式解决实际问题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ah ÷ 2，通过拼图法推导公式，并应用公式解决计算问题，培养了空间观念和转化思想。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掌握面积公式 S = ah ÷ 2</a:t>
            </a:r>
          </a:p>
          <a:p>
            <a:pPr>
              <a:defRPr sz="2400"/>
            </a:pPr>
            <a:r>
              <a:t>• 会应用公式解决实际问题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