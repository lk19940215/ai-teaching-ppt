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 PPT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用于解析 API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第一页内容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这是第一点</a:t>
            </a:r>
          </a:p>
          <a:p>
            <a:r>
              <a:t>这是第二点</a:t>
            </a:r>
          </a:p>
          <a:p>
            <a:r>
              <a:t>这是第三点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更多内容在这里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