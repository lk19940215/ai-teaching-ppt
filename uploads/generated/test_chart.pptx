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测试复杂元素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销售数据图表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这是一个测试 PPT 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