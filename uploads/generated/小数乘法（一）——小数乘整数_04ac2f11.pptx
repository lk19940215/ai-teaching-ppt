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小数乘法（一）——小数乘整数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周末，小明和妈妈去超市购物。他们买了3瓶果汁，每瓶果汁的价格是2.5元。妈妈想知道一共需要付多少钱。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你能帮小明计算一下，买3瓶果汁一共需要多少钱吗？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视觉建议：展示超市货架上的果汁图片，旁边标注单价2.5元，并配以购物车和3瓶果汁的图示。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小数乘整数表示几个相同小数相加的和。</a:t>
            </a:r>
          </a:p>
          <a:p>
            <a:pPr>
              <a:defRPr sz="2400"/>
            </a:pPr>
            <a:r>
              <a:t>例如：2.5×3表示3个2.5相加，即2.5+2.5+2.5。</a:t>
            </a:r>
          </a:p>
          <a:p>
            <a:pPr>
              <a:defRPr sz="2400"/>
            </a:pPr>
            <a:r>
              <a:t>本质特征：乘数是整数，被乘数是小数。</a:t>
            </a:r>
          </a:p>
          <a:p>
            <a:pPr>
              <a:defRPr sz="2400"/>
            </a:pPr>
            <a:r>
              <a:t>关键属性：结果的小数位数与被乘数相同。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