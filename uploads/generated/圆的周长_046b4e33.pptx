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498DB"/>
                </a:solidFill>
              </a:defRPr>
            </a:pPr>
            <a:r>
              <a:t>圆的周长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/>
            </a:pPr>
            <a:r>
              <a:t>1. 圆的周长</a:t>
            </a:r>
          </a:p>
          <a:p>
            <a:pPr>
              <a:defRPr sz="2200"/>
            </a:pPr>
            <a:r>
              <a:t>3. 什么是圆的周长？</a:t>
            </a:r>
          </a:p>
          <a:p>
            <a:pPr>
              <a:defRPr sz="2200"/>
            </a:pPr>
            <a:r>
              <a:t>4. 常见错误</a:t>
            </a:r>
          </a:p>
          <a:p>
            <a:pPr>
              <a:defRPr sz="2200"/>
            </a:pPr>
            <a:r>
              <a:t>5. 圆的周长图示</a:t>
            </a:r>
          </a:p>
          <a:p>
            <a:pPr>
              <a:defRPr sz="2200"/>
            </a:pPr>
            <a:r>
              <a:t>6. 变式练习</a:t>
            </a:r>
          </a:p>
          <a:p>
            <a:pPr>
              <a:defRPr sz="2200"/>
            </a:pPr>
            <a:r>
              <a:t>7. 生活中的圆</a:t>
            </a:r>
          </a:p>
          <a:p>
            <a:pPr>
              <a:defRPr sz="2200"/>
            </a:pPr>
            <a:r>
              <a:t>8. 圆的周长与直径的关系</a:t>
            </a:r>
          </a:p>
          <a:p>
            <a:pPr>
              <a:defRPr sz="2200"/>
            </a:pPr>
            <a:r>
              <a:t>9. 圆的周长计算示例</a:t>
            </a:r>
          </a:p>
          <a:p>
            <a:pPr>
              <a:defRPr sz="2200"/>
            </a:pPr>
            <a:r>
              <a:t>10. 课堂练习</a:t>
            </a:r>
          </a:p>
          <a:p>
            <a:pPr>
              <a:defRPr sz="2200"/>
            </a:pPr>
            <a:r>
              <a:t>11. 课堂小结</a:t>
            </a:r>
          </a:p>
          <a:p>
            <a:pPr>
              <a:defRPr sz="2200"/>
            </a:pPr>
            <a:r>
              <a:t>12. 圆的周长公式推导</a:t>
            </a:r>
          </a:p>
          <a:p>
            <a:pPr>
              <a:defRPr sz="2200"/>
            </a:pPr>
            <a:r>
              <a:t>13. 例题：计算圆的周长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3498DB"/>
                </a:solidFill>
              </a:defRPr>
            </a:pPr>
            <a:r>
              <a:t>什么是圆的周长？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/>
            </a:pPr>
            <a:r>
              <a:t>圆的周长：围成圆的曲线的长度</a:t>
            </a:r>
          </a:p>
          <a:p>
            <a:pPr>
              <a:defRPr sz="2200"/>
            </a:pPr>
            <a:r>
              <a:t>测量方法：用绳子绕圆一周，再拉直测量</a:t>
            </a:r>
          </a:p>
          <a:p>
            <a:pPr>
              <a:defRPr sz="2200"/>
            </a:pPr>
            <a:r>
              <a:t>直观模型：圆形实物（如硬币、盘子）的周长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</a:defRPr>
            </a:pPr>
            <a: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200"/>
            </a:pPr>
            <a:r>
              <a:t>求圆的周长时，用了面积公式 πr²</a:t>
            </a:r>
          </a:p>
          <a:p>
            <a:pPr>
              <a:defRPr sz="20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200"/>
            </a:pPr>
            <a:r>
              <a:t>混淆了周长和面积的概念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200"/>
            </a:pPr>
            <a:r>
              <a:t>周长是长度，用公式 C = 2πr 或 C = πd</a:t>
            </a:r>
          </a:p>
          <a:p>
            <a:pPr>
              <a:defRPr sz="20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200"/>
            </a:pPr>
            <a:r>
              <a:t>区分周长（一圈的长度）和面积（面的大小）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498DB"/>
                </a:solidFill>
              </a:defRPr>
            </a:pPr>
            <a:r>
              <a:t>圆的周长图示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3498DB"/>
                </a:solidFill>
              </a:defRPr>
            </a:pPr>
            <a:r>
              <a:t>生活中的圆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48AFF"/>
                </a:solidFill>
              </a:defRPr>
            </a:pPr>
            <a:r>
              <a:t>💡 体育运动情境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300">
                <a:solidFill>
                  <a:srgbClr val="323232"/>
                </a:solidFill>
              </a:defRPr>
            </a:pPr>
            <a:r>
              <a:t>学校要举办运动会，需要为圆形跑道画线。体育老师想知道跑一圈有多长，以便准备材料。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 b="1">
                <a:solidFill>
                  <a:srgbClr val="323232"/>
                </a:solidFill>
              </a:defRPr>
            </a:pPr>
            <a:r>
              <a:t>❓ 如何测量或计算圆形跑道的长度？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i="1">
                <a:solidFill>
                  <a:srgbClr val="787878"/>
                </a:solidFill>
              </a:defRPr>
            </a:pPr>
            <a:r>
              <a:t>🎨 视觉建议：圆形跑道示意图，标出半径或直径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3498DB"/>
                </a:solidFill>
              </a:defRPr>
            </a:pPr>
            <a:r>
              <a:t>圆的周长与直径的关系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/>
            </a:pPr>
            <a:r>
              <a:t>实验发现：圆的周长总是直径的3倍多一些</a:t>
            </a:r>
          </a:p>
          <a:p>
            <a:pPr>
              <a:defRPr sz="2200"/>
            </a:pPr>
            <a:r>
              <a:t>这个倍数是一个固定的数，叫做圆周率（π）</a:t>
            </a:r>
          </a:p>
          <a:p>
            <a:pPr>
              <a:defRPr sz="2200"/>
            </a:pPr>
            <a:r>
              <a:t>π ≈ 3.14，常用近似值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48AFF"/>
                </a:solidFill>
              </a:defRPr>
            </a:pPr>
            <a:r>
              <a:t>圆的周长计算示例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00" b="1">
                <a:solidFill>
                  <a:srgbClr val="27AE60"/>
                </a:solidFill>
              </a:defRPr>
            </a:pPr>
            <a:r>
              <a:t>【★】圆的周长公式是 C = ____。（填空）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646464"/>
                </a:solidFill>
              </a:defRPr>
            </a:pPr>
            <a:r>
              <a:t>答案：2πr 或 πd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00" b="1">
                <a:solidFill>
                  <a:srgbClr val="27AE60"/>
                </a:solidFill>
              </a:defRPr>
            </a:pPr>
            <a:r>
              <a:t>【★】一个圆的直径是 10 厘米，它的周长是多少厘米？（π取3.14）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646464"/>
                </a:solidFill>
              </a:defRPr>
            </a:pPr>
            <a:r>
              <a:t>答案：31.4 厘米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00" b="1">
                <a:solidFill>
                  <a:srgbClr val="FF9F43"/>
                </a:solidFill>
              </a:defRPr>
            </a:pPr>
            <a:r>
              <a:t>【★★】比较半径 4 厘米和直径 8 厘米的两个圆，它们的周长相等吗？为什么？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646464"/>
                </a:solidFill>
              </a:defRPr>
            </a:pPr>
            <a:r>
              <a:t>答案：相等，因为半径 4 厘米的圆直径是 8 厘米，周长都是 25.12 厘米（π取3.14）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00" b="1">
                <a:solidFill>
                  <a:srgbClr val="FF9F43"/>
                </a:solidFill>
              </a:defRPr>
            </a:pPr>
            <a:r>
              <a:t>【★★】一个圆形桌面的周长是 94.2 厘米，它的半径是多少厘米？（π取3.14）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646464"/>
                </a:solidFill>
              </a:defRPr>
            </a:pPr>
            <a:r>
              <a:t>答案：15 厘米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00" b="1">
                <a:solidFill>
                  <a:srgbClr val="FF6B6B"/>
                </a:solidFill>
              </a:defRPr>
            </a:pPr>
            <a:r>
              <a:t>【★★★】设计一个问题：用圆的周长公式解决一个生活中的实际问题，并解答。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646464"/>
                </a:solidFill>
              </a:defRPr>
            </a:pPr>
            <a:r>
              <a:t>答案：例如：一个圆形水池的半径是 2 米，要在池边铺一条小路，小路的内缘是水池周长，求小路内缘长度。解答：C = 2×3.14×2 = 12.56 米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/>
            </a:pPr>
            <a:r>
              <a:t>本节课学习了圆的周长概念，通过实验推导出公式 C = 2πr，并应用公式解决例题和变式问题，强调注意单位和常见错误。</a:t>
            </a:r>
          </a:p>
          <a:p>
            <a:br/>
            <a:pPr>
              <a:defRPr sz="2200" b="1"/>
            </a:pPr>
            <a:r>
              <a:t>重点：</a:t>
            </a:r>
          </a:p>
          <a:p>
            <a:pPr>
              <a:defRPr sz="2200"/>
            </a:pPr>
            <a:r>
              <a:t>• 理解圆的周长概念</a:t>
            </a:r>
          </a:p>
          <a:p>
            <a:pPr>
              <a:defRPr sz="2200"/>
            </a:pPr>
            <a:r>
              <a:t>• 掌握圆的周长公式 C = 2πr</a:t>
            </a:r>
          </a:p>
          <a:p>
            <a:pPr>
              <a:defRPr sz="2200"/>
            </a:pPr>
            <a:r>
              <a:t>• 能应用公式解决实际问题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3498DB"/>
                </a:solidFill>
              </a:defRPr>
            </a:pPr>
            <a:r>
              <a:t>圆的周长公式推导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/>
            </a:pPr>
            <a:r>
              <a:t>公式：C = πd</a:t>
            </a:r>
          </a:p>
          <a:p>
            <a:pPr>
              <a:defRPr sz="2200"/>
            </a:pPr>
            <a:r>
              <a:t>因为直径 d = 2r，所以 C = 2πr</a:t>
            </a:r>
          </a:p>
          <a:p>
            <a:pPr>
              <a:defRPr sz="2200"/>
            </a:pPr>
            <a:r>
              <a:t>π是圆周率，通常取3.14计算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3498DB"/>
                </a:solidFill>
              </a:defRPr>
            </a:pPr>
            <a:r>
              <a:t>例题：计算圆的周长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/>
            </a:pPr>
            <a:r>
              <a:t>已知：圆的半径 r = 5 厘米</a:t>
            </a:r>
          </a:p>
          <a:p>
            <a:pPr>
              <a:defRPr sz="2200"/>
            </a:pPr>
            <a:r>
              <a:t>求：圆的周长 C</a:t>
            </a:r>
          </a:p>
          <a:p>
            <a:pPr>
              <a:defRPr sz="2200"/>
            </a:pPr>
            <a:r>
              <a:t>使用公式：C = 2πr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