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</a:t>
            </a:r>
          </a:p>
          <a:p>
            <a:pPr>
              <a:defRPr sz="2400"/>
            </a:pPr>
            <a:r>
              <a:t>4. 常见错误分析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校园里的三角形</a:t>
            </a:r>
          </a:p>
          <a:p>
            <a:pPr>
              <a:defRPr sz="2400"/>
            </a:pPr>
            <a:r>
              <a:t>7. 三角形面积公式推导（一）</a:t>
            </a:r>
          </a:p>
          <a:p>
            <a:pPr>
              <a:defRPr sz="2400"/>
            </a:pPr>
            <a:r>
              <a:t>8. 课堂练习</a:t>
            </a:r>
          </a:p>
          <a:p>
            <a:pPr>
              <a:defRPr sz="2400"/>
            </a:pPr>
            <a:r>
              <a:t>9. 三角形面积公式推导（二）</a:t>
            </a:r>
          </a:p>
          <a:p>
            <a:pPr>
              <a:defRPr sz="2400"/>
            </a:pPr>
            <a:r>
              <a:t>10. 例题：计算三角形面积</a:t>
            </a:r>
          </a:p>
          <a:p>
            <a:pPr>
              <a:defRPr sz="2400"/>
            </a:pPr>
            <a:r>
              <a:t>11. 课堂小结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三角形是由三条边围成的图形</a:t>
            </a:r>
          </a:p>
          <a:p>
            <a:pPr>
              <a:defRPr sz="2400"/>
            </a:pPr>
            <a:r>
              <a:t>三角形有三个角和三条边</a:t>
            </a:r>
          </a:p>
          <a:p>
            <a:pPr>
              <a:defRPr sz="2400"/>
            </a:pPr>
            <a:r>
              <a:t>三角形内角和总是180度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计算三角形面积时，只乘不除：S = 6 × 4 = 24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忘记公式中“÷ 2”的部分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S = 6 × 4 ÷ 2 = 12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牢记公式 S = a × h ÷ 2，计算后检查是否除以 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基础题：直接应用公式</a:t>
            </a:r>
          </a:p>
          <a:p>
            <a:pPr>
              <a:defRPr sz="2400"/>
            </a:pPr>
            <a:r>
              <a:t>提高题：情境中多步计算</a:t>
            </a:r>
          </a:p>
          <a:p>
            <a:pPr>
              <a:defRPr sz="2400"/>
            </a:pPr>
            <a:r>
              <a:t>拓展题：逆向思维和综合应用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校园里的三角形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学校要重新装饰一面墙，墙上有一个三角形的装饰区域需要涂油漆。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如何计算这个三角形区域的面积，从而知道需要多少油漆？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视觉建议：展示一面墙的图片，墙上有一个明显的三角形区域标记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两个相同三角形拼成平行四边形</a:t>
            </a:r>
          </a:p>
          <a:p>
            <a:pPr>
              <a:defRPr sz="2400"/>
            </a:pPr>
            <a:r>
              <a:t>平行四边形面积 = 底 × 高</a:t>
            </a:r>
          </a:p>
          <a:p>
            <a:pPr>
              <a:defRPr sz="2400"/>
            </a:pPr>
            <a:r>
              <a:t>三角形面积 = 平行四边形面积 ÷ 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练习：记忆公式</a:t>
            </a:r>
          </a:p>
          <a:p>
            <a:pPr>
              <a:defRPr sz="2400"/>
            </a:pPr>
            <a:r>
              <a:t>练习：应用计算</a:t>
            </a:r>
          </a:p>
          <a:p>
            <a:pPr>
              <a:defRPr sz="2400"/>
            </a:pPr>
            <a:r>
              <a:t>练习：理解原理</a:t>
            </a:r>
          </a:p>
          <a:p>
            <a:pPr>
              <a:defRPr sz="2400"/>
            </a:pPr>
            <a:r>
              <a:t>练习：分析比较</a:t>
            </a:r>
          </a:p>
          <a:p>
            <a:pPr>
              <a:defRPr sz="2400"/>
            </a:pPr>
            <a:r>
              <a:t>练习：创造问题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底 × 高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【★】一个三角形底是 5 cm，高是 8 cm，面积是多少？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5 × 8 ÷ 2 = 20 平方厘米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【★★】解释为什么三角形面积要除以 2。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答案：因为两个完全相同的三角形可以拼成一个平行四边形，三角形面积是平行四边形面积的一半。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【★★】比较三角形和平行四边形面积计算的异同。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答案：相同点：都涉及底和高；不同点：三角形面积要除以 2，平行四边形不用。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【★★★】设计一个实际问题，需要用三角形面积公式解决。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答案：例如：一块三角形花坛，底 7 米，高 3 米，如果每平方米种 5 株花，共需多少株？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公式：三角形面积 = 底 × 高 ÷ 2</a:t>
            </a:r>
          </a:p>
          <a:p>
            <a:pPr>
              <a:defRPr sz="2400"/>
            </a:pPr>
            <a:r>
              <a:t>符号表示：S = a × h ÷ 2</a:t>
            </a:r>
          </a:p>
          <a:p>
            <a:pPr>
              <a:defRPr sz="2400"/>
            </a:pPr>
            <a:r>
              <a:t>关键：底和高要对应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例题：计算三角形面积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已知：底=6米，高=4米</a:t>
            </a:r>
          </a:p>
          <a:p>
            <a:pPr>
              <a:defRPr sz="2400"/>
            </a:pPr>
            <a:r>
              <a:t>公式：S = 底 × 高 ÷ 2</a:t>
            </a:r>
          </a:p>
          <a:p>
            <a:pPr>
              <a:defRPr sz="2400"/>
            </a:pPr>
            <a:r>
              <a:t>计算：S = 6 × 4 ÷ 2 = 12 平方米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本节课学习了三角形面积的计算，通过拼图法推导出公式 S = a × h ÷ 2，并应用公式解决实际问题，强调了转化思想和数形结合的方法。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三角形面积公式的推导过程</a:t>
            </a:r>
          </a:p>
          <a:p>
            <a:pPr>
              <a:defRPr sz="2400"/>
            </a:pPr>
            <a:r>
              <a:t>• 公式 S = a × h ÷ 2 的应用</a:t>
            </a:r>
          </a:p>
          <a:p>
            <a:pPr>
              <a:defRPr sz="2400"/>
            </a:pPr>
            <a:r>
              <a:t>• 底和高的正确识别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