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三角形面积公式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三角形面积公式</a:t>
            </a:r>
          </a:p>
          <a:p>
            <a:pPr>
              <a:defRPr sz="2400"/>
            </a:pPr>
            <a:r>
              <a:t>3. 认识三角形面积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校园花坛设计</a:t>
            </a:r>
          </a:p>
          <a:p>
            <a:pPr>
              <a:defRPr sz="2400"/>
            </a:pPr>
            <a:r>
              <a:t>7. 公式推导（一）</a:t>
            </a:r>
          </a:p>
          <a:p>
            <a:pPr>
              <a:defRPr sz="2400"/>
            </a:pPr>
            <a:r>
              <a:t>8. 课堂练习</a:t>
            </a:r>
          </a:p>
          <a:p>
            <a:pPr>
              <a:defRPr sz="2400"/>
            </a:pPr>
            <a:r>
              <a:t>9. 公式推导（二）</a:t>
            </a:r>
          </a:p>
          <a:p>
            <a:pPr>
              <a:defRPr sz="2400"/>
            </a:pPr>
            <a:r>
              <a:t>10. 例题：计算花坛面积</a:t>
            </a:r>
          </a:p>
          <a:p>
            <a:pPr>
              <a:defRPr sz="2400"/>
            </a:pPr>
            <a:r>
              <a:t>11.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面积：平面图形所占平面的大小</a:t>
            </a:r>
          </a:p>
          <a:p>
            <a:pPr>
              <a:defRPr sz="2400"/>
            </a:pPr>
            <a:r>
              <a:t>三角形面积：三角形所占平面的大小</a:t>
            </a:r>
          </a:p>
          <a:p>
            <a:pPr>
              <a:defRPr sz="2400"/>
            </a:pPr>
            <a:r>
              <a:t>关键要素：底和高</a:t>
            </a:r>
          </a:p>
          <a:p>
            <a:pPr>
              <a:defRPr sz="2400"/>
            </a:pPr>
            <a:r>
              <a:t>直观感知：用方格纸或拼图展示三角形面积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计算三角形面积时，用底乘高，忘记除以2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误将三角形面积公式记成平行四边形公式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底 × 高 ÷ 2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记忆口诀：底乘高，除以二；用拼图演示理解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校园花坛设计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学校要美化校园，计划在操场边建造一个三角形的花坛。园艺师傅需要知道花坛的面积，以便购买足够的土壤和花草。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视觉建议：展示一个三角形花坛的平面图，标注底和高，旁边有尺子、土壤袋等工具图片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起点：已知平行四边形面积公式</a:t>
            </a:r>
          </a:p>
          <a:p>
            <a:pPr>
              <a:defRPr sz="2400"/>
            </a:pPr>
            <a:r>
              <a:t>步骤1：将两个完全相同的三角形拼成一个平行四边形</a:t>
            </a:r>
          </a:p>
          <a:p>
            <a:pPr>
              <a:defRPr sz="2400"/>
            </a:pPr>
            <a:r>
              <a:t>依据：图形拼接，面积不变</a:t>
            </a:r>
          </a:p>
          <a:p>
            <a:pPr>
              <a:defRPr sz="2400"/>
            </a:pPr>
            <a:r>
              <a:t>配图：展示两个三角形拼成平行四边形的动画或图片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【★】填空：三角形面积公式是______。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【★】一个三角形底7m，高4m，面积是多少？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7 × 4 ÷ 2 = 14（平方米）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【★★】比较：一个三角形底不变，高增加一倍，面积如何变化？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答案：面积增加一倍，因为 S 与高成正比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【★★★】设计：如果你要画一个面积为12平方厘米的三角形，可以有哪些底和高的组合？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答案：例如：底6cm高4cm，底8cm高3cm等（多种可能）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步骤2：推导三角形面积公式</a:t>
            </a:r>
          </a:p>
          <a:p>
            <a:pPr>
              <a:defRPr sz="2400"/>
            </a:pPr>
            <a:r>
              <a:t>依据：平行四边形由两个相同三角形组成</a:t>
            </a:r>
          </a:p>
          <a:p>
            <a:pPr>
              <a:defRPr sz="2400"/>
            </a:pPr>
            <a:r>
              <a:t>结论：三角形面积 = 底 × 高 ÷ 2</a:t>
            </a:r>
          </a:p>
          <a:p>
            <a:pPr>
              <a:defRPr sz="2400"/>
            </a:pPr>
            <a:r>
              <a:t>理解要点：除以2表示三角形是平行四边形的一半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已知：三角形花坛底8米，高5米</a:t>
            </a:r>
          </a:p>
          <a:p>
            <a:pPr>
              <a:defRPr sz="2400"/>
            </a:pPr>
            <a:r>
              <a:t>目标：求花坛面积</a:t>
            </a:r>
          </a:p>
          <a:p>
            <a:pPr>
              <a:defRPr sz="2400"/>
            </a:pPr>
            <a:r>
              <a:t>分析：直接应用公式 S = 底 × 高 ÷ 2</a:t>
            </a:r>
          </a:p>
          <a:p>
            <a:pPr>
              <a:defRPr sz="2400"/>
            </a:pPr>
            <a:r>
              <a:t>解题：规范书写计算过程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本节课从校园花坛设计的情境引入，通过拼图推导出三角形面积公式 S = 底 × 高 ÷ 2，并应用公式解决例题和变式练习。强调数形结合和转化思想，帮助学生掌握面积计算，提升解决实际问题的能力。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 S = 底 × 高 ÷ 2 的应用</a:t>
            </a:r>
          </a:p>
          <a:p>
            <a:pPr>
              <a:defRPr sz="2400"/>
            </a:pPr>
            <a:r>
              <a:t>• 正确识别底和高，注意单位换算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