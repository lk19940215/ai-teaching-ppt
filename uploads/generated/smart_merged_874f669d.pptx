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跳过 PPT B 第2页“目录”,因为其内容与后续页面重复,且合并后 PPT 结构已清晰。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1. 古诗《静夜思》鉴赏与学习</a:t>
            </a:r>
          </a:p>
          <a:p>
            <a:pPr>
              <a:defRPr sz="1400"/>
            </a:pPr>
            <a:r>
              <a:t>3. 生字学习：思、床、疑、举</a:t>
            </a:r>
          </a:p>
          <a:p>
            <a:pPr>
              <a:defRPr sz="1400"/>
            </a:pPr>
            <a:r>
              <a:t>4. 课堂练习：巩固与提升</a:t>
            </a:r>
          </a:p>
          <a:p>
            <a:pPr>
              <a:defRPr sz="1400"/>
            </a:pPr>
            <a:r>
              <a:t>5. 生字学习：望、低、故、乡</a:t>
            </a:r>
          </a:p>
          <a:p>
            <a:pPr>
              <a:defRPr sz="1400"/>
            </a:pPr>
            <a:r>
              <a:t>6. 古诗鉴赏：《静夜思》</a:t>
            </a:r>
          </a:p>
          <a:p>
            <a:pPr>
              <a:defRPr sz="1400"/>
            </a:pPr>
            <a:r>
              <a:t>7. 阅读理解：品味《静夜思》</a:t>
            </a:r>
          </a:p>
          <a:p>
            <a:pPr>
              <a:defRPr sz="1400"/>
            </a:pPr>
            <a:r>
              <a:t>8. 总结与作业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