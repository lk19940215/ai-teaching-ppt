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什么是三角形的面积？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校园花坛的烦恼</a:t>
            </a:r>
          </a:p>
          <a:p>
            <a:pPr>
              <a:defRPr sz="2400"/>
            </a:pPr>
            <a:r>
              <a:t>7. 三角形面积公式的推导（一）</a:t>
            </a:r>
          </a:p>
          <a:p>
            <a:pPr>
              <a:defRPr sz="2400"/>
            </a:pPr>
            <a:r>
              <a:t>8. 课堂练习（基础）</a:t>
            </a:r>
          </a:p>
          <a:p>
            <a:pPr>
              <a:defRPr sz="2400"/>
            </a:pPr>
            <a:r>
              <a:t>9. 三角形面积公式的推导（二）</a:t>
            </a:r>
          </a:p>
          <a:p>
            <a:pPr>
              <a:defRPr sz="2400"/>
            </a:pPr>
            <a:r>
              <a:t>10. 课堂练习（提高）</a:t>
            </a:r>
          </a:p>
          <a:p>
            <a:pPr>
              <a:defRPr sz="2400"/>
            </a:pPr>
            <a:r>
              <a:t>11. 例题：计算三角形花坛面积</a:t>
            </a:r>
          </a:p>
          <a:p>
            <a:pPr>
              <a:defRPr sz="2400"/>
            </a:pPr>
            <a:r>
              <a:t>12. 课堂练习（拓展）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什么是三角形的面积？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面积是平面图形所占平面的大小</a:t>
            </a:r>
          </a:p>
          <a:p>
            <a:pPr>
              <a:defRPr sz="2400"/>
            </a:pPr>
            <a:r>
              <a:t>三角形面积指三角形内部区域的大小</a:t>
            </a:r>
          </a:p>
          <a:p>
            <a:pPr>
              <a:defRPr sz="2400"/>
            </a:pPr>
            <a:r>
              <a:t>底和高是计算三角形面积的关键要素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S = 8 × 5 = 40（忘记除以2）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没有理解公式中除以2的意义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8 × 5 ÷ 2 = 20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记住公式 S = a × h ÷ 2，计算时先乘后除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尝试不同情境和难度的题目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校园花坛的烦恼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学校有一个三角形花坛，底边长8米，高5米，需要计算面积来购买草皮。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这个三角形花坛的面积是多少平方米？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视觉建议：展示三角形花坛的平面图，标注底和高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思考：如何将三角形转化为已知面积公式的图形？</a:t>
            </a:r>
          </a:p>
          <a:p>
            <a:pPr>
              <a:defRPr sz="2400"/>
            </a:pPr>
            <a:r>
              <a:t>方法：将两个完全相同的三角形拼成一个平行四边形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课堂练习（基础）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完成以下练习，巩固所学知识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答案：S = a × h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【★】一个三角形底10米，高4米，面积是（    ）平方米。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答案：20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三角形面积公式的推导（二）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平行四边形的面积 = 底 × 高</a:t>
            </a:r>
          </a:p>
          <a:p>
            <a:pPr>
              <a:defRPr sz="2400"/>
            </a:pPr>
            <a:r>
              <a:t>三角形的面积 = 平行四边形面积 ÷ 2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课堂练习（提高）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挑战一下，提升能力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【★★】判断：两个三角形只要底相等，面积就相等。（    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【★★】一个三角形面积是18平方厘米，底是6厘米，高是多少厘米？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答案：6厘米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已知：底 = 8米，高 = 5米</a:t>
            </a:r>
          </a:p>
          <a:p>
            <a:pPr>
              <a:defRPr sz="2400"/>
            </a:pPr>
            <a:r>
              <a:t>求：面积 S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课堂练习（拓展）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综合运用，拓展思维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【★★★】如图，平行四边形被分成两个三角形，其中一个三角形面积是15平方分米，平行四边形面积是多少平方分米？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答案：30平方分米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 S = a × h ÷ 2，通过拼图法推导公式，理解了三角形与平行四边形的关系，并运用公式解决实际问题，体会了数形结合和转化的数学思想。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a × h ÷ 2</a:t>
            </a:r>
          </a:p>
          <a:p>
            <a:pPr>
              <a:defRPr sz="2400"/>
            </a:pPr>
            <a:r>
              <a:t>• 能正确计算三角形的面积</a:t>
            </a:r>
          </a:p>
          <a:p>
            <a:pPr>
              <a:defRPr sz="2400"/>
            </a:pPr>
            <a:r>
              <a:t>• 注意底和高的对应关系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 S = a × h ÷ 2，通过拼图法推导公式，理解了三角形与平行四边形的关系，并运用公式解决实际问题，体会了数形结合和转化的数学思想。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a × h ÷ 2</a:t>
            </a:r>
          </a:p>
          <a:p>
            <a:pPr>
              <a:defRPr sz="2400"/>
            </a:pPr>
            <a:r>
              <a:t>• 能正确计算三角形的面积</a:t>
            </a:r>
          </a:p>
          <a:p>
            <a:pPr>
              <a:defRPr sz="2400"/>
            </a:pPr>
            <a:r>
              <a:t>• 注意底和高的对应关系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