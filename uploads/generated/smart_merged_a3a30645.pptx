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简单合并内容,保留PPT A的结构和标题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了解基本概念</a:t>
            </a:r>
          </a:p>
          <a:p>
            <a:pPr>
              <a:defRPr sz="1400"/>
            </a:pPr>
            <a:r>
              <a:t>掌握解题方法</a:t>
            </a:r>
          </a:p>
          <a:p>
            <a:pPr>
              <a:defRPr sz="1400"/>
            </a:pPr>
            <a:r>
              <a:t>完成练习题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物理定律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牛顿第一定律</a:t>
            </a:r>
          </a:p>
          <a:p>
            <a:pPr>
              <a:defRPr sz="1400"/>
            </a:pPr>
            <a:r>
              <a:t>牛顿第二定律</a:t>
            </a:r>
          </a:p>
          <a:p>
            <a:pPr>
              <a:defRPr sz="1400"/>
            </a:pPr>
            <a:r>
              <a:t>牛顿第三定律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只合并PPT B第3页的图片部分,保留PPT A的课程大纲结构和标题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课程大纲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第一章：基础概念</a:t>
            </a:r>
          </a:p>
          <a:p>
            <a:pPr>
              <a:defRPr sz="1400"/>
            </a:pPr>
            <a:r>
              <a:t>第二章：函数</a:t>
            </a:r>
          </a:p>
          <a:p>
            <a:pPr>
              <a:defRPr sz="1400"/>
            </a:pPr>
            <a:r>
              <a:t>第三章：几何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重要公式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 = ma</a:t>
            </a:r>
          </a:p>
          <a:p>
            <a:pPr>
              <a:defRPr sz="1400"/>
            </a:pPr>
            <a:r>
              <a:t>E = mc2</a:t>
            </a:r>
          </a:p>
          <a:p>
            <a:pPr>
              <a:defRPr sz="1400"/>
            </a:pPr>
            <a:r>
              <a:t>W = Fd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