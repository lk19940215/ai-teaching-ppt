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公式推导图示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红领巾有多大？</a:t>
            </a:r>
          </a:p>
          <a:p>
            <a:pPr>
              <a:defRPr sz="2400"/>
            </a:pPr>
            <a:r>
              <a:t>8. 从平行四边形到三角形</a:t>
            </a:r>
          </a:p>
          <a:p>
            <a:pPr>
              <a:defRPr sz="2400"/>
            </a:pPr>
            <a:r>
              <a:t>9. 课堂练习</a:t>
            </a:r>
          </a:p>
          <a:p>
            <a:pPr>
              <a:defRPr sz="2400"/>
            </a:pPr>
            <a:r>
              <a:t>10. 公式理解与记忆</a:t>
            </a:r>
          </a:p>
          <a:p>
            <a:pPr>
              <a:defRPr sz="2400"/>
            </a:pPr>
            <a:r>
              <a:t>11. 更多练习</a:t>
            </a:r>
          </a:p>
          <a:p>
            <a:pPr>
              <a:defRPr sz="2400"/>
            </a:pPr>
            <a:r>
              <a:t>12. 课堂小结</a:t>
            </a:r>
          </a:p>
          <a:p>
            <a:pPr>
              <a:defRPr sz="2400"/>
            </a:pPr>
            <a:r>
              <a:t>13. 课后思考</a:t>
            </a:r>
          </a:p>
          <a:p>
            <a:pPr>
              <a:defRPr sz="2400"/>
            </a:pPr>
            <a:r>
              <a:t>14. 例题：计算红领巾面积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每个三角形都有底和高</a:t>
            </a:r>
          </a:p>
          <a:p>
            <a:pPr>
              <a:defRPr sz="2400"/>
            </a:pPr>
            <a:r>
              <a:t>底和高是计算面积的关键要素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S = 6 × 4 = 24（忘记除以2）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没有完整应用公式，漏掉÷2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6 × 4 ÷ 2 = 12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牢记公式S = a × h ÷ 2，计算后检查是否除以2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公式推导图示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基础题：直接应用公式</a:t>
            </a:r>
          </a:p>
          <a:p>
            <a:pPr>
              <a:defRPr sz="2400"/>
            </a:pPr>
            <a:r>
              <a:t>提高题：结合情境或多步骤</a:t>
            </a:r>
          </a:p>
          <a:p>
            <a:pPr>
              <a:defRPr sz="2400"/>
            </a:pPr>
            <a:r>
              <a:t>拓展题：逆向或综合运用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红领巾有多大？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学校要为一年级新生制作红领巾，每块红领巾都是三角形。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如何计算一块红领巾需要多少布料？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视觉建议：展示红领巾的三角形图片和布料裁剪示意图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从平行四边形到三角形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回顾：平行四边形面积 = 底 × 高</a:t>
            </a:r>
          </a:p>
          <a:p>
            <a:pPr>
              <a:defRPr sz="2400"/>
            </a:pPr>
            <a:r>
              <a:t>发现：两个完全一样的三角形可以拼成一个平行四边形</a:t>
            </a:r>
          </a:p>
          <a:p>
            <a:pPr>
              <a:defRPr sz="2400"/>
            </a:pPr>
            <a:r>
              <a:t>推导：三角形面积是等底等高平行四边形面积的一半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练习涵盖记忆、理解、应用、分析层级</a:t>
            </a:r>
          </a:p>
          <a:p>
            <a:pPr>
              <a:defRPr sz="2400"/>
            </a:pPr>
            <a:r>
              <a:t>难度从基础到拓展递进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【★】一个三角形底10cm，高6cm，面积是（    ）cm²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【★★】判断：两个三角形一定能拼成一个平行四边形。（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【★★】一个三角形面积是18平方分米，高是4分米，底是多少分米？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答案：9分米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【★★★】比较等底等高的三角形和平行四边形面积，三角形面积是平行四边形的（    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公式理解与记忆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公式：S = a × h ÷ 2</a:t>
            </a:r>
          </a:p>
          <a:p>
            <a:pPr>
              <a:defRPr sz="2400"/>
            </a:pPr>
            <a:r>
              <a:t>关键：底和高必须对应</a:t>
            </a:r>
          </a:p>
          <a:p>
            <a:pPr>
              <a:defRPr sz="2400"/>
            </a:pPr>
            <a:r>
              <a:t>记忆口诀：底乘高，再折半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继续巩固和应用知识</a:t>
            </a:r>
          </a:p>
          <a:p>
            <a:pPr>
              <a:defRPr sz="2400"/>
            </a:pPr>
            <a:r>
              <a:t>包含创造层级的高阶思维题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【★】一个三角形花坛，底15米，高8米，面积是多少平方米？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答案：60平方米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【★★】解释为什么三角形面积公式中要除以2。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答案：因为两个完全一样的三角形拼成一个平行四边形，三角形面积是平行四边形的一半。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【★★★】设计一个三角形，使其面积为12平方厘米，画出并标出底和高。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答案：答案多样，如底6cm高4cm，或底8cm高3cm等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本节课学习了三角形面积公式，通过生活情境引入，从平行四边形面积推导出三角形面积公式 S = a × h ÷ 2，并应用公式解决例题和变式练习。强调转化思想和数形结合，注意常见错误如忘记除以2或找错高。通过梯度练习巩固知识，提升思维灵活性。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掌握三角形面积公式 S = a × h ÷ 2</a:t>
            </a:r>
          </a:p>
          <a:p>
            <a:pPr>
              <a:defRPr sz="2400"/>
            </a:pPr>
            <a:r>
              <a:t>• 理解公式的推导过程（拼组转化）</a:t>
            </a:r>
          </a:p>
          <a:p>
            <a:pPr>
              <a:defRPr sz="2400"/>
            </a:pPr>
            <a:r>
              <a:t>• 能正确找出三角形的底和高</a:t>
            </a:r>
          </a:p>
          <a:p>
            <a:pPr>
              <a:defRPr sz="2400"/>
            </a:pPr>
            <a:r>
              <a:t>• 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本节课学习了三角形面积公式，通过生活情境引入，从平行四边形面积推导出三角形面积公式 S = a × h ÷ 2，并应用公式解决例题和变式练习。强调转化思想和数形结合，注意常见错误如忘记除以2或找错高。通过梯度练习巩固知识，提升思维灵活性。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掌握三角形面积公式 S = a × h ÷ 2</a:t>
            </a:r>
          </a:p>
          <a:p>
            <a:pPr>
              <a:defRPr sz="2400"/>
            </a:pPr>
            <a:r>
              <a:t>• 理解公式的推导过程（拼组转化）</a:t>
            </a:r>
          </a:p>
          <a:p>
            <a:pPr>
              <a:defRPr sz="2400"/>
            </a:pPr>
            <a:r>
              <a:t>• 能正确找出三角形的底和高</a:t>
            </a:r>
          </a:p>
          <a:p>
            <a:pPr>
              <a:defRPr sz="2400"/>
            </a:pPr>
            <a:r>
              <a:t>• 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例题：计算红领巾面积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已知红领巾的底是10厘米，高是30厘米</a:t>
            </a:r>
          </a:p>
          <a:p>
            <a:pPr>
              <a:defRPr sz="2400"/>
            </a:pPr>
            <a:r>
              <a:t>求红领巾的面积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