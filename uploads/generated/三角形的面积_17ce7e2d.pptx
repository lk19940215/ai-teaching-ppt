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校园花坛设计</a:t>
            </a:r>
          </a:p>
          <a:p>
            <a:pPr>
              <a:defRPr sz="2400"/>
            </a:pPr>
            <a:r>
              <a:t>7. 三角形面积公式的推导（一）</a:t>
            </a:r>
          </a:p>
          <a:p>
            <a:pPr>
              <a:defRPr sz="2400"/>
            </a:pPr>
            <a:r>
              <a:t>8. 课堂练习</a:t>
            </a:r>
          </a:p>
          <a:p>
            <a:pPr>
              <a:defRPr sz="2400"/>
            </a:pPr>
            <a:r>
              <a:t>9. 三角形面积公式的推导（二）</a:t>
            </a:r>
          </a:p>
          <a:p>
            <a:pPr>
              <a:defRPr sz="2400"/>
            </a:pPr>
            <a:r>
              <a:t>10. 更多练习</a:t>
            </a:r>
          </a:p>
          <a:p>
            <a:pPr>
              <a:defRPr sz="2400"/>
            </a:pPr>
            <a:r>
              <a:t>11. 例题：计算三角形面积</a:t>
            </a:r>
          </a:p>
          <a:p>
            <a:pPr>
              <a:defRPr sz="2400"/>
            </a:pPr>
            <a:r>
              <a:t>12. 知识梳理</a:t>
            </a:r>
          </a:p>
          <a:p>
            <a:pPr>
              <a:defRPr sz="2400"/>
            </a:pPr>
            <a:r>
              <a:t>13. 数学思想与方法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计算三角形面积时，用斜边作为高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没有理解高必须是垂直于底的线段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从顶点向对边作垂线，垂线段才是高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画图时明确标出底和高，确保垂直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学校要美化校园，计划在操场边建造一个三角形的花坛。园艺师傅需要计算花坛的面积来购买草皮和花卉。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视觉建议：展示一个三角形花坛的平面图，标注底和高，旁边有草皮和花卉的图片。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ah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【★】一个三角形底10厘米，高8厘米，面积是（   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【★★】判断：两个面积相等的三角形一定能拼成一个平行四边形。（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【★★】一个三角形面积是30平方分米，高是5分米，底是多少分米？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2 × 30 ÷ 5 = 12分米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【★★★】设计一个三角形图案，底和高自己设定，并计算面积。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答案：答案多样，如底6厘米，高4厘米，面积12平方厘米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【★★】解释为什么三角形面积要除以2。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答案：因为两个完全相同的三角形可以拼成一个平行四边形，三角形面积是平行四边形面积的一半。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【★★★】一个三角形花坛，底是12米，高是底的一半，面积是多少平方米？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答案：高 = 12 ÷ 2 = 6米，面积 = 12 × 6 ÷ 2 = 36平方米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本节课学习了三角形的面积公式 S = ah ÷ 2，通过生活情境引入，从具体到抽象推导公式，并应用公式解决例题和变式问题。重点在于理解底和高的关系，掌握公式应用，培养空间观念和解决问题的能力。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掌握三角形面积公式 S = ah ÷ 2</a:t>
            </a:r>
          </a:p>
          <a:p>
            <a:pPr>
              <a:defRPr sz="2400"/>
            </a:pPr>
            <a:r>
              <a:t>• 能正确应用公式解决实际问题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本节课学习了三角形的面积公式 S = ah ÷ 2，通过生活情境引入，从具体到抽象推导公式，并应用公式解决例题和变式问题。重点在于理解底和高的关系，掌握公式应用，培养空间观念和解决问题的能力。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掌握三角形面积公式 S = ah ÷ 2</a:t>
            </a:r>
          </a:p>
          <a:p>
            <a:pPr>
              <a:defRPr sz="2400"/>
            </a:pPr>
            <a:r>
              <a:t>• 能正确应用公式解决实际问题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本节课学习了三角形的面积公式 S = ah ÷ 2，通过生活情境引入，从具体到抽象推导公式，并应用公式解决例题和变式问题。重点在于理解底和高的关系，掌握公式应用，培养空间观念和解决问题的能力。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掌握三角形面积公式 S = ah ÷ 2</a:t>
            </a:r>
          </a:p>
          <a:p>
            <a:pPr>
              <a:defRPr sz="2400"/>
            </a:pPr>
            <a:r>
              <a:t>• 能正确应用公式解决实际问题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