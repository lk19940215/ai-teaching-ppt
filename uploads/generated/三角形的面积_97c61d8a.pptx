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什么是三角形的面积？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三角形与平行四边形的关系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校园里的三角形</a:t>
            </a:r>
          </a:p>
          <a:p>
            <a:pPr>
              <a:defRPr sz="2400"/>
            </a:pPr>
            <a:r>
              <a:t>8. 三角形面积公式的推导（一）</a:t>
            </a:r>
          </a:p>
          <a:p>
            <a:pPr>
              <a:defRPr sz="2400"/>
            </a:pPr>
            <a:r>
              <a:t>9. 不同三角形的面积计算示例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课堂小结</a:t>
            </a:r>
          </a:p>
          <a:p>
            <a:pPr>
              <a:defRPr sz="2400"/>
            </a:pPr>
            <a:r>
              <a:t>12. 三角形面积公式的推导（二）</a:t>
            </a:r>
          </a:p>
          <a:p>
            <a:pPr>
              <a:defRPr sz="2400"/>
            </a:pPr>
            <a:r>
              <a:t>13. 课后思考</a:t>
            </a:r>
          </a:p>
          <a:p>
            <a:pPr>
              <a:defRPr sz="2400"/>
            </a:pPr>
            <a:r>
              <a:t>14. 例题：计算三角形面积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什么是三角形的面积？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面积：平面图形所占平面的大小</a:t>
            </a:r>
          </a:p>
          <a:p>
            <a:pPr>
              <a:defRPr sz="2400"/>
            </a:pPr>
            <a:r>
              <a:t>三角形：由三条线段围成的封闭图形</a:t>
            </a:r>
          </a:p>
          <a:p>
            <a:pPr>
              <a:defRPr sz="2400"/>
            </a:pPr>
            <a:r>
              <a:t>底和高：底是任意一条边，高是从顶点到底边的垂直线段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S = 6 × 4 = 24（忘记除以 2）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没有理解公式中“除以 2”的含义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6 × 4 ÷ 2 = 12 平方厘米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 S = ah ÷ 2，计算时先乘后除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三角形与平行四边形的关系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学校要重新规划一块三角形的花坛，需要计算面积来购买草皮。花坛的底边长 8 米，高 5 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视觉建议：展示三角形花坛的平面图，标注底和高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回顾：平行四边形的面积 = 底 × 高</a:t>
            </a:r>
          </a:p>
          <a:p>
            <a:pPr>
              <a:defRPr sz="2400"/>
            </a:pPr>
            <a:r>
              <a:t>思考：如何将三角形转化为平行四边形？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不同三角形的面积计算示例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ah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 8 cm，高 5 cm，面积是（    ）平方厘米。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【★★】判断：两个三角形一定能拼成一个平行四边形。（  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 18 平方厘米，高是 6 厘米，求底。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2 × 面积 ÷ 高 = 2 × 18 ÷ 6 = 6 厘米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【★★★】比较等底等高的三角形和平行四边形的面积大小，并说明理由。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答案：平行四边形面积是三角形的 2 倍，因为平行四边形由两个相同三角形组成。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 S = ah ÷ 2，通过拼合法推导，理解公式含义，并应用于解决实际问题，培养空间观念和转化思想。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 S = ah ÷ 2 的应用</a:t>
            </a:r>
          </a:p>
          <a:p>
            <a:pPr>
              <a:defRPr sz="2400"/>
            </a:pPr>
            <a:r>
              <a:t>• 注意底和高的对应关系及单位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推导：平行四边形的面积与三角形面积的关系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课后思考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【★★★】如果只知道三角形的三条边长，能直接求出面积吗？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答案：不能直接使用 S = ah ÷ 2，需要其他方法（如海伦公式）。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【★★★】设计一个三角形图案，并计算它的面积。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答案：答案开放，需画出三角形并标注底和高计算面积。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