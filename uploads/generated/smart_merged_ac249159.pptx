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保留A第3页的标题'课程大纲'和学习目标部分,将B第2页'物理定律'的内容作为补充合并到该页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课程大纲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第一章：基础概念</a:t>
            </a:r>
          </a:p>
          <a:p>
            <a:pPr>
              <a:defRPr sz="1400"/>
            </a:pPr>
            <a:r>
              <a:t>第二章：函数</a:t>
            </a:r>
          </a:p>
          <a:p>
            <a:pPr>
              <a:defRPr sz="1400"/>
            </a:pPr>
            <a:r>
              <a:t>第三章：几何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物理定律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牛顿第一定律</a:t>
            </a:r>
          </a:p>
          <a:p>
            <a:pPr>
              <a:defRPr sz="1400"/>
            </a:pPr>
            <a:r>
              <a:t>牛顿第二定律</a:t>
            </a:r>
          </a:p>
          <a:p>
            <a:pPr>
              <a:defRPr sz="1400"/>
            </a:pPr>
            <a:r>
              <a:t>牛顿第三定律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