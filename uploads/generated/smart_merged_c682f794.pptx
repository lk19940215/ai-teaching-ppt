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保留标题,正文合并,根据提示保留'123'内容,丢弃'123123'内容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第一页内容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这是第一点</a:t>
            </a:r>
          </a:p>
          <a:p>
            <a:pPr>
              <a:defRPr sz="1400"/>
            </a:pPr>
            <a:r>
              <a:t>这是第二点</a:t>
            </a:r>
          </a:p>
          <a:p>
            <a:pPr>
              <a:defRPr sz="1400"/>
            </a:pPr>
            <a:r>
              <a:t>这是第三点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第一页内容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这是第一点</a:t>
            </a:r>
          </a:p>
          <a:p>
            <a:pPr>
              <a:defRPr sz="1400"/>
            </a:pPr>
            <a:r>
              <a:t>这是第二点</a:t>
            </a:r>
          </a:p>
          <a:p>
            <a:pPr>
              <a:defRPr sz="1400"/>
            </a:pPr>
            <a:r>
              <a:t>这是第三点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保留标题,正文合并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第二页内容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更多内容在这里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第二页内容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更多内容在这里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