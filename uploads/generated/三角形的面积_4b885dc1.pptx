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校园里的数学</a:t>
            </a:r>
          </a:p>
          <a:p>
            <a:pPr>
              <a:defRPr sz="2400"/>
            </a:pPr>
            <a:r>
              <a:t>7. 面积公式推导（一）</a:t>
            </a:r>
          </a:p>
          <a:p>
            <a:pPr>
              <a:defRPr sz="2400"/>
            </a:pPr>
            <a:r>
              <a:t>8. 提高练习</a:t>
            </a:r>
          </a:p>
          <a:p>
            <a:pPr>
              <a:defRPr sz="2400"/>
            </a:pPr>
            <a:r>
              <a:t>9. 面积公式推导（二）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例题精讲</a:t>
            </a:r>
          </a:p>
          <a:p>
            <a:pPr>
              <a:defRPr sz="2400"/>
            </a:pPr>
            <a:r>
              <a:t>12. 综合应用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三角形由三条线段围成</a:t>
            </a:r>
          </a:p>
          <a:p>
            <a:pPr>
              <a:defRPr sz="2400"/>
            </a:pPr>
            <a:r>
              <a:t>每个三角形都有底和高</a:t>
            </a:r>
          </a:p>
          <a:p>
            <a:pPr>
              <a:defRPr sz="2400"/>
            </a:pPr>
            <a:r>
              <a:t>底和高是互相垂直的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计算三角形面积时，用边长代替高：S = 8 × 6 ÷ 2 = 24（错误，如果6不是对应高）。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没有理解高必须是底边上的垂直线段，误将斜边当作高。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先确认底和对应的高，再代入公式：S = 底 × 高 ÷ 2。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画图标注底和高，确保它们互相垂直；多做辨识练习。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改变数字，巩固公式应用</a:t>
            </a:r>
          </a:p>
          <a:p>
            <a:pPr>
              <a:defRPr sz="2400"/>
            </a:pPr>
            <a:r>
              <a:t>结合图形，找准底和高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体育运动情境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学校为运动会准备流动红旗，每面红旗是三角形形状。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制作一面底为8分米、高为5分米的三角形红旗，需要多少平方分米的布料？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视觉建议：展示三角形红旗的图片，并标注底和高。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两个完全一样的三角形可以拼成一个平行四边形</a:t>
            </a:r>
          </a:p>
          <a:p>
            <a:pPr>
              <a:defRPr sz="2400"/>
            </a:pPr>
            <a:r>
              <a:t>平行四边形的面积 = 底 × 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提高练习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图形变式，训练空间观念</a:t>
            </a:r>
          </a:p>
          <a:p>
            <a:pPr>
              <a:defRPr sz="2400"/>
            </a:pPr>
            <a:r>
              <a:t>综合应用，提升思维能力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平行四边形的面积是三角形面积的2倍</a:t>
            </a:r>
          </a:p>
          <a:p>
            <a:pPr>
              <a:defRPr sz="2400"/>
            </a:pPr>
            <a:r>
              <a:t>推导出三角形面积公式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分层练习，巩固所学</a:t>
            </a:r>
          </a:p>
          <a:p>
            <a:pPr>
              <a:defRPr sz="2400"/>
            </a:pPr>
            <a:r>
              <a:t>标注难度和认知层级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【★】一个三角形的底是9厘米，高是4厘米，面积是（    ）平方厘米。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【★★】判断：两个面积相等的三角形，一定可以拼成一个平行四边形。（    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【★★】一个三角形的面积是20平方米，高是5米，底是多少米？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答案：8米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【★★★】一块三角形广告牌，底是12分米，高是8分米。如果每平方分米需要油漆2克，油漆这块广告牌需要多少克油漆？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答案：96克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已知底和高，直接应用公式</a:t>
            </a:r>
          </a:p>
          <a:p>
            <a:pPr>
              <a:defRPr sz="2400"/>
            </a:pPr>
            <a:r>
              <a:t>注意单位统一和书写规范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综合应用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在复杂图形中识别三角形</a:t>
            </a:r>
          </a:p>
          <a:p>
            <a:pPr>
              <a:defRPr sz="2400"/>
            </a:pPr>
            <a:r>
              <a:t>找出对应的底和高进行计算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本节课从生活情境引入，通过拼图法推导出三角形面积公式，并进行了例题讲解、变式训练和易错分析。学生应掌握公式的应用，并能解决实际问题，同时体会转化和数形结合的数学思想。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三角形面积公式的推导过程</a:t>
            </a:r>
          </a:p>
          <a:p>
            <a:pPr>
              <a:defRPr sz="2400"/>
            </a:pPr>
            <a:r>
              <a:t>• 公式 S = a × h ÷ 2 的应用</a:t>
            </a:r>
          </a:p>
          <a:p>
            <a:pPr>
              <a:defRPr sz="2400"/>
            </a:pPr>
            <a:r>
              <a:t>• 找准对应的底和高</a:t>
            </a:r>
          </a:p>
          <a:p>
            <a:pPr>
              <a:defRPr sz="2400"/>
            </a:pPr>
            <a:r>
              <a:t>• 单位的使用和书写规范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本节课从生活情境引入，通过拼图法推导出三角形面积公式，并进行了例题讲解、变式训练和易错分析。学生应掌握公式的应用，并能解决实际问题，同时体会转化和数形结合的数学思想。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三角形面积公式的推导过程</a:t>
            </a:r>
          </a:p>
          <a:p>
            <a:pPr>
              <a:defRPr sz="2400"/>
            </a:pPr>
            <a:r>
              <a:t>• 公式 S = a × h ÷ 2 的应用</a:t>
            </a:r>
          </a:p>
          <a:p>
            <a:pPr>
              <a:defRPr sz="2400"/>
            </a:pPr>
            <a:r>
              <a:t>• 找准对应的底和高</a:t>
            </a:r>
          </a:p>
          <a:p>
            <a:pPr>
              <a:defRPr sz="2400"/>
            </a:pPr>
            <a:r>
              <a:t>• 单位的使用和书写规范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