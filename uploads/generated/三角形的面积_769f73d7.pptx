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三角形面积公式图解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校园绿化设计师</a:t>
            </a:r>
          </a:p>
          <a:p>
            <a:pPr>
              <a:defRPr sz="2400"/>
            </a:pPr>
            <a:r>
              <a:t>8. 面积公式推导（一）</a:t>
            </a:r>
          </a:p>
          <a:p>
            <a:pPr>
              <a:defRPr sz="2400"/>
            </a:pPr>
            <a:r>
              <a:t>9. 不同三角形面积计算示例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面积公式推导（二）</a:t>
            </a:r>
          </a:p>
          <a:p>
            <a:pPr>
              <a:defRPr sz="2400"/>
            </a:pPr>
            <a:r>
              <a:t>12. 更多练习</a:t>
            </a:r>
          </a:p>
          <a:p>
            <a:pPr>
              <a:defRPr sz="2400"/>
            </a:pPr>
            <a:r>
              <a:t>13. 例题：计算花坛面积</a:t>
            </a:r>
          </a:p>
          <a:p>
            <a:pPr>
              <a:defRPr sz="2400"/>
            </a:pPr>
            <a:r>
              <a:t>14. 课堂小结</a:t>
            </a:r>
          </a:p>
          <a:p>
            <a:pPr>
              <a:defRPr sz="2400"/>
            </a:pPr>
            <a:r>
              <a:t>15.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三角形是由三条线段围成的图形</a:t>
            </a:r>
          </a:p>
          <a:p>
            <a:pPr>
              <a:defRPr sz="2400"/>
            </a:pPr>
            <a:r>
              <a:t>三角形有底和高两个重要元素</a:t>
            </a:r>
          </a:p>
          <a:p>
            <a:pPr>
              <a:defRPr sz="2400"/>
            </a:pPr>
            <a:r>
              <a:t>底是任意一条边，高是从顶点到底边的垂线段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计算三角形面积时，底是6米，高是4米，错误计算为6×4=24平方米，忘记除以2。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对公式记忆不牢，混淆了三角形和平行四边形面积公式。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正确计算：6×4÷2=12平方米。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牢记公式 S = a × h ÷ 2，计算后检查是否除以2。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三角形面积公式图解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基础变式：改变数字，巩固公式</a:t>
            </a:r>
          </a:p>
          <a:p>
            <a:pPr>
              <a:defRPr sz="2400"/>
            </a:pPr>
            <a:r>
              <a:t>情境变式：更换问题背景</a:t>
            </a:r>
          </a:p>
          <a:p>
            <a:pPr>
              <a:defRPr sz="2400"/>
            </a:pPr>
            <a:r>
              <a:t>综合变式：结合其他图形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学校计划在操场边建造一个三角形花坛，需要购买草皮覆盖。作为小小设计师，你需要计算所需草皮的面积。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这个三角形花坛的底是8米，高是5米，需要多少平方米的草皮？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视觉建议：展示校园平面图，标注三角形花坛位置，并画出底和高。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回顾：长方形面积 = 长 × 宽</a:t>
            </a:r>
          </a:p>
          <a:p>
            <a:pPr>
              <a:defRPr sz="2400"/>
            </a:pPr>
            <a:r>
              <a:t>两个完全相同的三角形可以拼成一个平行四边形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不同三角形面积计算示例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基础题：直接应用公式</a:t>
            </a:r>
          </a:p>
          <a:p>
            <a:pPr>
              <a:defRPr sz="2400"/>
            </a:pPr>
            <a:r>
              <a:t>提高题：理解公式原理</a:t>
            </a:r>
          </a:p>
          <a:p>
            <a:pPr>
              <a:defRPr sz="2400"/>
            </a:pPr>
            <a:r>
              <a:t>拓展题：综合应用分析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【★】一个三角形的底是7米，高是3米，面积是多少平方米？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【★★】为什么三角形面积公式要除以2？请简要解释。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答案：因为两个完全相同的三角形可以拼成一个平行四边形，三角形面积是平行四边形面积的一半。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【★★★】一个三角形和一个平行四边形等底等高，平行四边形的面积是24平方厘米，三角形的面积是多少？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答案：12平方厘米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平行四边形面积 = 底 × 高</a:t>
            </a:r>
          </a:p>
          <a:p>
            <a:pPr>
              <a:defRPr sz="2400"/>
            </a:pPr>
            <a:r>
              <a:t>三角形面积是平行四边形面积的一半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更多练习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记忆题：回顾定义</a:t>
            </a:r>
          </a:p>
          <a:p>
            <a:pPr>
              <a:defRPr sz="2400"/>
            </a:pPr>
            <a:r>
              <a:t>应用题：解决实际问题</a:t>
            </a:r>
          </a:p>
          <a:p>
            <a:pPr>
              <a:defRPr sz="2400"/>
            </a:pPr>
            <a:r>
              <a:t>思考题：挑战自我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【★】三角形的面积公式是什么？（用文字表述）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答案：底乘高除以二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【★★】一块三角形广告牌，底是4米，高是2.5米，如果每平方米油漆需要10元，油漆这块广告牌需要多少钱？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答案：50元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【★★★】小明说：“一个三角形的底扩大2倍，高不变，面积也扩大2倍。”你认为对吗？为什么？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答案：不对。面积应扩大2倍，因为面积=底×高÷2，底扩大2倍，面积也扩大2倍。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已知：三角形花坛底8米，高5米</a:t>
            </a:r>
          </a:p>
          <a:p>
            <a:pPr>
              <a:defRPr sz="2400"/>
            </a:pPr>
            <a:r>
              <a:t>求：花坛的面积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本节课学习了三角形面积公式，通过生活情境引入，从拼图推导出公式，并应用解决实际问题。重点掌握公式 S = a × h ÷ 2，理解其推导过程，体会数学的转化思想。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理解三角形底和高的概念</a:t>
            </a:r>
          </a:p>
          <a:p>
            <a:pPr>
              <a:defRPr sz="2400"/>
            </a:pPr>
            <a:r>
              <a:t>• 掌握三角形面积公式的推导过程</a:t>
            </a:r>
          </a:p>
          <a:p>
            <a:pPr>
              <a:defRPr sz="2400"/>
            </a:pPr>
            <a:r>
              <a:t>• 能正确应用公式计算三角形面积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本节课学习了三角形面积公式，通过生活情境引入，从拼图推导出公式，并应用解决实际问题。重点掌握公式 S = a × h ÷ 2，理解其推导过程，体会数学的转化思想。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理解三角形底和高的概念</a:t>
            </a:r>
          </a:p>
          <a:p>
            <a:pPr>
              <a:defRPr sz="2400"/>
            </a:pPr>
            <a:r>
              <a:t>• 掌握三角形面积公式的推导过程</a:t>
            </a:r>
          </a:p>
          <a:p>
            <a:pPr>
              <a:defRPr sz="2400"/>
            </a:pPr>
            <a:r>
              <a:t>• 能正确应用公式计算三角形面积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