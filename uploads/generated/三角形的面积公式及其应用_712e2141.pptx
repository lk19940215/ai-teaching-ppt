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FF9F43"/>
                </a:solidFill>
              </a:defRPr>
            </a:pPr>
            <a:r>
              <a:t>三角形的面积公式及其应用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66CDAA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</a:t>
            </a:r>
          </a:p>
          <a:p>
            <a:pPr>
              <a:defRPr sz="2400"/>
            </a:pPr>
            <a:r>
              <a:t>4. 常见错误分析</a:t>
            </a:r>
          </a:p>
          <a:p>
            <a:pPr>
              <a:defRPr sz="2400"/>
            </a:pPr>
            <a:r>
              <a:t>5. 三角形面积公式图示</a:t>
            </a:r>
          </a:p>
          <a:p>
            <a:pPr>
              <a:defRPr sz="2400"/>
            </a:pPr>
            <a:r>
              <a:t>6. 变式练习</a:t>
            </a:r>
          </a:p>
          <a:p>
            <a:pPr>
              <a:defRPr sz="2400"/>
            </a:pPr>
            <a:r>
              <a:t>7. 校园里的三角形</a:t>
            </a:r>
          </a:p>
          <a:p>
            <a:pPr>
              <a:defRPr sz="2400"/>
            </a:pPr>
            <a:r>
              <a:t>8. 面积公式的推导（一）</a:t>
            </a:r>
          </a:p>
          <a:p>
            <a:pPr>
              <a:defRPr sz="2400"/>
            </a:pPr>
            <a:r>
              <a:t>9. 三角形面积计算要点</a:t>
            </a:r>
          </a:p>
          <a:p>
            <a:pPr>
              <a:defRPr sz="2400"/>
            </a:pPr>
            <a:r>
              <a:t>10. 课堂练习</a:t>
            </a:r>
          </a:p>
          <a:p>
            <a:pPr>
              <a:defRPr sz="2400"/>
            </a:pPr>
            <a:r>
              <a:t>11. 课堂小结</a:t>
            </a:r>
          </a:p>
          <a:p>
            <a:pPr>
              <a:defRPr sz="2400"/>
            </a:pPr>
            <a:r>
              <a:t>12. 面积公式的推导（二）</a:t>
            </a:r>
          </a:p>
          <a:p>
            <a:pPr>
              <a:defRPr sz="2400"/>
            </a:pPr>
            <a:r>
              <a:t>13. 例题：计算三角形花坛面积</a:t>
            </a:r>
          </a:p>
          <a:p>
            <a:pPr>
              <a:defRPr sz="2400"/>
            </a:pPr>
            <a:r>
              <a:t>14. 课后思考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9F43"/>
                </a:solidFill>
              </a:defRPr>
            </a:pPr>
            <a:r>
              <a:t>认识三角形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回顾三角形的定义和基本特征</a:t>
            </a:r>
          </a:p>
          <a:p>
            <a:pPr>
              <a:defRPr sz="2400"/>
            </a:pPr>
            <a:r>
              <a:t>通过直观模型感知三角形的面积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计算三角形面积时，底是12米，高是5米，错误计算为12 × 5 = 60平方米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忘记除以2，直接用了平行四边形面积公式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正确计算：S = 12 × 5 ÷ 2 = 30平方米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牢记三角形面积公式是“底×高÷2”，计算后检查是否除以2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FF9F43"/>
                </a:solidFill>
              </a:defRPr>
            </a:pPr>
            <a:r>
              <a:t>三角形面积公式图示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6CDAA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通过不同变式，巩固三角形面积公式的应用</a:t>
            </a:r>
          </a:p>
          <a:p>
            <a:pPr>
              <a:defRPr sz="2400"/>
            </a:pPr>
            <a:r>
              <a:t>包含基础、提高、拓展三个难度层次的题目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9F43"/>
                </a:solidFill>
              </a:defRPr>
            </a:pPr>
            <a:r>
              <a:t>校园里的三角形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66CDAA"/>
                </a:solidFill>
              </a:defRPr>
            </a:pPr>
            <a:r>
              <a:t>💡 建筑设计情境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FF9F43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学校要重新规划操场边的花坛，其中一块花坛是三角形形状。园艺师傅需要知道这块花坛的面积，以便购买足够的草皮。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66CDAA"/>
          </a:solidFill>
          <a:ln w="381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如何计算这块三角形花坛的面积呢？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视觉建议：展示操场平面图，突出三角形花坛区域，并标注底和高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9F43"/>
                </a:solidFill>
              </a:defRPr>
            </a:pPr>
            <a:r>
              <a:t>面积公式的推导（一）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从平行四边形面积出发，思考三角形与平行四边形的关系</a:t>
            </a:r>
          </a:p>
          <a:p>
            <a:pPr>
              <a:defRPr sz="2400"/>
            </a:pPr>
            <a:r>
              <a:t>通过拼图活动，初步感知三角形面积是等底等高平行四边形面积的一半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66CDAA"/>
                </a:solidFill>
              </a:defRPr>
            </a:pPr>
            <a:r>
              <a:t>三角形面积计算要点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6CDAA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设计不同认知层级的练习题，巩固所学知识</a:t>
            </a:r>
          </a:p>
          <a:p>
            <a:pPr>
              <a:defRPr sz="2400"/>
            </a:pPr>
            <a:r>
              <a:t>题目涵盖记忆、理解、应用、分析等层级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【★】三角形的面积公式是什么？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答案：三角形的面积 = 底 × 高 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【★★】解释为什么三角形面积公式中要除以2？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答案：因为两个完全一样的三角形可以拼成一个平行四边形，三角形面积是平行四边形面积的一半。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【★】一个三角形的底是9分米，高是4分米，计算它的面积。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9 × 4 ÷ 2 = 18（平方分米）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【★★】比较三角形和平行四边形面积计算的异同。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答案：相同点：都涉及底和高；不同点：三角形面积要除以2，平行四边形面积不用。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【★★★】一个三角形面积是30平方厘米，高是6厘米，求底。如果高变为10厘米，面积不变，底会如何变化？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 = 2 × 30 ÷ 6 = 10厘米；如果高变为10厘米，底 = 2 × 30 ÷ 10 = 6厘米，底变小了。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FF9F43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 S = a × h ÷ 2，通过生活情境引入，从平行四边形面积推导得出。重点掌握公式的应用，并能解决实际问题，体现了数形结合和转化思想。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理解三角形面积公式的推导过程</a:t>
            </a:r>
          </a:p>
          <a:p>
            <a:pPr>
              <a:defRPr sz="2400"/>
            </a:pPr>
            <a:r>
              <a:t>• 掌握三角形面积的计算方法</a:t>
            </a:r>
          </a:p>
          <a:p>
            <a:pPr>
              <a:defRPr sz="2400"/>
            </a:pPr>
            <a:r>
              <a:t>• 能正确识别三角形的底和高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9F43"/>
                </a:solidFill>
              </a:defRPr>
            </a:pPr>
            <a:r>
              <a:t>面积公式的推导（二）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推导出三角形面积的具体公式</a:t>
            </a:r>
          </a:p>
          <a:p>
            <a:pPr>
              <a:defRPr sz="2400"/>
            </a:pPr>
            <a:r>
              <a:t>强调公式中底和高的对应关系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9F43"/>
                </a:solidFill>
              </a:defRPr>
            </a:pPr>
            <a:r>
              <a:t>例题：计算三角形花坛面积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运用四步法讲解例题，规范解题过程</a:t>
            </a:r>
          </a:p>
          <a:p>
            <a:pPr>
              <a:defRPr sz="2400"/>
            </a:pPr>
            <a:r>
              <a:t>强调审题、分析、解题、反思的完整步骤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FF9F43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 S = a × h ÷ 2，通过生活情境引入，从平行四边形面积推导得出。重点掌握公式的应用，并能解决实际问题，体现了数形结合和转化思想。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理解三角形面积公式的推导过程</a:t>
            </a:r>
          </a:p>
          <a:p>
            <a:pPr>
              <a:defRPr sz="2400"/>
            </a:pPr>
            <a:r>
              <a:t>• 掌握三角形面积的计算方法</a:t>
            </a:r>
          </a:p>
          <a:p>
            <a:pPr>
              <a:defRPr sz="2400"/>
            </a:pPr>
            <a:r>
              <a:t>• 能正确识别三角形的底和高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