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小数加减法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超市购物比价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🛒 购物消费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小明和妈妈去超市购物，买了苹果和香蕉。苹果每千克5.8元，香蕉每千克3.2元。他们想计算总花费。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苹果和香蕉一共花了多少钱？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视觉建议：展示超市购物场景图，包括苹果和香蕉的标价牌。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认识小数加减法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理解小数加减法的含义</a:t>
            </a:r>
          </a:p>
          <a:p>
            <a:pPr>
              <a:defRPr sz="2400"/>
            </a:pPr>
            <a:r>
              <a:t>掌握小数加减法的计算方法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