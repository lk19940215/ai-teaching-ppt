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校园花坛设计师</a:t>
            </a:r>
          </a:p>
          <a:p>
            <a:pPr>
              <a:defRPr sz="2400"/>
            </a:pPr>
            <a:r>
              <a:t>7. 面积公式推导（一）</a:t>
            </a:r>
          </a:p>
          <a:p>
            <a:pPr>
              <a:defRPr sz="2400"/>
            </a:pPr>
            <a:r>
              <a:t>8. 课堂练习（基础）</a:t>
            </a:r>
          </a:p>
          <a:p>
            <a:pPr>
              <a:defRPr sz="2400"/>
            </a:pPr>
            <a:r>
              <a:t>9. 面积公式推导（二）</a:t>
            </a:r>
          </a:p>
          <a:p>
            <a:pPr>
              <a:defRPr sz="2400"/>
            </a:pPr>
            <a:r>
              <a:t>10. 课堂练习（提高）</a:t>
            </a:r>
          </a:p>
          <a:p>
            <a:pPr>
              <a:defRPr sz="2400"/>
            </a:pPr>
            <a:r>
              <a:t>11. 例题：计算花坛面积</a:t>
            </a:r>
          </a:p>
          <a:p>
            <a:pPr>
              <a:defRPr sz="2400"/>
            </a:pPr>
            <a:r>
              <a:t>12. 课堂练习（拓展）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每个三角形都有底和高</a:t>
            </a:r>
          </a:p>
          <a:p>
            <a:pPr>
              <a:defRPr sz="2400"/>
            </a:pPr>
            <a:r>
              <a:t>底是任意一条边，高是从对应顶点到底边的垂直线段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计算三角形面积时，忘记除以2，直接算成底×高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对公式推导过程不理解，误记公式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面积 = 底 × 高 ÷ 2，强调除以2的必要性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通过拼图操作理解推导，熟记口诀“底乘高，再除以2”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情境变式：更换问题背景，灵活应用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学校计划在操场边建造一个三角形的花坛，同学们需要帮助计算花坛的面积，以便购买足够的草皮和花卉进行美化。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这个三角形花坛的底是8米，高是5米，它的面积是多少平方米？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视觉建议：展示校园平面图，标注三角形花坛的位置和尺寸（底8米，高5米）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两个完全一样的三角形可以拼成一个平行四边形</a:t>
            </a:r>
          </a:p>
          <a:p>
            <a:pPr>
              <a:defRPr sz="2400"/>
            </a:pPr>
            <a:r>
              <a:t>平行四边形的面积 = 底 × 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课堂练习（基础）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直接应用公式，巩固记忆</a:t>
            </a:r>
          </a:p>
          <a:p>
            <a:pPr>
              <a:defRPr sz="2400"/>
            </a:pPr>
            <a:r>
              <a:t>难度：基础题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【★】一个三角形的底是12厘米，高是5厘米，面积是______平方厘米。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【★】判断：三角形的面积等于底乘以高。（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平行四边形的面积是三角形面积的2倍</a:t>
            </a:r>
          </a:p>
          <a:p>
            <a:pPr>
              <a:defRPr sz="2400"/>
            </a:pPr>
            <a:r>
              <a:t>推导出三角形面积公式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课堂练习（提高）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理解原理，简单应用</a:t>
            </a:r>
          </a:p>
          <a:p>
            <a:pPr>
              <a:defRPr sz="2400"/>
            </a:pPr>
            <a:r>
              <a:t>难度：提高题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【★★】一个三角形花圃的面积是18平方米，高是4米，底是多少米？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面积 × 2 ÷ 高 = 18 × 2 ÷ 4 = 9（米）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【★★】比较两个三角形：三角形A底10cm高6cm，三角形B底12cm高5cm，哪个面积大？大多少？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答案：三角形A面积=30cm²，三角形B面积=30cm²，面积相等。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已知：三角形花坛底8米，高5米</a:t>
            </a:r>
          </a:p>
          <a:p>
            <a:pPr>
              <a:defRPr sz="2400"/>
            </a:pPr>
            <a:r>
              <a:t>求：花坛的面积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课堂练习（拓展）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综合应用，解决实际问题</a:t>
            </a:r>
          </a:p>
          <a:p>
            <a:pPr>
              <a:defRPr sz="2400"/>
            </a:pPr>
            <a:r>
              <a:t>难度：拓展题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【★★★】李爷爷家有一块三角形菜地，底是20米，高是15米。如果每平方米收白菜3千克，这块菜地一共能收多少千克白菜？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答案：面积=20×15÷2=150平方米，收白菜=150×3=450千克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本节课学习了三角形面积公式“底×高÷2”，通过拼图推导理解公式来源，掌握直接应用和逆用方法，并运用转化思想解决实际问题。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掌握公式“底×高÷2”的应用</a:t>
            </a:r>
          </a:p>
          <a:p>
            <a:pPr>
              <a:defRPr sz="2400"/>
            </a:pPr>
            <a:r>
              <a:t>• 注意单位统一和除以2的易错点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本节课学习了三角形面积公式“底×高÷2”，通过拼图推导理解公式来源，掌握直接应用和逆用方法，并运用转化思想解决实际问题。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掌握公式“底×高÷2”的应用</a:t>
            </a:r>
          </a:p>
          <a:p>
            <a:pPr>
              <a:defRPr sz="2400"/>
            </a:pPr>
            <a:r>
              <a:t>• 注意单位统一和除以2的易错点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