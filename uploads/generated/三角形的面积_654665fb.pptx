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校园里的三角形</a:t>
            </a:r>
          </a:p>
          <a:p>
            <a:pPr>
              <a:defRPr sz="2400"/>
            </a:pPr>
            <a:r>
              <a:t>7. 面积公式的由来（一）</a:t>
            </a:r>
          </a:p>
          <a:p>
            <a:pPr>
              <a:defRPr sz="2400"/>
            </a:pPr>
            <a:r>
              <a:t>8. 巩固练习</a:t>
            </a:r>
          </a:p>
          <a:p>
            <a:pPr>
              <a:defRPr sz="2400"/>
            </a:pPr>
            <a:r>
              <a:t>9. 面积公式的由来（二）</a:t>
            </a:r>
          </a:p>
          <a:p>
            <a:pPr>
              <a:defRPr sz="2400"/>
            </a:pPr>
            <a:r>
              <a:t>10. 例题精讲</a:t>
            </a:r>
          </a:p>
          <a:p>
            <a:pPr>
              <a:defRPr sz="2400"/>
            </a:pPr>
            <a:r>
              <a:t>11.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计算三角形面积时，只算底×高，忘记除以2，如6×4=24（平方厘米）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对公式记忆不牢，混淆了三角形和平行四边形面积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(6×4)÷2 = 12（平方厘米）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熟记口诀“底乘高，除以二”，计算后检查是否除以2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学校要重新装饰一面墙，墙上有一个三角形的装饰区域需要涂颜料。这个三角形区域底边长3米，高2米。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需要多少平方米的颜料才能涂满这个三角形区域？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视觉建议：展示一面墙的图片，墙上有一个明显的三角形区域，标注底边和高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面积公式的由来（一）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巩固练习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(底 × 高)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【★】一个三角形底10厘米，高7厘米，面积是多少平方厘米？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(10×7)÷2 = 35（平方厘米）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【★★】解释为什么三角形面积要除以2？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答案：因为两个完全相同的三角形可以拼成一个平行四边形，三角形面积是平行四边形面积的一半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【★★】比较三角形和平行四边形面积公式的异同。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答案：相同点：都涉及底和高；不同点：平行四边形面积=底×高，三角形面积=(底×高)÷2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【★★★】一个三角形面积是30平方分米，底是10分米，高是多少分米？评价这种逆向问题在生活中的应用价值。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答案：高 = 2×30÷10 = 6（分米）。评价：在生活中，如已知土地面积和一边长度，可求另一边，用于规划或测量。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面积公式的由来（二）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本节课学习了三角形面积公式S=(a×h)÷2，通过生活情境引入，结合图形推导公式，并应用例题和变式练习巩固。重点掌握公式的推导和应用，注意易错点，培养数形结合和转化思想。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</a:t>
            </a:r>
          </a:p>
          <a:p>
            <a:pPr>
              <a:defRPr sz="2400"/>
            </a:pPr>
            <a:r>
              <a:t>• 公式中底和高的对应关系</a:t>
            </a:r>
          </a:p>
          <a:p>
            <a:pPr>
              <a:defRPr sz="2400"/>
            </a:pPr>
            <a:r>
              <a:t>• 计算时注意单位和除以2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