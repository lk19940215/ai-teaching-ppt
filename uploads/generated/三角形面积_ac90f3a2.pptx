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三角形面积</a:t>
            </a:r>
          </a:p>
          <a:p>
            <a:pPr>
              <a:defRPr sz="2400"/>
            </a:pPr>
            <a:r>
              <a:t>3. 认识三角形面积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校园绿化设计师</a:t>
            </a:r>
          </a:p>
          <a:p>
            <a:pPr>
              <a:defRPr sz="2400"/>
            </a:pPr>
            <a:r>
              <a:t>7. 公式推导（一）</a:t>
            </a:r>
          </a:p>
          <a:p>
            <a:pPr>
              <a:defRPr sz="2400"/>
            </a:pPr>
            <a:r>
              <a:t>8. 巩固练习</a:t>
            </a:r>
          </a:p>
          <a:p>
            <a:pPr>
              <a:defRPr sz="2400"/>
            </a:pPr>
            <a:r>
              <a:t>9. 公式推导（二）</a:t>
            </a:r>
          </a:p>
          <a:p>
            <a:pPr>
              <a:defRPr sz="2400"/>
            </a:pPr>
            <a:r>
              <a:t>10. 例题精讲</a:t>
            </a:r>
          </a:p>
          <a:p>
            <a:pPr>
              <a:defRPr sz="2400"/>
            </a:pPr>
            <a:r>
              <a:t>11.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面积：平面图形所占平面的大小</a:t>
            </a:r>
          </a:p>
          <a:p>
            <a:pPr>
              <a:defRPr sz="2400"/>
            </a:pPr>
            <a:r>
              <a:t>三角形：由三条线段围成的封闭图形</a:t>
            </a:r>
          </a:p>
          <a:p>
            <a:pPr>
              <a:defRPr sz="2400"/>
            </a:pPr>
            <a:r>
              <a:t>底和高：从顶点向对边作垂线，垂足到顶点的距离是高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计算三角形面积时，忘记除以2，如8×5=40平方米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对公式记忆不牢，混淆了三角形和平行四边形面积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8 × 5 ÷ 2 = 20平方米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背诵口诀“底乘高除以二”，计算后检查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学校要美化校园，需要为一块三角形花坛铺设草皮。作为小小设计师，你需要计算花坛面积，以便购买草皮。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视觉建议：展示三角形花坛的平面图，标注底和高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思考：如何将三角形转化为已知图形？</a:t>
            </a:r>
          </a:p>
          <a:p>
            <a:pPr>
              <a:defRPr sz="2400"/>
            </a:pPr>
            <a:r>
              <a:t>方法：用两个完全相同的三角形拼成一个平行四边形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巩固练习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【★】填空：三角形面积公式是（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答案：底×高÷2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【★】一个三角形底12米，高7米，面积是多少平方米？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12 × 7 ÷ 2 = 42平方米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【★★】比较两个三角形：一个底10cm高4cm，另一个底8cm高5cm，哪个面积大？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答案：第一个面积20平方厘米，第二个20平方厘米，一样大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【★★★】设计一个三角形花坛，使面积是30平方米，写出可能的底和高组合。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答案：例如底10米高6米，或底15米高4米等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推导：三角形面积公式</a:t>
            </a:r>
          </a:p>
          <a:p>
            <a:pPr>
              <a:defRPr sz="2400"/>
            </a:pPr>
            <a:r>
              <a:t>记忆口诀：底乘高除以二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本节课学习了三角形面积，通过生活情境引入，拼图推导出公式S = a × h ÷ 2，并应用解决实际问题，培养了转化思想和数学应用能力。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理解三角形面积的定义</a:t>
            </a:r>
          </a:p>
          <a:p>
            <a:pPr>
              <a:defRPr sz="2400"/>
            </a:pPr>
            <a:r>
              <a:t>• 掌握公式推导过程</a:t>
            </a:r>
          </a:p>
          <a:p>
            <a:pPr>
              <a:defRPr sz="2400"/>
            </a:pPr>
            <a:r>
              <a:t>• 正确应用公式计算面积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