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7" r:id="rId3"/>
  </p:sldMasterIdLst>
  <p:notesMasterIdLst>
    <p:notesMasterId r:id="rId6"/>
  </p:notesMasterIdLst>
  <p:sldIdLst>
    <p:sldId id="385" r:id="rId4"/>
    <p:sldId id="48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复盘" id="{C7EC6A0F-B8D4-D348-AC24-415682D484B9}">
          <p14:sldIdLst>
            <p14:sldId id="385"/>
            <p14:sldId id="4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950" userDrawn="1">
          <p15:clr>
            <a:srgbClr val="A4A3A4"/>
          </p15:clr>
        </p15:guide>
        <p15:guide id="2" pos="2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F4B4B"/>
    <a:srgbClr val="FF0002"/>
    <a:srgbClr val="E3000F"/>
    <a:srgbClr val="373D42"/>
    <a:srgbClr val="E3000D"/>
    <a:srgbClr val="010000"/>
    <a:srgbClr val="E3020D"/>
    <a:srgbClr val="FE0000"/>
    <a:srgbClr val="FF0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8" autoAdjust="0"/>
    <p:restoredTop sz="94353" autoAdjust="0"/>
  </p:normalViewPr>
  <p:slideViewPr>
    <p:cSldViewPr showGuides="1">
      <p:cViewPr varScale="1">
        <p:scale>
          <a:sx n="118" d="100"/>
          <a:sy n="118" d="100"/>
        </p:scale>
        <p:origin x="408" y="184"/>
      </p:cViewPr>
      <p:guideLst>
        <p:guide orient="horz" pos="2950"/>
        <p:guide pos="25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2ADE4-C905-4279-92A0-BB8328283B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97D95-DFA6-41B2-AA9D-5964AF413B8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分隔页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68145" y="1611630"/>
            <a:ext cx="2489033" cy="1531620"/>
          </a:xfrm>
          <a:custGeom>
            <a:avLst/>
            <a:gdLst>
              <a:gd name="connsiteX0" fmla="*/ 20319 w 3318710"/>
              <a:gd name="connsiteY0" fmla="*/ 0 h 2042160"/>
              <a:gd name="connsiteX1" fmla="*/ 3298390 w 3318710"/>
              <a:gd name="connsiteY1" fmla="*/ 0 h 2042160"/>
              <a:gd name="connsiteX2" fmla="*/ 3318710 w 3318710"/>
              <a:gd name="connsiteY2" fmla="*/ 20319 h 2042160"/>
              <a:gd name="connsiteX3" fmla="*/ 3318710 w 3318710"/>
              <a:gd name="connsiteY3" fmla="*/ 2021841 h 2042160"/>
              <a:gd name="connsiteX4" fmla="*/ 3298390 w 3318710"/>
              <a:gd name="connsiteY4" fmla="*/ 2042160 h 2042160"/>
              <a:gd name="connsiteX5" fmla="*/ 20319 w 3318710"/>
              <a:gd name="connsiteY5" fmla="*/ 2042160 h 2042160"/>
              <a:gd name="connsiteX6" fmla="*/ 0 w 3318710"/>
              <a:gd name="connsiteY6" fmla="*/ 2021841 h 2042160"/>
              <a:gd name="connsiteX7" fmla="*/ 0 w 3318710"/>
              <a:gd name="connsiteY7" fmla="*/ 20319 h 2042160"/>
              <a:gd name="connsiteX8" fmla="*/ 20319 w 3318710"/>
              <a:gd name="connsiteY8" fmla="*/ 0 h 20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710" h="2042160">
                <a:moveTo>
                  <a:pt x="20319" y="0"/>
                </a:moveTo>
                <a:lnTo>
                  <a:pt x="3298390" y="0"/>
                </a:lnTo>
                <a:cubicBezTo>
                  <a:pt x="3309613" y="0"/>
                  <a:pt x="3318710" y="9097"/>
                  <a:pt x="3318710" y="20319"/>
                </a:cubicBezTo>
                <a:lnTo>
                  <a:pt x="3318710" y="2021841"/>
                </a:lnTo>
                <a:cubicBezTo>
                  <a:pt x="3318710" y="2033063"/>
                  <a:pt x="3309613" y="2042160"/>
                  <a:pt x="3298390" y="2042160"/>
                </a:cubicBezTo>
                <a:lnTo>
                  <a:pt x="20319" y="2042160"/>
                </a:lnTo>
                <a:cubicBezTo>
                  <a:pt x="9097" y="2042160"/>
                  <a:pt x="0" y="2033063"/>
                  <a:pt x="0" y="2021841"/>
                </a:cubicBezTo>
                <a:lnTo>
                  <a:pt x="0" y="20319"/>
                </a:lnTo>
                <a:cubicBezTo>
                  <a:pt x="0" y="9097"/>
                  <a:pt x="9097" y="0"/>
                  <a:pt x="20319" y="0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327485" y="1611630"/>
            <a:ext cx="2489033" cy="1531620"/>
          </a:xfrm>
          <a:custGeom>
            <a:avLst/>
            <a:gdLst>
              <a:gd name="connsiteX0" fmla="*/ 20319 w 3318710"/>
              <a:gd name="connsiteY0" fmla="*/ 0 h 2042160"/>
              <a:gd name="connsiteX1" fmla="*/ 3298390 w 3318710"/>
              <a:gd name="connsiteY1" fmla="*/ 0 h 2042160"/>
              <a:gd name="connsiteX2" fmla="*/ 3318710 w 3318710"/>
              <a:gd name="connsiteY2" fmla="*/ 20319 h 2042160"/>
              <a:gd name="connsiteX3" fmla="*/ 3318710 w 3318710"/>
              <a:gd name="connsiteY3" fmla="*/ 2021841 h 2042160"/>
              <a:gd name="connsiteX4" fmla="*/ 3298390 w 3318710"/>
              <a:gd name="connsiteY4" fmla="*/ 2042160 h 2042160"/>
              <a:gd name="connsiteX5" fmla="*/ 20319 w 3318710"/>
              <a:gd name="connsiteY5" fmla="*/ 2042160 h 2042160"/>
              <a:gd name="connsiteX6" fmla="*/ 0 w 3318710"/>
              <a:gd name="connsiteY6" fmla="*/ 2021841 h 2042160"/>
              <a:gd name="connsiteX7" fmla="*/ 0 w 3318710"/>
              <a:gd name="connsiteY7" fmla="*/ 20319 h 2042160"/>
              <a:gd name="connsiteX8" fmla="*/ 20319 w 3318710"/>
              <a:gd name="connsiteY8" fmla="*/ 0 h 20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710" h="2042160">
                <a:moveTo>
                  <a:pt x="20319" y="0"/>
                </a:moveTo>
                <a:lnTo>
                  <a:pt x="3298390" y="0"/>
                </a:lnTo>
                <a:cubicBezTo>
                  <a:pt x="3309613" y="0"/>
                  <a:pt x="3318710" y="9097"/>
                  <a:pt x="3318710" y="20319"/>
                </a:cubicBezTo>
                <a:lnTo>
                  <a:pt x="3318710" y="2021841"/>
                </a:lnTo>
                <a:cubicBezTo>
                  <a:pt x="3318710" y="2033063"/>
                  <a:pt x="3309613" y="2042160"/>
                  <a:pt x="3298390" y="2042160"/>
                </a:cubicBezTo>
                <a:lnTo>
                  <a:pt x="20319" y="2042160"/>
                </a:lnTo>
                <a:cubicBezTo>
                  <a:pt x="9097" y="2042160"/>
                  <a:pt x="0" y="2033063"/>
                  <a:pt x="0" y="2021841"/>
                </a:cubicBezTo>
                <a:lnTo>
                  <a:pt x="0" y="20319"/>
                </a:lnTo>
                <a:cubicBezTo>
                  <a:pt x="0" y="9097"/>
                  <a:pt x="9097" y="0"/>
                  <a:pt x="20319" y="0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986827" y="1611630"/>
            <a:ext cx="2489033" cy="1531620"/>
          </a:xfrm>
          <a:custGeom>
            <a:avLst/>
            <a:gdLst>
              <a:gd name="connsiteX0" fmla="*/ 20319 w 3318710"/>
              <a:gd name="connsiteY0" fmla="*/ 0 h 2042160"/>
              <a:gd name="connsiteX1" fmla="*/ 3298390 w 3318710"/>
              <a:gd name="connsiteY1" fmla="*/ 0 h 2042160"/>
              <a:gd name="connsiteX2" fmla="*/ 3318710 w 3318710"/>
              <a:gd name="connsiteY2" fmla="*/ 20319 h 2042160"/>
              <a:gd name="connsiteX3" fmla="*/ 3318710 w 3318710"/>
              <a:gd name="connsiteY3" fmla="*/ 2021841 h 2042160"/>
              <a:gd name="connsiteX4" fmla="*/ 3298390 w 3318710"/>
              <a:gd name="connsiteY4" fmla="*/ 2042160 h 2042160"/>
              <a:gd name="connsiteX5" fmla="*/ 20319 w 3318710"/>
              <a:gd name="connsiteY5" fmla="*/ 2042160 h 2042160"/>
              <a:gd name="connsiteX6" fmla="*/ 0 w 3318710"/>
              <a:gd name="connsiteY6" fmla="*/ 2021841 h 2042160"/>
              <a:gd name="connsiteX7" fmla="*/ 0 w 3318710"/>
              <a:gd name="connsiteY7" fmla="*/ 20319 h 2042160"/>
              <a:gd name="connsiteX8" fmla="*/ 20319 w 3318710"/>
              <a:gd name="connsiteY8" fmla="*/ 0 h 20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710" h="2042160">
                <a:moveTo>
                  <a:pt x="20319" y="0"/>
                </a:moveTo>
                <a:lnTo>
                  <a:pt x="3298390" y="0"/>
                </a:lnTo>
                <a:cubicBezTo>
                  <a:pt x="3309613" y="0"/>
                  <a:pt x="3318710" y="9097"/>
                  <a:pt x="3318710" y="20319"/>
                </a:cubicBezTo>
                <a:lnTo>
                  <a:pt x="3318710" y="2021841"/>
                </a:lnTo>
                <a:cubicBezTo>
                  <a:pt x="3318710" y="2033063"/>
                  <a:pt x="3309613" y="2042160"/>
                  <a:pt x="3298390" y="2042160"/>
                </a:cubicBezTo>
                <a:lnTo>
                  <a:pt x="20319" y="2042160"/>
                </a:lnTo>
                <a:cubicBezTo>
                  <a:pt x="9097" y="2042160"/>
                  <a:pt x="0" y="2033063"/>
                  <a:pt x="0" y="2021841"/>
                </a:cubicBezTo>
                <a:lnTo>
                  <a:pt x="0" y="20319"/>
                </a:lnTo>
                <a:cubicBezTo>
                  <a:pt x="0" y="9097"/>
                  <a:pt x="9097" y="0"/>
                  <a:pt x="20319" y="0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6"/>
          <p:cNvSpPr>
            <a:spLocks noGrp="1"/>
          </p:cNvSpPr>
          <p:nvPr>
            <p:ph type="pic" sz="quarter" idx="11"/>
          </p:nvPr>
        </p:nvSpPr>
        <p:spPr>
          <a:xfrm>
            <a:off x="1097183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36"/>
          <p:cNvSpPr>
            <a:spLocks noGrp="1"/>
          </p:cNvSpPr>
          <p:nvPr>
            <p:ph type="pic" sz="quarter" idx="12"/>
          </p:nvPr>
        </p:nvSpPr>
        <p:spPr>
          <a:xfrm>
            <a:off x="2248864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36"/>
          <p:cNvSpPr>
            <a:spLocks noGrp="1"/>
          </p:cNvSpPr>
          <p:nvPr>
            <p:ph type="pic" sz="quarter" idx="13"/>
          </p:nvPr>
        </p:nvSpPr>
        <p:spPr>
          <a:xfrm>
            <a:off x="3400544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0" name="Picture Placeholder 36"/>
          <p:cNvSpPr>
            <a:spLocks noGrp="1"/>
          </p:cNvSpPr>
          <p:nvPr>
            <p:ph type="pic" sz="quarter" idx="14"/>
          </p:nvPr>
        </p:nvSpPr>
        <p:spPr>
          <a:xfrm>
            <a:off x="4552225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537173" y="3864505"/>
            <a:ext cx="588633" cy="58772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728591" y="3864505"/>
            <a:ext cx="588633" cy="58772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9144000" cy="51435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297886" y="3472577"/>
            <a:ext cx="713046" cy="71194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3"/>
            <a:ext cx="9144000" cy="264318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830569" y="2178779"/>
            <a:ext cx="675413" cy="67437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638020" y="2178779"/>
            <a:ext cx="675413" cy="67437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80844" y="1234217"/>
            <a:ext cx="5497217" cy="3077115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sx="90000" sy="90000" algn="ctr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1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280038" y="837331"/>
            <a:ext cx="4157750" cy="3635132"/>
          </a:xfrm>
          <a:custGeom>
            <a:avLst/>
            <a:gdLst>
              <a:gd name="connsiteX0" fmla="*/ 1456042 w 5543667"/>
              <a:gd name="connsiteY0" fmla="*/ 61 h 4846843"/>
              <a:gd name="connsiteX1" fmla="*/ 2254209 w 5543667"/>
              <a:gd name="connsiteY1" fmla="*/ 234962 h 4846843"/>
              <a:gd name="connsiteX2" fmla="*/ 3353395 w 5543667"/>
              <a:gd name="connsiteY2" fmla="*/ 478574 h 4846843"/>
              <a:gd name="connsiteX3" fmla="*/ 3480149 w 5543667"/>
              <a:gd name="connsiteY3" fmla="*/ 493116 h 4846843"/>
              <a:gd name="connsiteX4" fmla="*/ 4685255 w 5543667"/>
              <a:gd name="connsiteY4" fmla="*/ 1074150 h 4846843"/>
              <a:gd name="connsiteX5" fmla="*/ 5481485 w 5543667"/>
              <a:gd name="connsiteY5" fmla="*/ 2246976 h 4846843"/>
              <a:gd name="connsiteX6" fmla="*/ 5395406 w 5543667"/>
              <a:gd name="connsiteY6" fmla="*/ 3817917 h 4846843"/>
              <a:gd name="connsiteX7" fmla="*/ 3802945 w 5543667"/>
              <a:gd name="connsiteY7" fmla="*/ 4829345 h 4846843"/>
              <a:gd name="connsiteX8" fmla="*/ 2006047 w 5543667"/>
              <a:gd name="connsiteY8" fmla="*/ 3153077 h 4846843"/>
              <a:gd name="connsiteX9" fmla="*/ 118689 w 5543667"/>
              <a:gd name="connsiteY9" fmla="*/ 2055653 h 4846843"/>
              <a:gd name="connsiteX10" fmla="*/ 792416 w 5543667"/>
              <a:gd name="connsiteY10" fmla="*/ 134255 h 4846843"/>
              <a:gd name="connsiteX11" fmla="*/ 1456042 w 5543667"/>
              <a:gd name="connsiteY11" fmla="*/ 61 h 484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43667" h="4846843">
                <a:moveTo>
                  <a:pt x="1456042" y="61"/>
                </a:moveTo>
                <a:cubicBezTo>
                  <a:pt x="1830281" y="3860"/>
                  <a:pt x="2000678" y="185530"/>
                  <a:pt x="2254209" y="234962"/>
                </a:cubicBezTo>
                <a:cubicBezTo>
                  <a:pt x="2676920" y="317380"/>
                  <a:pt x="3149071" y="435549"/>
                  <a:pt x="3353395" y="478574"/>
                </a:cubicBezTo>
                <a:cubicBezTo>
                  <a:pt x="3395218" y="479808"/>
                  <a:pt x="3437558" y="484375"/>
                  <a:pt x="3480149" y="493116"/>
                </a:cubicBezTo>
                <a:cubicBezTo>
                  <a:pt x="3820878" y="563056"/>
                  <a:pt x="4348111" y="789012"/>
                  <a:pt x="4685255" y="1074150"/>
                </a:cubicBezTo>
                <a:cubicBezTo>
                  <a:pt x="5022397" y="1359287"/>
                  <a:pt x="5363126" y="1789682"/>
                  <a:pt x="5481485" y="2246976"/>
                </a:cubicBezTo>
                <a:cubicBezTo>
                  <a:pt x="5599843" y="2704270"/>
                  <a:pt x="5537077" y="3405455"/>
                  <a:pt x="5395406" y="3817917"/>
                </a:cubicBezTo>
                <a:cubicBezTo>
                  <a:pt x="5115649" y="4248312"/>
                  <a:pt x="4900520" y="4968188"/>
                  <a:pt x="3802945" y="4829345"/>
                </a:cubicBezTo>
                <a:cubicBezTo>
                  <a:pt x="2705370" y="4690502"/>
                  <a:pt x="2704197" y="3587322"/>
                  <a:pt x="2006047" y="3153077"/>
                </a:cubicBezTo>
                <a:cubicBezTo>
                  <a:pt x="1307896" y="2718831"/>
                  <a:pt x="320961" y="2558790"/>
                  <a:pt x="118689" y="2055653"/>
                </a:cubicBezTo>
                <a:cubicBezTo>
                  <a:pt x="-83583" y="1552515"/>
                  <a:pt x="-122900" y="462571"/>
                  <a:pt x="792416" y="134255"/>
                </a:cubicBezTo>
                <a:cubicBezTo>
                  <a:pt x="1073708" y="33357"/>
                  <a:pt x="1285933" y="-1666"/>
                  <a:pt x="1456042" y="61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" y="3"/>
            <a:ext cx="4468761" cy="5143499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15693" y="2571752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573019" y="2571752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743339" y="964646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400665" y="964646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0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164808" y="871538"/>
            <a:ext cx="4071938" cy="2543175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028700" dir="8100000" sx="90000" sy="90000" algn="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71236" y="2651055"/>
            <a:ext cx="814353" cy="8130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640446" y="2551884"/>
            <a:ext cx="814353" cy="8130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1778411" y="1236035"/>
            <a:ext cx="1027281" cy="102569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448822" y="1068886"/>
            <a:ext cx="578720" cy="577826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776110" y="2955772"/>
            <a:ext cx="578720" cy="577826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498747" y="1969143"/>
            <a:ext cx="440346" cy="439667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77025" y="1136999"/>
            <a:ext cx="440346" cy="439667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231434" y="3782542"/>
            <a:ext cx="361658" cy="36110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0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554962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709406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-2136152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117418" y="870859"/>
            <a:ext cx="2112182" cy="3401786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838200" dir="10800000" sx="75000" sy="75000" algn="r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936172" y="849086"/>
            <a:ext cx="3701144" cy="3445329"/>
          </a:xfrm>
          <a:custGeom>
            <a:avLst/>
            <a:gdLst>
              <a:gd name="connsiteX0" fmla="*/ 24714 w 4934858"/>
              <a:gd name="connsiteY0" fmla="*/ 0 h 4593772"/>
              <a:gd name="connsiteX1" fmla="*/ 4910144 w 4934858"/>
              <a:gd name="connsiteY1" fmla="*/ 0 h 4593772"/>
              <a:gd name="connsiteX2" fmla="*/ 4934858 w 4934858"/>
              <a:gd name="connsiteY2" fmla="*/ 24714 h 4593772"/>
              <a:gd name="connsiteX3" fmla="*/ 4934858 w 4934858"/>
              <a:gd name="connsiteY3" fmla="*/ 4569058 h 4593772"/>
              <a:gd name="connsiteX4" fmla="*/ 4910144 w 4934858"/>
              <a:gd name="connsiteY4" fmla="*/ 4593772 h 4593772"/>
              <a:gd name="connsiteX5" fmla="*/ 24714 w 4934858"/>
              <a:gd name="connsiteY5" fmla="*/ 4593772 h 4593772"/>
              <a:gd name="connsiteX6" fmla="*/ 0 w 4934858"/>
              <a:gd name="connsiteY6" fmla="*/ 4569058 h 4593772"/>
              <a:gd name="connsiteX7" fmla="*/ 0 w 4934858"/>
              <a:gd name="connsiteY7" fmla="*/ 24714 h 4593772"/>
              <a:gd name="connsiteX8" fmla="*/ 24714 w 4934858"/>
              <a:gd name="connsiteY8" fmla="*/ 0 h 45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34858" h="4593772">
                <a:moveTo>
                  <a:pt x="24714" y="0"/>
                </a:moveTo>
                <a:lnTo>
                  <a:pt x="4910144" y="0"/>
                </a:lnTo>
                <a:cubicBezTo>
                  <a:pt x="4923793" y="0"/>
                  <a:pt x="4934858" y="11065"/>
                  <a:pt x="4934858" y="24714"/>
                </a:cubicBezTo>
                <a:lnTo>
                  <a:pt x="4934858" y="4569058"/>
                </a:lnTo>
                <a:cubicBezTo>
                  <a:pt x="4934858" y="4582707"/>
                  <a:pt x="4923793" y="4593772"/>
                  <a:pt x="4910144" y="4593772"/>
                </a:cubicBezTo>
                <a:lnTo>
                  <a:pt x="24714" y="4593772"/>
                </a:lnTo>
                <a:cubicBezTo>
                  <a:pt x="11065" y="4593772"/>
                  <a:pt x="0" y="4582707"/>
                  <a:pt x="0" y="4569058"/>
                </a:cubicBezTo>
                <a:lnTo>
                  <a:pt x="0" y="24714"/>
                </a:lnTo>
                <a:cubicBezTo>
                  <a:pt x="0" y="11065"/>
                  <a:pt x="11065" y="0"/>
                  <a:pt x="24714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  <a:effectLst>
            <a:outerShdw blurRad="1270000" dist="1143000" sx="80000" sy="800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6245" y="851723"/>
            <a:ext cx="3655757" cy="1802991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4572002" y="851723"/>
            <a:ext cx="3655757" cy="1802991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056730" y="915125"/>
            <a:ext cx="834461" cy="833171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74856" y="1961157"/>
            <a:ext cx="1113215" cy="111149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56730" y="3395209"/>
            <a:ext cx="834461" cy="833171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6244" y="1171575"/>
            <a:ext cx="7300452" cy="280035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-1922268"/>
            <a:ext cx="8988036" cy="8988036"/>
            <a:chOff x="3727902" y="-2563024"/>
            <a:chExt cx="11984048" cy="11984048"/>
          </a:xfrm>
        </p:grpSpPr>
        <p:sp>
          <p:nvSpPr>
            <p:cNvPr id="3" name="Oval 2"/>
            <p:cNvSpPr/>
            <p:nvPr userDrawn="1"/>
          </p:nvSpPr>
          <p:spPr>
            <a:xfrm>
              <a:off x="3727902" y="-2563024"/>
              <a:ext cx="11984048" cy="11984048"/>
            </a:xfrm>
            <a:prstGeom prst="ellipse">
              <a:avLst/>
            </a:prstGeom>
            <a:solidFill>
              <a:schemeClr val="bg1">
                <a:alpha val="1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5865558" y="-425368"/>
              <a:ext cx="7708736" cy="7708736"/>
            </a:xfrm>
            <a:prstGeom prst="ellipse">
              <a:avLst/>
            </a:prstGeom>
            <a:solidFill>
              <a:schemeClr val="bg1">
                <a:alpha val="1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7720665" y="1429739"/>
              <a:ext cx="3998522" cy="3998522"/>
            </a:xfrm>
            <a:prstGeom prst="ellipse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</p:grpSp>
      <p:sp>
        <p:nvSpPr>
          <p:cNvPr id="7" name="TextBox 6"/>
          <p:cNvSpPr txBox="1"/>
          <p:nvPr userDrawn="1"/>
        </p:nvSpPr>
        <p:spPr>
          <a:xfrm rot="10800000" flipV="1">
            <a:off x="8269997" y="186856"/>
            <a:ext cx="8740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3300" b="0" i="0" smtClean="0">
                <a:solidFill>
                  <a:schemeClr val="bg1">
                    <a:lumMod val="95000"/>
                    <a:alpha val="30000"/>
                  </a:schemeClr>
                </a:solidFill>
                <a:latin typeface="Arial" panose="020B0604020202090204" pitchFamily="34" charset="0"/>
                <a:ea typeface="Roboto Condensed" panose="02000000000000000000" pitchFamily="2" charset="0"/>
                <a:cs typeface="Arial" panose="020B0604020202090204" pitchFamily="34" charset="0"/>
              </a:rPr>
            </a:fld>
            <a:endParaRPr lang="id-ID" sz="12450" b="0" i="0" dirty="0">
              <a:solidFill>
                <a:schemeClr val="bg1">
                  <a:lumMod val="95000"/>
                  <a:alpha val="30000"/>
                </a:schemeClr>
              </a:solidFill>
              <a:latin typeface="Arial" panose="020B0604020202090204" pitchFamily="34" charset="0"/>
              <a:ea typeface="Roboto Condensed" panose="02000000000000000000" pitchFamily="2" charset="0"/>
              <a:cs typeface="Arial" panose="020B0604020202090204" pitchFamily="34" charset="0"/>
            </a:endParaRP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906999" y="649346"/>
            <a:ext cx="7330006" cy="0"/>
          </a:xfrm>
          <a:prstGeom prst="line">
            <a:avLst/>
          </a:prstGeom>
          <a:ln>
            <a:solidFill>
              <a:schemeClr val="bg1">
                <a:lumMod val="95000"/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487180" y="1071995"/>
            <a:ext cx="2043320" cy="3192903"/>
          </a:xfrm>
          <a:custGeom>
            <a:avLst/>
            <a:gdLst>
              <a:gd name="connsiteX0" fmla="*/ 0 w 5449562"/>
              <a:gd name="connsiteY0" fmla="*/ 0 h 8514407"/>
              <a:gd name="connsiteX1" fmla="*/ 5449562 w 5449562"/>
              <a:gd name="connsiteY1" fmla="*/ 0 h 8514407"/>
              <a:gd name="connsiteX2" fmla="*/ 5449562 w 5449562"/>
              <a:gd name="connsiteY2" fmla="*/ 8514407 h 8514407"/>
              <a:gd name="connsiteX3" fmla="*/ 0 w 5449562"/>
              <a:gd name="connsiteY3" fmla="*/ 8514407 h 851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9562" h="8514407">
                <a:moveTo>
                  <a:pt x="0" y="0"/>
                </a:moveTo>
                <a:lnTo>
                  <a:pt x="5449562" y="0"/>
                </a:lnTo>
                <a:lnTo>
                  <a:pt x="5449562" y="8514407"/>
                </a:lnTo>
                <a:lnTo>
                  <a:pt x="0" y="85144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526" y="1723073"/>
            <a:ext cx="2346689" cy="2773603"/>
          </a:xfrm>
          <a:custGeom>
            <a:avLst/>
            <a:gdLst>
              <a:gd name="connsiteX0" fmla="*/ 0 w 6258651"/>
              <a:gd name="connsiteY0" fmla="*/ 0 h 7396274"/>
              <a:gd name="connsiteX1" fmla="*/ 6258651 w 6258651"/>
              <a:gd name="connsiteY1" fmla="*/ 0 h 7396274"/>
              <a:gd name="connsiteX2" fmla="*/ 6258651 w 6258651"/>
              <a:gd name="connsiteY2" fmla="*/ 7396274 h 7396274"/>
              <a:gd name="connsiteX3" fmla="*/ 0 w 6258651"/>
              <a:gd name="connsiteY3" fmla="*/ 7396274 h 739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8651" h="7396274">
                <a:moveTo>
                  <a:pt x="0" y="0"/>
                </a:moveTo>
                <a:lnTo>
                  <a:pt x="6258651" y="0"/>
                </a:lnTo>
                <a:lnTo>
                  <a:pt x="6258651" y="7396274"/>
                </a:lnTo>
                <a:lnTo>
                  <a:pt x="0" y="73962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385682" y="670322"/>
            <a:ext cx="2046690" cy="1849041"/>
          </a:xfrm>
          <a:custGeom>
            <a:avLst/>
            <a:gdLst>
              <a:gd name="connsiteX0" fmla="*/ 0 w 5458551"/>
              <a:gd name="connsiteY0" fmla="*/ 0 h 4930775"/>
              <a:gd name="connsiteX1" fmla="*/ 5458551 w 5458551"/>
              <a:gd name="connsiteY1" fmla="*/ 0 h 4930775"/>
              <a:gd name="connsiteX2" fmla="*/ 5458551 w 5458551"/>
              <a:gd name="connsiteY2" fmla="*/ 4930775 h 4930775"/>
              <a:gd name="connsiteX3" fmla="*/ 0 w 5458551"/>
              <a:gd name="connsiteY3" fmla="*/ 4930775 h 493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8551" h="4930775">
                <a:moveTo>
                  <a:pt x="0" y="0"/>
                </a:moveTo>
                <a:lnTo>
                  <a:pt x="5458551" y="0"/>
                </a:lnTo>
                <a:lnTo>
                  <a:pt x="5458551" y="4930775"/>
                </a:lnTo>
                <a:lnTo>
                  <a:pt x="0" y="49307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768728" y="1953971"/>
            <a:ext cx="7609959" cy="1235558"/>
          </a:xfrm>
          <a:effectLst>
            <a:outerShdw blurRad="762000" dist="381000" dir="54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algn="ctr">
              <a:defRPr sz="7200" b="1" i="0"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72216"/>
            <a:ext cx="7886700" cy="736226"/>
          </a:xfrm>
        </p:spPr>
        <p:txBody>
          <a:bodyPr>
            <a:normAutofit/>
          </a:bodyPr>
          <a:lstStyle>
            <a:lvl1pPr>
              <a:defRPr sz="2700" b="1">
                <a:solidFill>
                  <a:srgbClr val="1C4F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05347"/>
            <a:ext cx="7886700" cy="3470562"/>
          </a:xfrm>
        </p:spPr>
        <p:txBody>
          <a:bodyPr/>
          <a:lstStyle>
            <a:lvl1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0075" indent="-257175" algn="l">
              <a:lnSpc>
                <a:spcPct val="150000"/>
              </a:lnSpc>
              <a:buFont typeface="Arial" panose="020B060402020209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42975" indent="-257175" algn="l">
              <a:lnSpc>
                <a:spcPct val="150000"/>
              </a:lnSpc>
              <a:buFont typeface="Arial" panose="020B060402020209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243330" indent="-213995" algn="l">
              <a:lnSpc>
                <a:spcPct val="150000"/>
              </a:lnSpc>
              <a:buFont typeface="Arial" panose="020B060402020209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586230" indent="-213995" algn="l">
              <a:lnSpc>
                <a:spcPct val="150000"/>
              </a:lnSpc>
              <a:buFont typeface="Arial" panose="020B060402020209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447115" y="241022"/>
            <a:ext cx="154641" cy="598613"/>
          </a:xfrm>
          <a:prstGeom prst="rect">
            <a:avLst/>
          </a:prstGeom>
          <a:solidFill>
            <a:srgbClr val="1C4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49" y="-124690"/>
            <a:ext cx="1330037" cy="13300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9144000" cy="51435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297886" y="3472577"/>
            <a:ext cx="713046" cy="71194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3"/>
            <a:ext cx="9144000" cy="264318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" y="3"/>
            <a:ext cx="4468761" cy="5143499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71236" y="2651055"/>
            <a:ext cx="814353" cy="8130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640446" y="2551884"/>
            <a:ext cx="814353" cy="8130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1778411" y="1236035"/>
            <a:ext cx="1027281" cy="102569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448822" y="1068886"/>
            <a:ext cx="578720" cy="577826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776110" y="2955772"/>
            <a:ext cx="578720" cy="577826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498747" y="1969143"/>
            <a:ext cx="440346" cy="439667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77025" y="1136999"/>
            <a:ext cx="440346" cy="439667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231434" y="3782542"/>
            <a:ext cx="361658" cy="36110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554962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709406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-2136152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6245" y="851723"/>
            <a:ext cx="3655757" cy="1802991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4572002" y="851723"/>
            <a:ext cx="3655757" cy="1802991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056730" y="915125"/>
            <a:ext cx="834461" cy="833171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74856" y="1961157"/>
            <a:ext cx="1113215" cy="111149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56730" y="3395209"/>
            <a:ext cx="834461" cy="833171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6244" y="1171575"/>
            <a:ext cx="7300452" cy="280035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-1922268"/>
            <a:ext cx="8988036" cy="8988036"/>
            <a:chOff x="3727902" y="-2563024"/>
            <a:chExt cx="11984048" cy="11984048"/>
          </a:xfrm>
        </p:grpSpPr>
        <p:sp>
          <p:nvSpPr>
            <p:cNvPr id="3" name="Oval 2"/>
            <p:cNvSpPr/>
            <p:nvPr userDrawn="1"/>
          </p:nvSpPr>
          <p:spPr>
            <a:xfrm>
              <a:off x="3727902" y="-2563024"/>
              <a:ext cx="11984048" cy="11984048"/>
            </a:xfrm>
            <a:prstGeom prst="ellipse">
              <a:avLst/>
            </a:prstGeom>
            <a:solidFill>
              <a:schemeClr val="bg1">
                <a:alpha val="1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5865558" y="-425368"/>
              <a:ext cx="7708736" cy="7708736"/>
            </a:xfrm>
            <a:prstGeom prst="ellipse">
              <a:avLst/>
            </a:prstGeom>
            <a:solidFill>
              <a:schemeClr val="bg1">
                <a:alpha val="1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7720665" y="1429739"/>
              <a:ext cx="3998522" cy="3998522"/>
            </a:xfrm>
            <a:prstGeom prst="ellipse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</p:grpSp>
      <p:sp>
        <p:nvSpPr>
          <p:cNvPr id="7" name="TextBox 6"/>
          <p:cNvSpPr txBox="1"/>
          <p:nvPr userDrawn="1"/>
        </p:nvSpPr>
        <p:spPr>
          <a:xfrm rot="10800000" flipV="1">
            <a:off x="8269997" y="186856"/>
            <a:ext cx="8740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3300" b="0" i="0" smtClean="0">
                <a:solidFill>
                  <a:schemeClr val="bg1">
                    <a:lumMod val="95000"/>
                    <a:alpha val="30000"/>
                  </a:schemeClr>
                </a:solidFill>
                <a:latin typeface="Arial" panose="020B0604020202090204" pitchFamily="34" charset="0"/>
                <a:ea typeface="Roboto Condensed" panose="02000000000000000000" pitchFamily="2" charset="0"/>
                <a:cs typeface="Arial" panose="020B0604020202090204" pitchFamily="34" charset="0"/>
              </a:rPr>
            </a:fld>
            <a:endParaRPr lang="id-ID" sz="12450" b="0" i="0" dirty="0">
              <a:solidFill>
                <a:schemeClr val="bg1">
                  <a:lumMod val="95000"/>
                  <a:alpha val="30000"/>
                </a:schemeClr>
              </a:solidFill>
              <a:latin typeface="Arial" panose="020B0604020202090204" pitchFamily="34" charset="0"/>
              <a:ea typeface="Roboto Condensed" panose="02000000000000000000" pitchFamily="2" charset="0"/>
              <a:cs typeface="Arial" panose="020B0604020202090204" pitchFamily="34" charset="0"/>
            </a:endParaRP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906999" y="649346"/>
            <a:ext cx="7330006" cy="0"/>
          </a:xfrm>
          <a:prstGeom prst="line">
            <a:avLst/>
          </a:prstGeom>
          <a:ln>
            <a:solidFill>
              <a:schemeClr val="bg1">
                <a:lumMod val="95000"/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487180" y="1071995"/>
            <a:ext cx="2043320" cy="3192903"/>
          </a:xfrm>
          <a:custGeom>
            <a:avLst/>
            <a:gdLst>
              <a:gd name="connsiteX0" fmla="*/ 0 w 5449562"/>
              <a:gd name="connsiteY0" fmla="*/ 0 h 8514407"/>
              <a:gd name="connsiteX1" fmla="*/ 5449562 w 5449562"/>
              <a:gd name="connsiteY1" fmla="*/ 0 h 8514407"/>
              <a:gd name="connsiteX2" fmla="*/ 5449562 w 5449562"/>
              <a:gd name="connsiteY2" fmla="*/ 8514407 h 8514407"/>
              <a:gd name="connsiteX3" fmla="*/ 0 w 5449562"/>
              <a:gd name="connsiteY3" fmla="*/ 8514407 h 851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9562" h="8514407">
                <a:moveTo>
                  <a:pt x="0" y="0"/>
                </a:moveTo>
                <a:lnTo>
                  <a:pt x="5449562" y="0"/>
                </a:lnTo>
                <a:lnTo>
                  <a:pt x="5449562" y="8514407"/>
                </a:lnTo>
                <a:lnTo>
                  <a:pt x="0" y="85144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526" y="1723073"/>
            <a:ext cx="2346689" cy="2773603"/>
          </a:xfrm>
          <a:custGeom>
            <a:avLst/>
            <a:gdLst>
              <a:gd name="connsiteX0" fmla="*/ 0 w 6258651"/>
              <a:gd name="connsiteY0" fmla="*/ 0 h 7396274"/>
              <a:gd name="connsiteX1" fmla="*/ 6258651 w 6258651"/>
              <a:gd name="connsiteY1" fmla="*/ 0 h 7396274"/>
              <a:gd name="connsiteX2" fmla="*/ 6258651 w 6258651"/>
              <a:gd name="connsiteY2" fmla="*/ 7396274 h 7396274"/>
              <a:gd name="connsiteX3" fmla="*/ 0 w 6258651"/>
              <a:gd name="connsiteY3" fmla="*/ 7396274 h 739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8651" h="7396274">
                <a:moveTo>
                  <a:pt x="0" y="0"/>
                </a:moveTo>
                <a:lnTo>
                  <a:pt x="6258651" y="0"/>
                </a:lnTo>
                <a:lnTo>
                  <a:pt x="6258651" y="7396274"/>
                </a:lnTo>
                <a:lnTo>
                  <a:pt x="0" y="73962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385682" y="670322"/>
            <a:ext cx="2046690" cy="1849041"/>
          </a:xfrm>
          <a:custGeom>
            <a:avLst/>
            <a:gdLst>
              <a:gd name="connsiteX0" fmla="*/ 0 w 5458551"/>
              <a:gd name="connsiteY0" fmla="*/ 0 h 4930775"/>
              <a:gd name="connsiteX1" fmla="*/ 5458551 w 5458551"/>
              <a:gd name="connsiteY1" fmla="*/ 0 h 4930775"/>
              <a:gd name="connsiteX2" fmla="*/ 5458551 w 5458551"/>
              <a:gd name="connsiteY2" fmla="*/ 4930775 h 4930775"/>
              <a:gd name="connsiteX3" fmla="*/ 0 w 5458551"/>
              <a:gd name="connsiteY3" fmla="*/ 4930775 h 493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8551" h="4930775">
                <a:moveTo>
                  <a:pt x="0" y="0"/>
                </a:moveTo>
                <a:lnTo>
                  <a:pt x="5458551" y="0"/>
                </a:lnTo>
                <a:lnTo>
                  <a:pt x="5458551" y="4930775"/>
                </a:lnTo>
                <a:lnTo>
                  <a:pt x="0" y="49307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768728" y="1953971"/>
            <a:ext cx="7609959" cy="1235558"/>
          </a:xfrm>
          <a:prstGeom prst="rect">
            <a:avLst/>
          </a:prstGeom>
          <a:effectLst>
            <a:outerShdw blurRad="762000" dist="381000" dir="54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algn="ctr">
              <a:defRPr sz="7200" b="1" i="0"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4" grpId="0" bldLvl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528" y="195486"/>
            <a:ext cx="6858000" cy="325822"/>
          </a:xfrm>
          <a:prstGeom prst="rect">
            <a:avLst/>
          </a:prstGeom>
        </p:spPr>
        <p:txBody>
          <a:bodyPr anchor="b"/>
          <a:lstStyle>
            <a:lvl1pPr algn="l">
              <a:defRPr lang="zh-CN" altLang="en-US" sz="1350" b="1" kern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D12D56AD-4DCF-4128-9366-4D1EEB280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227DFD2B-7913-427C-A93A-A413B9909A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gradFill>
            <a:gsLst>
              <a:gs pos="0">
                <a:schemeClr val="tx1">
                  <a:alpha val="40000"/>
                </a:schemeClr>
              </a:gs>
              <a:gs pos="99000">
                <a:schemeClr val="tx1">
                  <a:alpha val="2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768728" y="1953971"/>
            <a:ext cx="7609959" cy="1235558"/>
          </a:xfrm>
          <a:prstGeom prst="rect">
            <a:avLst/>
          </a:prstGeom>
          <a:effectLst>
            <a:outerShdw blurRad="762000" dist="381000" dir="5400000" algn="t" rotWithShape="0">
              <a:prstClr val="black">
                <a:alpha val="30000"/>
              </a:prstClr>
            </a:outerShdw>
          </a:effectLst>
        </p:spPr>
        <p:txBody>
          <a:bodyPr/>
          <a:lstStyle>
            <a:lvl1pPr algn="ctr">
              <a:defRPr sz="7200" b="1" i="0"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</a:defRPr>
            </a:lvl1pPr>
          </a:lstStyle>
          <a:p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0" fill="hold"/>
                                        <p:tgtEl>
                                          <p:spTgt spid="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4" grpId="0" bldLvl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164808" y="871538"/>
            <a:ext cx="4071938" cy="2543175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1028700" dir="8100000" sx="90000" sy="90000" algn="tr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68145" y="1611630"/>
            <a:ext cx="2489033" cy="1531620"/>
          </a:xfrm>
          <a:custGeom>
            <a:avLst/>
            <a:gdLst>
              <a:gd name="connsiteX0" fmla="*/ 20319 w 3318710"/>
              <a:gd name="connsiteY0" fmla="*/ 0 h 2042160"/>
              <a:gd name="connsiteX1" fmla="*/ 3298390 w 3318710"/>
              <a:gd name="connsiteY1" fmla="*/ 0 h 2042160"/>
              <a:gd name="connsiteX2" fmla="*/ 3318710 w 3318710"/>
              <a:gd name="connsiteY2" fmla="*/ 20319 h 2042160"/>
              <a:gd name="connsiteX3" fmla="*/ 3318710 w 3318710"/>
              <a:gd name="connsiteY3" fmla="*/ 2021841 h 2042160"/>
              <a:gd name="connsiteX4" fmla="*/ 3298390 w 3318710"/>
              <a:gd name="connsiteY4" fmla="*/ 2042160 h 2042160"/>
              <a:gd name="connsiteX5" fmla="*/ 20319 w 3318710"/>
              <a:gd name="connsiteY5" fmla="*/ 2042160 h 2042160"/>
              <a:gd name="connsiteX6" fmla="*/ 0 w 3318710"/>
              <a:gd name="connsiteY6" fmla="*/ 2021841 h 2042160"/>
              <a:gd name="connsiteX7" fmla="*/ 0 w 3318710"/>
              <a:gd name="connsiteY7" fmla="*/ 20319 h 2042160"/>
              <a:gd name="connsiteX8" fmla="*/ 20319 w 3318710"/>
              <a:gd name="connsiteY8" fmla="*/ 0 h 20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710" h="2042160">
                <a:moveTo>
                  <a:pt x="20319" y="0"/>
                </a:moveTo>
                <a:lnTo>
                  <a:pt x="3298390" y="0"/>
                </a:lnTo>
                <a:cubicBezTo>
                  <a:pt x="3309613" y="0"/>
                  <a:pt x="3318710" y="9097"/>
                  <a:pt x="3318710" y="20319"/>
                </a:cubicBezTo>
                <a:lnTo>
                  <a:pt x="3318710" y="2021841"/>
                </a:lnTo>
                <a:cubicBezTo>
                  <a:pt x="3318710" y="2033063"/>
                  <a:pt x="3309613" y="2042160"/>
                  <a:pt x="3298390" y="2042160"/>
                </a:cubicBezTo>
                <a:lnTo>
                  <a:pt x="20319" y="2042160"/>
                </a:lnTo>
                <a:cubicBezTo>
                  <a:pt x="9097" y="2042160"/>
                  <a:pt x="0" y="2033063"/>
                  <a:pt x="0" y="2021841"/>
                </a:cubicBezTo>
                <a:lnTo>
                  <a:pt x="0" y="20319"/>
                </a:lnTo>
                <a:cubicBezTo>
                  <a:pt x="0" y="9097"/>
                  <a:pt x="9097" y="0"/>
                  <a:pt x="20319" y="0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327485" y="1611630"/>
            <a:ext cx="2489033" cy="1531620"/>
          </a:xfrm>
          <a:custGeom>
            <a:avLst/>
            <a:gdLst>
              <a:gd name="connsiteX0" fmla="*/ 20319 w 3318710"/>
              <a:gd name="connsiteY0" fmla="*/ 0 h 2042160"/>
              <a:gd name="connsiteX1" fmla="*/ 3298390 w 3318710"/>
              <a:gd name="connsiteY1" fmla="*/ 0 h 2042160"/>
              <a:gd name="connsiteX2" fmla="*/ 3318710 w 3318710"/>
              <a:gd name="connsiteY2" fmla="*/ 20319 h 2042160"/>
              <a:gd name="connsiteX3" fmla="*/ 3318710 w 3318710"/>
              <a:gd name="connsiteY3" fmla="*/ 2021841 h 2042160"/>
              <a:gd name="connsiteX4" fmla="*/ 3298390 w 3318710"/>
              <a:gd name="connsiteY4" fmla="*/ 2042160 h 2042160"/>
              <a:gd name="connsiteX5" fmla="*/ 20319 w 3318710"/>
              <a:gd name="connsiteY5" fmla="*/ 2042160 h 2042160"/>
              <a:gd name="connsiteX6" fmla="*/ 0 w 3318710"/>
              <a:gd name="connsiteY6" fmla="*/ 2021841 h 2042160"/>
              <a:gd name="connsiteX7" fmla="*/ 0 w 3318710"/>
              <a:gd name="connsiteY7" fmla="*/ 20319 h 2042160"/>
              <a:gd name="connsiteX8" fmla="*/ 20319 w 3318710"/>
              <a:gd name="connsiteY8" fmla="*/ 0 h 20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710" h="2042160">
                <a:moveTo>
                  <a:pt x="20319" y="0"/>
                </a:moveTo>
                <a:lnTo>
                  <a:pt x="3298390" y="0"/>
                </a:lnTo>
                <a:cubicBezTo>
                  <a:pt x="3309613" y="0"/>
                  <a:pt x="3318710" y="9097"/>
                  <a:pt x="3318710" y="20319"/>
                </a:cubicBezTo>
                <a:lnTo>
                  <a:pt x="3318710" y="2021841"/>
                </a:lnTo>
                <a:cubicBezTo>
                  <a:pt x="3318710" y="2033063"/>
                  <a:pt x="3309613" y="2042160"/>
                  <a:pt x="3298390" y="2042160"/>
                </a:cubicBezTo>
                <a:lnTo>
                  <a:pt x="20319" y="2042160"/>
                </a:lnTo>
                <a:cubicBezTo>
                  <a:pt x="9097" y="2042160"/>
                  <a:pt x="0" y="2033063"/>
                  <a:pt x="0" y="2021841"/>
                </a:cubicBezTo>
                <a:lnTo>
                  <a:pt x="0" y="20319"/>
                </a:lnTo>
                <a:cubicBezTo>
                  <a:pt x="0" y="9097"/>
                  <a:pt x="9097" y="0"/>
                  <a:pt x="20319" y="0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986827" y="1611630"/>
            <a:ext cx="2489033" cy="1531620"/>
          </a:xfrm>
          <a:custGeom>
            <a:avLst/>
            <a:gdLst>
              <a:gd name="connsiteX0" fmla="*/ 20319 w 3318710"/>
              <a:gd name="connsiteY0" fmla="*/ 0 h 2042160"/>
              <a:gd name="connsiteX1" fmla="*/ 3298390 w 3318710"/>
              <a:gd name="connsiteY1" fmla="*/ 0 h 2042160"/>
              <a:gd name="connsiteX2" fmla="*/ 3318710 w 3318710"/>
              <a:gd name="connsiteY2" fmla="*/ 20319 h 2042160"/>
              <a:gd name="connsiteX3" fmla="*/ 3318710 w 3318710"/>
              <a:gd name="connsiteY3" fmla="*/ 2021841 h 2042160"/>
              <a:gd name="connsiteX4" fmla="*/ 3298390 w 3318710"/>
              <a:gd name="connsiteY4" fmla="*/ 2042160 h 2042160"/>
              <a:gd name="connsiteX5" fmla="*/ 20319 w 3318710"/>
              <a:gd name="connsiteY5" fmla="*/ 2042160 h 2042160"/>
              <a:gd name="connsiteX6" fmla="*/ 0 w 3318710"/>
              <a:gd name="connsiteY6" fmla="*/ 2021841 h 2042160"/>
              <a:gd name="connsiteX7" fmla="*/ 0 w 3318710"/>
              <a:gd name="connsiteY7" fmla="*/ 20319 h 2042160"/>
              <a:gd name="connsiteX8" fmla="*/ 20319 w 3318710"/>
              <a:gd name="connsiteY8" fmla="*/ 0 h 20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8710" h="2042160">
                <a:moveTo>
                  <a:pt x="20319" y="0"/>
                </a:moveTo>
                <a:lnTo>
                  <a:pt x="3298390" y="0"/>
                </a:lnTo>
                <a:cubicBezTo>
                  <a:pt x="3309613" y="0"/>
                  <a:pt x="3318710" y="9097"/>
                  <a:pt x="3318710" y="20319"/>
                </a:cubicBezTo>
                <a:lnTo>
                  <a:pt x="3318710" y="2021841"/>
                </a:lnTo>
                <a:cubicBezTo>
                  <a:pt x="3318710" y="2033063"/>
                  <a:pt x="3309613" y="2042160"/>
                  <a:pt x="3298390" y="2042160"/>
                </a:cubicBezTo>
                <a:lnTo>
                  <a:pt x="20319" y="2042160"/>
                </a:lnTo>
                <a:cubicBezTo>
                  <a:pt x="9097" y="2042160"/>
                  <a:pt x="0" y="2033063"/>
                  <a:pt x="0" y="2021841"/>
                </a:cubicBezTo>
                <a:lnTo>
                  <a:pt x="0" y="20319"/>
                </a:lnTo>
                <a:cubicBezTo>
                  <a:pt x="0" y="9097"/>
                  <a:pt x="9097" y="0"/>
                  <a:pt x="20319" y="0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280038" y="837331"/>
            <a:ext cx="4157750" cy="3635132"/>
          </a:xfrm>
          <a:custGeom>
            <a:avLst/>
            <a:gdLst>
              <a:gd name="connsiteX0" fmla="*/ 1456042 w 5543667"/>
              <a:gd name="connsiteY0" fmla="*/ 61 h 4846843"/>
              <a:gd name="connsiteX1" fmla="*/ 2254209 w 5543667"/>
              <a:gd name="connsiteY1" fmla="*/ 234962 h 4846843"/>
              <a:gd name="connsiteX2" fmla="*/ 3353395 w 5543667"/>
              <a:gd name="connsiteY2" fmla="*/ 478574 h 4846843"/>
              <a:gd name="connsiteX3" fmla="*/ 3480149 w 5543667"/>
              <a:gd name="connsiteY3" fmla="*/ 493116 h 4846843"/>
              <a:gd name="connsiteX4" fmla="*/ 4685255 w 5543667"/>
              <a:gd name="connsiteY4" fmla="*/ 1074150 h 4846843"/>
              <a:gd name="connsiteX5" fmla="*/ 5481485 w 5543667"/>
              <a:gd name="connsiteY5" fmla="*/ 2246976 h 4846843"/>
              <a:gd name="connsiteX6" fmla="*/ 5395406 w 5543667"/>
              <a:gd name="connsiteY6" fmla="*/ 3817917 h 4846843"/>
              <a:gd name="connsiteX7" fmla="*/ 3802945 w 5543667"/>
              <a:gd name="connsiteY7" fmla="*/ 4829345 h 4846843"/>
              <a:gd name="connsiteX8" fmla="*/ 2006047 w 5543667"/>
              <a:gd name="connsiteY8" fmla="*/ 3153077 h 4846843"/>
              <a:gd name="connsiteX9" fmla="*/ 118689 w 5543667"/>
              <a:gd name="connsiteY9" fmla="*/ 2055653 h 4846843"/>
              <a:gd name="connsiteX10" fmla="*/ 792416 w 5543667"/>
              <a:gd name="connsiteY10" fmla="*/ 134255 h 4846843"/>
              <a:gd name="connsiteX11" fmla="*/ 1456042 w 5543667"/>
              <a:gd name="connsiteY11" fmla="*/ 61 h 484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43667" h="4846843">
                <a:moveTo>
                  <a:pt x="1456042" y="61"/>
                </a:moveTo>
                <a:cubicBezTo>
                  <a:pt x="1830281" y="3860"/>
                  <a:pt x="2000678" y="185530"/>
                  <a:pt x="2254209" y="234962"/>
                </a:cubicBezTo>
                <a:cubicBezTo>
                  <a:pt x="2676920" y="317380"/>
                  <a:pt x="3149071" y="435549"/>
                  <a:pt x="3353395" y="478574"/>
                </a:cubicBezTo>
                <a:cubicBezTo>
                  <a:pt x="3395218" y="479808"/>
                  <a:pt x="3437558" y="484375"/>
                  <a:pt x="3480149" y="493116"/>
                </a:cubicBezTo>
                <a:cubicBezTo>
                  <a:pt x="3820878" y="563056"/>
                  <a:pt x="4348111" y="789012"/>
                  <a:pt x="4685255" y="1074150"/>
                </a:cubicBezTo>
                <a:cubicBezTo>
                  <a:pt x="5022397" y="1359287"/>
                  <a:pt x="5363126" y="1789682"/>
                  <a:pt x="5481485" y="2246976"/>
                </a:cubicBezTo>
                <a:cubicBezTo>
                  <a:pt x="5599843" y="2704270"/>
                  <a:pt x="5537077" y="3405455"/>
                  <a:pt x="5395406" y="3817917"/>
                </a:cubicBezTo>
                <a:cubicBezTo>
                  <a:pt x="5115649" y="4248312"/>
                  <a:pt x="4900520" y="4968188"/>
                  <a:pt x="3802945" y="4829345"/>
                </a:cubicBezTo>
                <a:cubicBezTo>
                  <a:pt x="2705370" y="4690502"/>
                  <a:pt x="2704197" y="3587322"/>
                  <a:pt x="2006047" y="3153077"/>
                </a:cubicBezTo>
                <a:cubicBezTo>
                  <a:pt x="1307896" y="2718831"/>
                  <a:pt x="320961" y="2558790"/>
                  <a:pt x="118689" y="2055653"/>
                </a:cubicBezTo>
                <a:cubicBezTo>
                  <a:pt x="-83583" y="1552515"/>
                  <a:pt x="-122900" y="462571"/>
                  <a:pt x="792416" y="134255"/>
                </a:cubicBezTo>
                <a:cubicBezTo>
                  <a:pt x="1073708" y="33357"/>
                  <a:pt x="1285933" y="-1666"/>
                  <a:pt x="1456042" y="61"/>
                </a:cubicBez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6"/>
          <p:cNvSpPr>
            <a:spLocks noGrp="1"/>
          </p:cNvSpPr>
          <p:nvPr>
            <p:ph type="pic" sz="quarter" idx="11"/>
          </p:nvPr>
        </p:nvSpPr>
        <p:spPr>
          <a:xfrm>
            <a:off x="1097183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36"/>
          <p:cNvSpPr>
            <a:spLocks noGrp="1"/>
          </p:cNvSpPr>
          <p:nvPr>
            <p:ph type="pic" sz="quarter" idx="12"/>
          </p:nvPr>
        </p:nvSpPr>
        <p:spPr>
          <a:xfrm>
            <a:off x="2248864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36"/>
          <p:cNvSpPr>
            <a:spLocks noGrp="1"/>
          </p:cNvSpPr>
          <p:nvPr>
            <p:ph type="pic" sz="quarter" idx="13"/>
          </p:nvPr>
        </p:nvSpPr>
        <p:spPr>
          <a:xfrm>
            <a:off x="3400544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0" name="Picture Placeholder 36"/>
          <p:cNvSpPr>
            <a:spLocks noGrp="1"/>
          </p:cNvSpPr>
          <p:nvPr>
            <p:ph type="pic" sz="quarter" idx="14"/>
          </p:nvPr>
        </p:nvSpPr>
        <p:spPr>
          <a:xfrm>
            <a:off x="4552225" y="1894492"/>
            <a:ext cx="898673" cy="924533"/>
          </a:xfrm>
          <a:custGeom>
            <a:avLst/>
            <a:gdLst>
              <a:gd name="connsiteX0" fmla="*/ 716294 w 4297680"/>
              <a:gd name="connsiteY0" fmla="*/ 0 h 4297680"/>
              <a:gd name="connsiteX1" fmla="*/ 3581386 w 4297680"/>
              <a:gd name="connsiteY1" fmla="*/ 0 h 4297680"/>
              <a:gd name="connsiteX2" fmla="*/ 4297680 w 4297680"/>
              <a:gd name="connsiteY2" fmla="*/ 716294 h 4297680"/>
              <a:gd name="connsiteX3" fmla="*/ 4297680 w 4297680"/>
              <a:gd name="connsiteY3" fmla="*/ 3581386 h 4297680"/>
              <a:gd name="connsiteX4" fmla="*/ 3581386 w 4297680"/>
              <a:gd name="connsiteY4" fmla="*/ 4297680 h 4297680"/>
              <a:gd name="connsiteX5" fmla="*/ 716294 w 4297680"/>
              <a:gd name="connsiteY5" fmla="*/ 4297680 h 4297680"/>
              <a:gd name="connsiteX6" fmla="*/ 0 w 4297680"/>
              <a:gd name="connsiteY6" fmla="*/ 3581386 h 4297680"/>
              <a:gd name="connsiteX7" fmla="*/ 0 w 4297680"/>
              <a:gd name="connsiteY7" fmla="*/ 716294 h 4297680"/>
              <a:gd name="connsiteX8" fmla="*/ 716294 w 4297680"/>
              <a:gd name="connsiteY8" fmla="*/ 0 h 42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7680" h="4297680">
                <a:moveTo>
                  <a:pt x="716294" y="0"/>
                </a:moveTo>
                <a:lnTo>
                  <a:pt x="3581386" y="0"/>
                </a:lnTo>
                <a:cubicBezTo>
                  <a:pt x="3976984" y="0"/>
                  <a:pt x="4297680" y="320696"/>
                  <a:pt x="4297680" y="716294"/>
                </a:cubicBezTo>
                <a:lnTo>
                  <a:pt x="4297680" y="3581386"/>
                </a:lnTo>
                <a:cubicBezTo>
                  <a:pt x="4297680" y="3976984"/>
                  <a:pt x="3976984" y="4297680"/>
                  <a:pt x="3581386" y="4297680"/>
                </a:cubicBezTo>
                <a:lnTo>
                  <a:pt x="716294" y="4297680"/>
                </a:lnTo>
                <a:cubicBezTo>
                  <a:pt x="320696" y="4297680"/>
                  <a:pt x="0" y="3976984"/>
                  <a:pt x="0" y="3581386"/>
                </a:cubicBezTo>
                <a:lnTo>
                  <a:pt x="0" y="716294"/>
                </a:lnTo>
                <a:cubicBezTo>
                  <a:pt x="0" y="320696"/>
                  <a:pt x="320696" y="0"/>
                  <a:pt x="716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bg1">
                    <a:lumMod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830569" y="2178779"/>
            <a:ext cx="675413" cy="67437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2638020" y="2178779"/>
            <a:ext cx="675413" cy="67437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3537173" y="3864505"/>
            <a:ext cx="588633" cy="58772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728591" y="3864505"/>
            <a:ext cx="588633" cy="58772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915693" y="2571752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4573019" y="2571752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2743339" y="964646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400665" y="964646"/>
            <a:ext cx="1827647" cy="160710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936172" y="849086"/>
            <a:ext cx="3701144" cy="3445329"/>
          </a:xfrm>
          <a:custGeom>
            <a:avLst/>
            <a:gdLst>
              <a:gd name="connsiteX0" fmla="*/ 24714 w 4934858"/>
              <a:gd name="connsiteY0" fmla="*/ 0 h 4593772"/>
              <a:gd name="connsiteX1" fmla="*/ 4910144 w 4934858"/>
              <a:gd name="connsiteY1" fmla="*/ 0 h 4593772"/>
              <a:gd name="connsiteX2" fmla="*/ 4934858 w 4934858"/>
              <a:gd name="connsiteY2" fmla="*/ 24714 h 4593772"/>
              <a:gd name="connsiteX3" fmla="*/ 4934858 w 4934858"/>
              <a:gd name="connsiteY3" fmla="*/ 4569058 h 4593772"/>
              <a:gd name="connsiteX4" fmla="*/ 4910144 w 4934858"/>
              <a:gd name="connsiteY4" fmla="*/ 4593772 h 4593772"/>
              <a:gd name="connsiteX5" fmla="*/ 24714 w 4934858"/>
              <a:gd name="connsiteY5" fmla="*/ 4593772 h 4593772"/>
              <a:gd name="connsiteX6" fmla="*/ 0 w 4934858"/>
              <a:gd name="connsiteY6" fmla="*/ 4569058 h 4593772"/>
              <a:gd name="connsiteX7" fmla="*/ 0 w 4934858"/>
              <a:gd name="connsiteY7" fmla="*/ 24714 h 4593772"/>
              <a:gd name="connsiteX8" fmla="*/ 24714 w 4934858"/>
              <a:gd name="connsiteY8" fmla="*/ 0 h 459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34858" h="4593772">
                <a:moveTo>
                  <a:pt x="24714" y="0"/>
                </a:moveTo>
                <a:lnTo>
                  <a:pt x="4910144" y="0"/>
                </a:lnTo>
                <a:cubicBezTo>
                  <a:pt x="4923793" y="0"/>
                  <a:pt x="4934858" y="11065"/>
                  <a:pt x="4934858" y="24714"/>
                </a:cubicBezTo>
                <a:lnTo>
                  <a:pt x="4934858" y="4569058"/>
                </a:lnTo>
                <a:cubicBezTo>
                  <a:pt x="4934858" y="4582707"/>
                  <a:pt x="4923793" y="4593772"/>
                  <a:pt x="4910144" y="4593772"/>
                </a:cubicBezTo>
                <a:lnTo>
                  <a:pt x="24714" y="4593772"/>
                </a:lnTo>
                <a:cubicBezTo>
                  <a:pt x="11065" y="4593772"/>
                  <a:pt x="0" y="4582707"/>
                  <a:pt x="0" y="4569058"/>
                </a:cubicBezTo>
                <a:lnTo>
                  <a:pt x="0" y="24714"/>
                </a:lnTo>
                <a:cubicBezTo>
                  <a:pt x="0" y="11065"/>
                  <a:pt x="11065" y="0"/>
                  <a:pt x="24714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  <a:effectLst>
            <a:outerShdw blurRad="1270000" dist="1143000" sx="80000" sy="80000" algn="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280844" y="1234217"/>
            <a:ext cx="5497217" cy="3077115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sx="90000" sy="90000" algn="ctr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117418" y="870859"/>
            <a:ext cx="2112182" cy="3401786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838200" dir="10800000" sx="75000" sy="75000" algn="r" rotWithShape="0">
              <a:schemeClr val="bg1">
                <a:lumMod val="50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9144000" cy="5143500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5297886" y="3472577"/>
            <a:ext cx="713046" cy="71194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940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0" y="3"/>
            <a:ext cx="9144000" cy="2643187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2" y="3"/>
            <a:ext cx="4468761" cy="5143499"/>
          </a:xfrm>
          <a:custGeom>
            <a:avLst/>
            <a:gdLst>
              <a:gd name="connsiteX0" fmla="*/ 0 w 4203290"/>
              <a:gd name="connsiteY0" fmla="*/ 0 h 6858000"/>
              <a:gd name="connsiteX1" fmla="*/ 4203290 w 4203290"/>
              <a:gd name="connsiteY1" fmla="*/ 0 h 6858000"/>
              <a:gd name="connsiteX2" fmla="*/ 4203290 w 4203290"/>
              <a:gd name="connsiteY2" fmla="*/ 6858000 h 6858000"/>
              <a:gd name="connsiteX3" fmla="*/ 0 w 420329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3290" h="6858000">
                <a:moveTo>
                  <a:pt x="0" y="0"/>
                </a:moveTo>
                <a:lnTo>
                  <a:pt x="4203290" y="0"/>
                </a:lnTo>
                <a:lnTo>
                  <a:pt x="420329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  <a:alpha val="4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371236" y="2651055"/>
            <a:ext cx="814353" cy="8130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640446" y="2551884"/>
            <a:ext cx="814353" cy="813095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1778411" y="1236035"/>
            <a:ext cx="1027281" cy="102569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448822" y="1068886"/>
            <a:ext cx="578720" cy="577826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776110" y="2955772"/>
            <a:ext cx="578720" cy="577826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498747" y="1969143"/>
            <a:ext cx="440346" cy="439667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77025" y="1136999"/>
            <a:ext cx="440346" cy="439667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2231434" y="3782542"/>
            <a:ext cx="361658" cy="361100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554962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709406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-2136152" y="1686300"/>
            <a:ext cx="2673453" cy="1770905"/>
          </a:xfrm>
          <a:custGeom>
            <a:avLst/>
            <a:gdLst>
              <a:gd name="connsiteX0" fmla="*/ 52891 w 3170575"/>
              <a:gd name="connsiteY0" fmla="*/ 0 h 2361206"/>
              <a:gd name="connsiteX1" fmla="*/ 3117684 w 3170575"/>
              <a:gd name="connsiteY1" fmla="*/ 0 h 2361206"/>
              <a:gd name="connsiteX2" fmla="*/ 3170575 w 3170575"/>
              <a:gd name="connsiteY2" fmla="*/ 52891 h 2361206"/>
              <a:gd name="connsiteX3" fmla="*/ 3170575 w 3170575"/>
              <a:gd name="connsiteY3" fmla="*/ 2308315 h 2361206"/>
              <a:gd name="connsiteX4" fmla="*/ 3117684 w 3170575"/>
              <a:gd name="connsiteY4" fmla="*/ 2361206 h 2361206"/>
              <a:gd name="connsiteX5" fmla="*/ 52891 w 3170575"/>
              <a:gd name="connsiteY5" fmla="*/ 2361206 h 2361206"/>
              <a:gd name="connsiteX6" fmla="*/ 0 w 3170575"/>
              <a:gd name="connsiteY6" fmla="*/ 2308315 h 2361206"/>
              <a:gd name="connsiteX7" fmla="*/ 0 w 3170575"/>
              <a:gd name="connsiteY7" fmla="*/ 52891 h 2361206"/>
              <a:gd name="connsiteX8" fmla="*/ 52891 w 3170575"/>
              <a:gd name="connsiteY8" fmla="*/ 0 h 236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575" h="2361206">
                <a:moveTo>
                  <a:pt x="52891" y="0"/>
                </a:moveTo>
                <a:lnTo>
                  <a:pt x="3117684" y="0"/>
                </a:lnTo>
                <a:cubicBezTo>
                  <a:pt x="3146895" y="0"/>
                  <a:pt x="3170575" y="23680"/>
                  <a:pt x="3170575" y="52891"/>
                </a:cubicBezTo>
                <a:lnTo>
                  <a:pt x="3170575" y="2308315"/>
                </a:lnTo>
                <a:cubicBezTo>
                  <a:pt x="3170575" y="2337526"/>
                  <a:pt x="3146895" y="2361206"/>
                  <a:pt x="3117684" y="2361206"/>
                </a:cubicBezTo>
                <a:lnTo>
                  <a:pt x="52891" y="2361206"/>
                </a:lnTo>
                <a:cubicBezTo>
                  <a:pt x="23680" y="2361206"/>
                  <a:pt x="0" y="2337526"/>
                  <a:pt x="0" y="2308315"/>
                </a:cubicBezTo>
                <a:lnTo>
                  <a:pt x="0" y="52891"/>
                </a:lnTo>
                <a:cubicBezTo>
                  <a:pt x="0" y="23680"/>
                  <a:pt x="23680" y="0"/>
                  <a:pt x="528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762000" dir="5400000" sx="80000" sy="80000" algn="t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1050" b="0" i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6245" y="851723"/>
            <a:ext cx="3655757" cy="1802991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3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4572002" y="851723"/>
            <a:ext cx="3655757" cy="1802991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3056730" y="915125"/>
            <a:ext cx="834461" cy="833171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174856" y="1961157"/>
            <a:ext cx="1113215" cy="1111494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56730" y="3395209"/>
            <a:ext cx="834461" cy="833171"/>
          </a:xfrm>
          <a:custGeom>
            <a:avLst/>
            <a:gdLst>
              <a:gd name="connsiteX0" fmla="*/ 501446 w 1002892"/>
              <a:gd name="connsiteY0" fmla="*/ 0 h 1002892"/>
              <a:gd name="connsiteX1" fmla="*/ 1002892 w 1002892"/>
              <a:gd name="connsiteY1" fmla="*/ 501446 h 1002892"/>
              <a:gd name="connsiteX2" fmla="*/ 501446 w 1002892"/>
              <a:gd name="connsiteY2" fmla="*/ 1002892 h 1002892"/>
              <a:gd name="connsiteX3" fmla="*/ 0 w 1002892"/>
              <a:gd name="connsiteY3" fmla="*/ 501446 h 1002892"/>
              <a:gd name="connsiteX4" fmla="*/ 501446 w 1002892"/>
              <a:gd name="connsiteY4" fmla="*/ 0 h 1002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2892" h="1002892">
                <a:moveTo>
                  <a:pt x="501446" y="0"/>
                </a:moveTo>
                <a:cubicBezTo>
                  <a:pt x="778387" y="0"/>
                  <a:pt x="1002892" y="224505"/>
                  <a:pt x="1002892" y="501446"/>
                </a:cubicBezTo>
                <a:cubicBezTo>
                  <a:pt x="1002892" y="778387"/>
                  <a:pt x="778387" y="1002892"/>
                  <a:pt x="501446" y="1002892"/>
                </a:cubicBezTo>
                <a:cubicBezTo>
                  <a:pt x="224505" y="1002892"/>
                  <a:pt x="0" y="778387"/>
                  <a:pt x="0" y="501446"/>
                </a:cubicBezTo>
                <a:cubicBezTo>
                  <a:pt x="0" y="224505"/>
                  <a:pt x="224505" y="0"/>
                  <a:pt x="50144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270000" dist="393700" dir="5400000" sx="80000" sy="80000" algn="t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 sz="67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916244" y="1171575"/>
            <a:ext cx="7300452" cy="2800350"/>
          </a:xfrm>
          <a:custGeom>
            <a:avLst/>
            <a:gdLst>
              <a:gd name="connsiteX0" fmla="*/ 14010 w 5330699"/>
              <a:gd name="connsiteY0" fmla="*/ 0 h 3735977"/>
              <a:gd name="connsiteX1" fmla="*/ 5316689 w 5330699"/>
              <a:gd name="connsiteY1" fmla="*/ 0 h 3735977"/>
              <a:gd name="connsiteX2" fmla="*/ 5330699 w 5330699"/>
              <a:gd name="connsiteY2" fmla="*/ 14010 h 3735977"/>
              <a:gd name="connsiteX3" fmla="*/ 5330699 w 5330699"/>
              <a:gd name="connsiteY3" fmla="*/ 3721967 h 3735977"/>
              <a:gd name="connsiteX4" fmla="*/ 5316689 w 5330699"/>
              <a:gd name="connsiteY4" fmla="*/ 3735977 h 3735977"/>
              <a:gd name="connsiteX5" fmla="*/ 14010 w 5330699"/>
              <a:gd name="connsiteY5" fmla="*/ 3735977 h 3735977"/>
              <a:gd name="connsiteX6" fmla="*/ 0 w 5330699"/>
              <a:gd name="connsiteY6" fmla="*/ 3721967 h 3735977"/>
              <a:gd name="connsiteX7" fmla="*/ 0 w 5330699"/>
              <a:gd name="connsiteY7" fmla="*/ 14010 h 3735977"/>
              <a:gd name="connsiteX8" fmla="*/ 14010 w 5330699"/>
              <a:gd name="connsiteY8" fmla="*/ 0 h 3735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699" h="3735977">
                <a:moveTo>
                  <a:pt x="14010" y="0"/>
                </a:moveTo>
                <a:lnTo>
                  <a:pt x="5316689" y="0"/>
                </a:lnTo>
                <a:cubicBezTo>
                  <a:pt x="5324427" y="0"/>
                  <a:pt x="5330699" y="6272"/>
                  <a:pt x="5330699" y="14010"/>
                </a:cubicBezTo>
                <a:lnTo>
                  <a:pt x="5330699" y="3721967"/>
                </a:lnTo>
                <a:cubicBezTo>
                  <a:pt x="5330699" y="3729705"/>
                  <a:pt x="5324427" y="3735977"/>
                  <a:pt x="5316689" y="3735977"/>
                </a:cubicBezTo>
                <a:lnTo>
                  <a:pt x="14010" y="3735977"/>
                </a:lnTo>
                <a:cubicBezTo>
                  <a:pt x="6272" y="3735977"/>
                  <a:pt x="0" y="3729705"/>
                  <a:pt x="0" y="3721967"/>
                </a:cubicBezTo>
                <a:lnTo>
                  <a:pt x="0" y="14010"/>
                </a:lnTo>
                <a:cubicBezTo>
                  <a:pt x="0" y="6272"/>
                  <a:pt x="6272" y="0"/>
                  <a:pt x="14010" y="0"/>
                </a:cubicBezTo>
                <a:close/>
              </a:path>
            </a:pathLst>
          </a:custGeom>
          <a:solidFill>
            <a:schemeClr val="bg1">
              <a:lumMod val="95000"/>
              <a:alpha val="46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315" b="0" i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slow">
    <p:push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-1922268"/>
            <a:ext cx="8988036" cy="8988036"/>
            <a:chOff x="3727902" y="-2563024"/>
            <a:chExt cx="11984048" cy="11984048"/>
          </a:xfrm>
        </p:grpSpPr>
        <p:sp>
          <p:nvSpPr>
            <p:cNvPr id="3" name="Oval 2"/>
            <p:cNvSpPr/>
            <p:nvPr userDrawn="1"/>
          </p:nvSpPr>
          <p:spPr>
            <a:xfrm>
              <a:off x="3727902" y="-2563024"/>
              <a:ext cx="11984048" cy="11984048"/>
            </a:xfrm>
            <a:prstGeom prst="ellipse">
              <a:avLst/>
            </a:prstGeom>
            <a:solidFill>
              <a:schemeClr val="bg1">
                <a:alpha val="1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5865558" y="-425368"/>
              <a:ext cx="7708736" cy="7708736"/>
            </a:xfrm>
            <a:prstGeom prst="ellipse">
              <a:avLst/>
            </a:prstGeom>
            <a:solidFill>
              <a:schemeClr val="bg1">
                <a:alpha val="1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  <p:sp>
          <p:nvSpPr>
            <p:cNvPr id="5" name="Oval 4"/>
            <p:cNvSpPr/>
            <p:nvPr userDrawn="1"/>
          </p:nvSpPr>
          <p:spPr>
            <a:xfrm>
              <a:off x="7720665" y="1429739"/>
              <a:ext cx="3998522" cy="3998522"/>
            </a:xfrm>
            <a:prstGeom prst="ellipse">
              <a:avLst/>
            </a:prstGeom>
            <a:solidFill>
              <a:schemeClr val="bg1">
                <a:alpha val="2000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5" b="0" i="0" dirty="0">
                <a:latin typeface="Arial" panose="020B0604020202090204" pitchFamily="34" charset="0"/>
              </a:endParaRPr>
            </a:p>
          </p:txBody>
        </p:sp>
      </p:grpSp>
      <p:sp>
        <p:nvSpPr>
          <p:cNvPr id="7" name="TextBox 6"/>
          <p:cNvSpPr txBox="1"/>
          <p:nvPr userDrawn="1"/>
        </p:nvSpPr>
        <p:spPr>
          <a:xfrm rot="10800000" flipV="1">
            <a:off x="8269997" y="186856"/>
            <a:ext cx="8740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3300" b="0" i="0" smtClean="0">
                <a:solidFill>
                  <a:schemeClr val="bg1">
                    <a:lumMod val="95000"/>
                    <a:alpha val="30000"/>
                  </a:schemeClr>
                </a:solidFill>
                <a:latin typeface="Arial" panose="020B0604020202090204" pitchFamily="34" charset="0"/>
                <a:ea typeface="Roboto Condensed" panose="02000000000000000000" pitchFamily="2" charset="0"/>
                <a:cs typeface="Arial" panose="020B0604020202090204" pitchFamily="34" charset="0"/>
              </a:rPr>
            </a:fld>
            <a:endParaRPr lang="id-ID" sz="12450" b="0" i="0" dirty="0">
              <a:solidFill>
                <a:schemeClr val="bg1">
                  <a:lumMod val="95000"/>
                  <a:alpha val="30000"/>
                </a:schemeClr>
              </a:solidFill>
              <a:latin typeface="Arial" panose="020B0604020202090204" pitchFamily="34" charset="0"/>
              <a:ea typeface="Roboto Condensed" panose="02000000000000000000" pitchFamily="2" charset="0"/>
              <a:cs typeface="Arial" panose="020B0604020202090204" pitchFamily="34" charset="0"/>
            </a:endParaRPr>
          </a:p>
        </p:txBody>
      </p:sp>
      <p:cxnSp>
        <p:nvCxnSpPr>
          <p:cNvPr id="35" name="Straight Connector 34"/>
          <p:cNvCxnSpPr/>
          <p:nvPr userDrawn="1"/>
        </p:nvCxnSpPr>
        <p:spPr>
          <a:xfrm>
            <a:off x="906999" y="649346"/>
            <a:ext cx="7330006" cy="0"/>
          </a:xfrm>
          <a:prstGeom prst="line">
            <a:avLst/>
          </a:prstGeom>
          <a:ln>
            <a:solidFill>
              <a:schemeClr val="bg1">
                <a:lumMod val="95000"/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4"/>
          <p:cNvSpPr>
            <a:spLocks noGrp="1"/>
          </p:cNvSpPr>
          <p:nvPr>
            <p:ph type="title" hasCustomPrompt="1"/>
          </p:nvPr>
        </p:nvSpPr>
        <p:spPr>
          <a:xfrm>
            <a:off x="866276" y="273846"/>
            <a:ext cx="7425349" cy="375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l" defTabSz="685800" rtl="0" eaLnBrk="1" latinLnBrk="0" hangingPunct="1">
              <a:lnSpc>
                <a:spcPct val="90000"/>
              </a:lnSpc>
              <a:buClr>
                <a:srgbClr val="000000"/>
              </a:buClr>
              <a:buSzPts val="9200"/>
            </a:pPr>
            <a:r>
              <a:rPr kumimoji="1" lang="en-GB" altLang="zh-CN" dirty="0"/>
              <a:t>Click here to edit the master title style</a:t>
            </a:r>
            <a:endParaRPr kumimoji="1"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3487180" y="1071995"/>
            <a:ext cx="2043320" cy="3192903"/>
          </a:xfrm>
          <a:custGeom>
            <a:avLst/>
            <a:gdLst>
              <a:gd name="connsiteX0" fmla="*/ 0 w 5449562"/>
              <a:gd name="connsiteY0" fmla="*/ 0 h 8514407"/>
              <a:gd name="connsiteX1" fmla="*/ 5449562 w 5449562"/>
              <a:gd name="connsiteY1" fmla="*/ 0 h 8514407"/>
              <a:gd name="connsiteX2" fmla="*/ 5449562 w 5449562"/>
              <a:gd name="connsiteY2" fmla="*/ 8514407 h 8514407"/>
              <a:gd name="connsiteX3" fmla="*/ 0 w 5449562"/>
              <a:gd name="connsiteY3" fmla="*/ 8514407 h 851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9562" h="8514407">
                <a:moveTo>
                  <a:pt x="0" y="0"/>
                </a:moveTo>
                <a:lnTo>
                  <a:pt x="5449562" y="0"/>
                </a:lnTo>
                <a:lnTo>
                  <a:pt x="5449562" y="8514407"/>
                </a:lnTo>
                <a:lnTo>
                  <a:pt x="0" y="85144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989"/>
            <a:ext cx="8229600" cy="85728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7C80-5FD3-4361-BB31-75FBA196661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989"/>
            <a:ext cx="8229600" cy="85728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199" y="1200206"/>
            <a:ext cx="4038600" cy="3394630"/>
          </a:xfrm>
        </p:spPr>
        <p:txBody>
          <a:bodyPr/>
          <a:lstStyle>
            <a:lvl1pPr>
              <a:defRPr sz="2550"/>
            </a:lvl1pPr>
            <a:lvl2pPr>
              <a:defRPr sz="2175"/>
            </a:lvl2pPr>
            <a:lvl3pPr>
              <a:defRPr sz="180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1200206"/>
            <a:ext cx="4038600" cy="3394630"/>
          </a:xfrm>
        </p:spPr>
        <p:txBody>
          <a:bodyPr/>
          <a:lstStyle>
            <a:lvl1pPr>
              <a:defRPr sz="2550"/>
            </a:lvl1pPr>
            <a:lvl2pPr>
              <a:defRPr sz="2175"/>
            </a:lvl2pPr>
            <a:lvl3pPr>
              <a:defRPr sz="180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A406FD-032E-4C58-95B5-1848DA22B9B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989"/>
            <a:ext cx="8229600" cy="857289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89"/>
            <a:ext cx="4040188" cy="479844"/>
          </a:xfrm>
        </p:spPr>
        <p:txBody>
          <a:bodyPr anchor="b"/>
          <a:lstStyle>
            <a:lvl1pPr marL="0" indent="0">
              <a:buNone/>
              <a:defRPr sz="2175" b="1"/>
            </a:lvl1pPr>
            <a:lvl2pPr marL="408305" indent="0">
              <a:buNone/>
              <a:defRPr sz="1800" b="1"/>
            </a:lvl2pPr>
            <a:lvl3pPr marL="816610" indent="0">
              <a:buNone/>
              <a:defRPr sz="1575" b="1"/>
            </a:lvl3pPr>
            <a:lvl4pPr marL="1224915" indent="0">
              <a:buNone/>
              <a:defRPr sz="1425" b="1"/>
            </a:lvl4pPr>
            <a:lvl5pPr marL="1632585" indent="0">
              <a:buNone/>
              <a:defRPr sz="1425" b="1"/>
            </a:lvl5pPr>
            <a:lvl6pPr marL="2040890" indent="0">
              <a:buNone/>
              <a:defRPr sz="1425" b="1"/>
            </a:lvl6pPr>
            <a:lvl7pPr marL="2449195" indent="0">
              <a:buNone/>
              <a:defRPr sz="1425" b="1"/>
            </a:lvl7pPr>
            <a:lvl8pPr marL="2857500" indent="0">
              <a:buNone/>
              <a:defRPr sz="1425" b="1"/>
            </a:lvl8pPr>
            <a:lvl9pPr marL="3265805" indent="0">
              <a:buNone/>
              <a:defRPr sz="14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231"/>
            <a:ext cx="4040188" cy="2963603"/>
          </a:xfrm>
        </p:spPr>
        <p:txBody>
          <a:bodyPr/>
          <a:lstStyle>
            <a:lvl1pPr>
              <a:defRPr sz="2175"/>
            </a:lvl1pPr>
            <a:lvl2pPr>
              <a:defRPr sz="1800"/>
            </a:lvl2pPr>
            <a:lvl3pPr>
              <a:defRPr sz="1575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389"/>
            <a:ext cx="4041774" cy="479844"/>
          </a:xfrm>
        </p:spPr>
        <p:txBody>
          <a:bodyPr anchor="b"/>
          <a:lstStyle>
            <a:lvl1pPr marL="0" indent="0">
              <a:buNone/>
              <a:defRPr sz="2175" b="1"/>
            </a:lvl1pPr>
            <a:lvl2pPr marL="408305" indent="0">
              <a:buNone/>
              <a:defRPr sz="1800" b="1"/>
            </a:lvl2pPr>
            <a:lvl3pPr marL="816610" indent="0">
              <a:buNone/>
              <a:defRPr sz="1575" b="1"/>
            </a:lvl3pPr>
            <a:lvl4pPr marL="1224915" indent="0">
              <a:buNone/>
              <a:defRPr sz="1425" b="1"/>
            </a:lvl4pPr>
            <a:lvl5pPr marL="1632585" indent="0">
              <a:buNone/>
              <a:defRPr sz="1425" b="1"/>
            </a:lvl5pPr>
            <a:lvl6pPr marL="2040890" indent="0">
              <a:buNone/>
              <a:defRPr sz="1425" b="1"/>
            </a:lvl6pPr>
            <a:lvl7pPr marL="2449195" indent="0">
              <a:buNone/>
              <a:defRPr sz="1425" b="1"/>
            </a:lvl7pPr>
            <a:lvl8pPr marL="2857500" indent="0">
              <a:buNone/>
              <a:defRPr sz="1425" b="1"/>
            </a:lvl8pPr>
            <a:lvl9pPr marL="3265805" indent="0">
              <a:buNone/>
              <a:defRPr sz="14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231"/>
            <a:ext cx="4041774" cy="2963603"/>
          </a:xfrm>
        </p:spPr>
        <p:txBody>
          <a:bodyPr/>
          <a:lstStyle>
            <a:lvl1pPr>
              <a:defRPr sz="2175"/>
            </a:lvl1pPr>
            <a:lvl2pPr>
              <a:defRPr sz="1800"/>
            </a:lvl2pPr>
            <a:lvl3pPr>
              <a:defRPr sz="1575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837FDC-5057-4295-9D29-1F1664A2B3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989"/>
            <a:ext cx="8229600" cy="85728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1A274E-B122-4DCB-ACB9-9C2AF45C2A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98"/>
            <a:ext cx="3008313" cy="87157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8"/>
            <a:ext cx="5111750" cy="4390038"/>
          </a:xfrm>
        </p:spPr>
        <p:txBody>
          <a:bodyPr/>
          <a:lstStyle>
            <a:lvl1pPr>
              <a:defRPr sz="2850"/>
            </a:lvl1pPr>
            <a:lvl2pPr>
              <a:defRPr sz="2550"/>
            </a:lvl2pPr>
            <a:lvl3pPr>
              <a:defRPr sz="217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75"/>
            <a:ext cx="3008313" cy="3518461"/>
          </a:xfrm>
        </p:spPr>
        <p:txBody>
          <a:bodyPr/>
          <a:lstStyle>
            <a:lvl1pPr marL="0" indent="0">
              <a:buNone/>
              <a:defRPr sz="1200"/>
            </a:lvl1pPr>
            <a:lvl2pPr marL="408305" indent="0">
              <a:buNone/>
              <a:defRPr sz="1050"/>
            </a:lvl2pPr>
            <a:lvl3pPr marL="816610" indent="0">
              <a:buNone/>
              <a:defRPr sz="900"/>
            </a:lvl3pPr>
            <a:lvl4pPr marL="1224915" indent="0">
              <a:buNone/>
              <a:defRPr sz="825"/>
            </a:lvl4pPr>
            <a:lvl5pPr marL="1632585" indent="0">
              <a:buNone/>
              <a:defRPr sz="825"/>
            </a:lvl5pPr>
            <a:lvl6pPr marL="2040890" indent="0">
              <a:buNone/>
              <a:defRPr sz="825"/>
            </a:lvl6pPr>
            <a:lvl7pPr marL="2449195" indent="0">
              <a:buNone/>
              <a:defRPr sz="825"/>
            </a:lvl7pPr>
            <a:lvl8pPr marL="2857500" indent="0">
              <a:buNone/>
              <a:defRPr sz="825"/>
            </a:lvl8pPr>
            <a:lvl9pPr marL="3265805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EC569-D044-472C-A2F2-BA37D28F2E8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617"/>
            <a:ext cx="5486400" cy="4250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03"/>
            <a:ext cx="5486400" cy="3086243"/>
          </a:xfrm>
        </p:spPr>
        <p:txBody>
          <a:bodyPr/>
          <a:lstStyle>
            <a:lvl1pPr marL="0" indent="0">
              <a:buNone/>
              <a:defRPr sz="2850"/>
            </a:lvl1pPr>
            <a:lvl2pPr marL="408305" indent="0">
              <a:buNone/>
              <a:defRPr sz="2550"/>
            </a:lvl2pPr>
            <a:lvl3pPr marL="816610" indent="0">
              <a:buNone/>
              <a:defRPr sz="2175"/>
            </a:lvl3pPr>
            <a:lvl4pPr marL="1224915" indent="0">
              <a:buNone/>
              <a:defRPr sz="1800"/>
            </a:lvl4pPr>
            <a:lvl5pPr marL="1632585" indent="0">
              <a:buNone/>
              <a:defRPr sz="1800"/>
            </a:lvl5pPr>
            <a:lvl6pPr marL="2040890" indent="0">
              <a:buNone/>
              <a:defRPr sz="1800"/>
            </a:lvl6pPr>
            <a:lvl7pPr marL="2449195" indent="0">
              <a:buNone/>
              <a:defRPr sz="1800"/>
            </a:lvl7pPr>
            <a:lvl8pPr marL="2857500" indent="0">
              <a:buNone/>
              <a:defRPr sz="1800"/>
            </a:lvl8pPr>
            <a:lvl9pPr marL="3265805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691"/>
            <a:ext cx="5486400" cy="603674"/>
          </a:xfrm>
        </p:spPr>
        <p:txBody>
          <a:bodyPr/>
          <a:lstStyle>
            <a:lvl1pPr marL="0" indent="0">
              <a:buNone/>
              <a:defRPr sz="1200"/>
            </a:lvl1pPr>
            <a:lvl2pPr marL="408305" indent="0">
              <a:buNone/>
              <a:defRPr sz="1050"/>
            </a:lvl2pPr>
            <a:lvl3pPr marL="816610" indent="0">
              <a:buNone/>
              <a:defRPr sz="900"/>
            </a:lvl3pPr>
            <a:lvl4pPr marL="1224915" indent="0">
              <a:buNone/>
              <a:defRPr sz="825"/>
            </a:lvl4pPr>
            <a:lvl5pPr marL="1632585" indent="0">
              <a:buNone/>
              <a:defRPr sz="825"/>
            </a:lvl5pPr>
            <a:lvl6pPr marL="2040890" indent="0">
              <a:buNone/>
              <a:defRPr sz="825"/>
            </a:lvl6pPr>
            <a:lvl7pPr marL="2449195" indent="0">
              <a:buNone/>
              <a:defRPr sz="825"/>
            </a:lvl7pPr>
            <a:lvl8pPr marL="2857500" indent="0">
              <a:buNone/>
              <a:defRPr sz="825"/>
            </a:lvl8pPr>
            <a:lvl9pPr marL="3265805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3AE886-EFA1-4CF3-9226-1AC44F41EA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989"/>
            <a:ext cx="8229600" cy="85728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1200206"/>
            <a:ext cx="8229600" cy="339463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13DEBC-6A62-4123-98C2-AEEE7EE20F0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9"/>
            <a:ext cx="2057400" cy="438884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9"/>
            <a:ext cx="6019800" cy="438884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1277D-9524-42B7-AE1B-6471F281CBE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526" y="1723073"/>
            <a:ext cx="2346689" cy="2773603"/>
          </a:xfrm>
          <a:custGeom>
            <a:avLst/>
            <a:gdLst>
              <a:gd name="connsiteX0" fmla="*/ 0 w 6258651"/>
              <a:gd name="connsiteY0" fmla="*/ 0 h 7396274"/>
              <a:gd name="connsiteX1" fmla="*/ 6258651 w 6258651"/>
              <a:gd name="connsiteY1" fmla="*/ 0 h 7396274"/>
              <a:gd name="connsiteX2" fmla="*/ 6258651 w 6258651"/>
              <a:gd name="connsiteY2" fmla="*/ 7396274 h 7396274"/>
              <a:gd name="connsiteX3" fmla="*/ 0 w 6258651"/>
              <a:gd name="connsiteY3" fmla="*/ 7396274 h 739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8651" h="7396274">
                <a:moveTo>
                  <a:pt x="0" y="0"/>
                </a:moveTo>
                <a:lnTo>
                  <a:pt x="6258651" y="0"/>
                </a:lnTo>
                <a:lnTo>
                  <a:pt x="6258651" y="7396274"/>
                </a:lnTo>
                <a:lnTo>
                  <a:pt x="0" y="739627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385682" y="670322"/>
            <a:ext cx="2046690" cy="1849041"/>
          </a:xfrm>
          <a:custGeom>
            <a:avLst/>
            <a:gdLst>
              <a:gd name="connsiteX0" fmla="*/ 0 w 5458551"/>
              <a:gd name="connsiteY0" fmla="*/ 0 h 4930775"/>
              <a:gd name="connsiteX1" fmla="*/ 5458551 w 5458551"/>
              <a:gd name="connsiteY1" fmla="*/ 0 h 4930775"/>
              <a:gd name="connsiteX2" fmla="*/ 5458551 w 5458551"/>
              <a:gd name="connsiteY2" fmla="*/ 4930775 h 4930775"/>
              <a:gd name="connsiteX3" fmla="*/ 0 w 5458551"/>
              <a:gd name="connsiteY3" fmla="*/ 4930775 h 493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8551" h="4930775">
                <a:moveTo>
                  <a:pt x="0" y="0"/>
                </a:moveTo>
                <a:lnTo>
                  <a:pt x="5458551" y="0"/>
                </a:lnTo>
                <a:lnTo>
                  <a:pt x="5458551" y="4930775"/>
                </a:lnTo>
                <a:lnTo>
                  <a:pt x="0" y="49307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1230"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0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9" Type="http://schemas.openxmlformats.org/officeDocument/2006/relationships/image" Target="../media/image2.png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1" Type="http://schemas.openxmlformats.org/officeDocument/2006/relationships/theme" Target="../theme/theme2.xml"/><Relationship Id="rId40" Type="http://schemas.openxmlformats.org/officeDocument/2006/relationships/image" Target="../media/image2.png"/><Relationship Id="rId4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97.xml"/><Relationship Id="rId38" Type="http://schemas.openxmlformats.org/officeDocument/2006/relationships/slideLayout" Target="../slideLayouts/slideLayout96.xml"/><Relationship Id="rId37" Type="http://schemas.openxmlformats.org/officeDocument/2006/relationships/slideLayout" Target="../slideLayouts/slideLayout95.xml"/><Relationship Id="rId36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91.xml"/><Relationship Id="rId32" Type="http://schemas.openxmlformats.org/officeDocument/2006/relationships/slideLayout" Target="../slideLayouts/slideLayout90.xml"/><Relationship Id="rId31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88.xml"/><Relationship Id="rId3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87.xml"/><Relationship Id="rId28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85.xml"/><Relationship Id="rId26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83.xml"/><Relationship Id="rId24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76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 userDrawn="1"/>
        </p:nvSpPr>
        <p:spPr>
          <a:xfrm rot="10800000" flipV="1">
            <a:off x="8113165" y="4482612"/>
            <a:ext cx="587830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550" b="0" i="0" smtClean="0">
                <a:solidFill>
                  <a:schemeClr val="bg1">
                    <a:lumMod val="95000"/>
                  </a:schemeClr>
                </a:solidFill>
                <a:latin typeface="Arial" panose="020B0604020202090204" pitchFamily="34" charset="0"/>
                <a:ea typeface="Roboto Condensed" panose="02000000000000000000" pitchFamily="2" charset="0"/>
                <a:cs typeface="Arial" panose="020B0604020202090204" pitchFamily="34" charset="0"/>
              </a:rPr>
            </a:fld>
            <a:endParaRPr lang="id-ID" sz="2550" b="0" i="0" dirty="0">
              <a:solidFill>
                <a:schemeClr val="bg1">
                  <a:lumMod val="95000"/>
                </a:schemeClr>
              </a:solidFill>
              <a:latin typeface="Arial" panose="020B0604020202090204" pitchFamily="34" charset="0"/>
              <a:ea typeface="Roboto Condensed" panose="02000000000000000000" pitchFamily="2" charset="0"/>
              <a:cs typeface="Arial" panose="020B0604020202090204" pitchFamily="34" charset="0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443006" y="649346"/>
            <a:ext cx="825799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oogle Shape;6;p48" descr="Image"/>
          <p:cNvPicPr preferRelativeResize="0"/>
          <p:nvPr userDrawn="1"/>
        </p:nvPicPr>
        <p:blipFill rotWithShape="1">
          <a:blip r:embed="rId59"/>
          <a:srcRect/>
          <a:stretch>
            <a:fillRect/>
          </a:stretch>
        </p:blipFill>
        <p:spPr>
          <a:xfrm>
            <a:off x="7845853" y="249492"/>
            <a:ext cx="855143" cy="26903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</p:sldLayoutIdLst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zh-CN" altLang="en-US" sz="1800" b="1" kern="1200" dirty="0">
          <a:solidFill>
            <a:srgbClr val="595959"/>
          </a:solidFill>
          <a:latin typeface="Arial" panose="020B0604020202090204" pitchFamily="34" charset="0"/>
          <a:ea typeface="Helvetica Neue" panose="02000503000000020004"/>
          <a:cs typeface="Arial" panose="020B060402020209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7" name="TextBox 33"/>
          <p:cNvSpPr txBox="1"/>
          <p:nvPr userDrawn="1"/>
        </p:nvSpPr>
        <p:spPr>
          <a:xfrm rot="10800000" flipV="1">
            <a:off x="8113165" y="4463265"/>
            <a:ext cx="587830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2550" b="0" i="0" smtClean="0">
                <a:solidFill>
                  <a:schemeClr val="bg1">
                    <a:lumMod val="95000"/>
                  </a:schemeClr>
                </a:solidFill>
                <a:latin typeface="Arial" panose="020B0604020202090204" pitchFamily="34" charset="0"/>
                <a:ea typeface="Roboto Condensed" panose="02000000000000000000" pitchFamily="2" charset="0"/>
                <a:cs typeface="Arial" panose="020B0604020202090204" pitchFamily="34" charset="0"/>
              </a:rPr>
            </a:fld>
            <a:endParaRPr lang="id-ID" sz="2550" b="0" i="0" dirty="0">
              <a:solidFill>
                <a:schemeClr val="bg1">
                  <a:lumMod val="95000"/>
                </a:schemeClr>
              </a:solidFill>
              <a:latin typeface="Arial" panose="020B0604020202090204" pitchFamily="34" charset="0"/>
              <a:ea typeface="Roboto Condensed" panose="02000000000000000000" pitchFamily="2" charset="0"/>
              <a:cs typeface="Arial" panose="020B0604020202090204" pitchFamily="34" charset="0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516840" y="274110"/>
            <a:ext cx="8110321" cy="392704"/>
            <a:chOff x="590674" y="332656"/>
            <a:chExt cx="11010653" cy="533139"/>
          </a:xfrm>
        </p:grpSpPr>
        <p:cxnSp>
          <p:nvCxnSpPr>
            <p:cNvPr id="9" name="Straight Connector 38"/>
            <p:cNvCxnSpPr/>
            <p:nvPr userDrawn="1"/>
          </p:nvCxnSpPr>
          <p:spPr>
            <a:xfrm>
              <a:off x="590674" y="865795"/>
              <a:ext cx="11010653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oogle Shape;6;p48" descr="Image"/>
            <p:cNvPicPr preferRelativeResize="0"/>
            <p:nvPr userDrawn="1"/>
          </p:nvPicPr>
          <p:blipFill rotWithShape="1">
            <a:blip r:embed="rId40"/>
            <a:srcRect/>
            <a:stretch>
              <a:fillRect/>
            </a:stretch>
          </p:blipFill>
          <p:spPr>
            <a:xfrm>
              <a:off x="10461136" y="332656"/>
              <a:ext cx="1140191" cy="35871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</p:sldLayoutIdLst>
  <p:transition spd="slow">
    <p:push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2"/>
          <p:cNvSpPr txBox="1"/>
          <p:nvPr/>
        </p:nvSpPr>
        <p:spPr>
          <a:xfrm>
            <a:off x="4338435" y="867710"/>
            <a:ext cx="3231285" cy="456565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  <a:latin typeface="楷体" charset="0"/>
                <a:ea typeface="楷体" charset="0"/>
              </a:rPr>
              <a:t>添加标题</a:t>
            </a:r>
            <a:r>
              <a:rPr lang="zh-CN" altLang="en-US" dirty="0">
                <a:solidFill>
                  <a:schemeClr val="bg1"/>
                </a:solidFill>
                <a:latin typeface="楷体" charset="0"/>
                <a:ea typeface="楷体" charset="0"/>
              </a:rPr>
              <a:t>内容</a:t>
            </a:r>
            <a:endParaRPr lang="en-US" altLang="zh-CN" dirty="0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4338435" y="994710"/>
            <a:ext cx="3231285" cy="457953"/>
          </a:xfrm>
          <a:prstGeom prst="rect">
            <a:avLst/>
          </a:prstGeom>
          <a:noFill/>
        </p:spPr>
        <p:txBody>
          <a:bodyPr wrap="square" lIns="87764" tIns="43882" rIns="87764" bIns="43882" rtlCol="0">
            <a:spAutoFit/>
          </a:bodyPr>
          <a:lstStyle>
            <a:defPPr>
              <a:defRPr lang="zh-CN"/>
            </a:defPPr>
            <a:lvl1pPr algn="ctr">
              <a:defRPr sz="2400" spc="300">
                <a:solidFill>
                  <a:schemeClr val="tx2"/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 smtClean="0">
                <a:solidFill>
                  <a:schemeClr val="bg1"/>
                </a:solidFill>
                <a:latin typeface="楷体" charset="0"/>
                <a:ea typeface="楷体" charset="0"/>
              </a:rPr>
              <a:t>添加标题</a:t>
            </a:r>
            <a:r>
              <a:rPr lang="zh-CN" altLang="en-US" dirty="0">
                <a:solidFill>
                  <a:schemeClr val="bg1"/>
                </a:solidFill>
                <a:latin typeface="楷体" charset="0"/>
                <a:ea typeface="楷体" charset="0"/>
              </a:rPr>
              <a:t>内容</a:t>
            </a:r>
            <a:endParaRPr lang="en-US" altLang="zh-CN" dirty="0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41655" y="2011680"/>
          <a:ext cx="8229600" cy="285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1575"/>
                <a:gridCol w="1075690"/>
                <a:gridCol w="1214755"/>
                <a:gridCol w="2120265"/>
                <a:gridCol w="2647315"/>
              </a:tblGrid>
              <a:tr h="52070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1" spc="130" dirty="0" smtClean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  <a:sym typeface="+mn-ea"/>
                        </a:rPr>
                        <a:t>d</a:t>
                      </a:r>
                      <a:endParaRPr lang="en-US" altLang="zh-CN" sz="1000" b="1" spc="130" dirty="0" smtClean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  <a:sym typeface="+mn-ea"/>
                      </a:endParaRPr>
                    </a:p>
                  </a:txBody>
                  <a:tcPr marL="215900" marR="215900" marT="133350" marB="133350" anchor="ctr">
                    <a:lnL w="19050">
                      <a:solidFill>
                        <a:srgbClr val="E34D4D"/>
                      </a:solidFill>
                      <a:prstDash val="sysDash"/>
                    </a:lnL>
                    <a:lnR w="3175">
                      <a:solidFill>
                        <a:srgbClr val="FFFFFF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E34D4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spc="13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任职公司</a:t>
                      </a:r>
                      <a:endParaRPr lang="zh-CN" altLang="en-US" sz="1000" b="1" spc="13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FFFFFF"/>
                      </a:solidFill>
                      <a:prstDash val="sysDashDot"/>
                    </a:lnL>
                    <a:lnR w="3175">
                      <a:solidFill>
                        <a:srgbClr val="FFFFFF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E34D4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1" spc="13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任职岗位</a:t>
                      </a:r>
                      <a:endParaRPr lang="zh-CN" altLang="en-US" sz="1000" b="1" spc="13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FFFFFF"/>
                      </a:solidFill>
                      <a:prstDash val="sysDashDot"/>
                    </a:lnL>
                    <a:lnR w="3175">
                      <a:solidFill>
                        <a:srgbClr val="FFFFFF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E34D4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spc="13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工作概要</a:t>
                      </a:r>
                      <a:endParaRPr lang="zh-CN" altLang="en-US" sz="1000" b="1" spc="13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FFFFFF"/>
                      </a:solidFill>
                      <a:prstDash val="sysDashDot"/>
                    </a:lnL>
                    <a:lnR w="3175">
                      <a:solidFill>
                        <a:srgbClr val="FFFFFF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E34D4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1" spc="130" dirty="0" smtClean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工作成果</a:t>
                      </a:r>
                      <a:endParaRPr lang="zh-CN" altLang="en-US" sz="1000" b="1" spc="130" dirty="0" smtClean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FFFFFF"/>
                      </a:solidFill>
                      <a:prstDash val="sysDashDot"/>
                    </a:lnL>
                    <a:lnR w="19050">
                      <a:solidFill>
                        <a:srgbClr val="E34D4D"/>
                      </a:solidFill>
                      <a:prstDash val="sysDash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E34D4D"/>
                    </a:solidFill>
                  </a:tcPr>
                </a:tc>
              </a:tr>
              <a:tr h="99504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2019.11</a:t>
                      </a:r>
                      <a:endParaRPr lang="en-US" altLang="zh-CN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-</a:t>
                      </a:r>
                      <a:endParaRPr lang="en-US" altLang="zh-CN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至今</a:t>
                      </a:r>
                      <a:endParaRPr lang="zh-CN" altLang="en-US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215900" marR="215900" marT="133350" marB="133350" anchor="ctr">
                    <a:lnL w="19050">
                      <a:solidFill>
                        <a:srgbClr val="E34D4D"/>
                      </a:solidFill>
                      <a:prstDash val="sysDash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3175">
                      <a:solidFill>
                        <a:srgbClr val="E34D4D"/>
                      </a:solidFill>
                      <a:prstDash val="sysDash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舒服舒服所发生的</a:t>
                      </a:r>
                      <a:endParaRPr lang="zh-CN" altLang="en-US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3175">
                      <a:solidFill>
                        <a:srgbClr val="E34D4D"/>
                      </a:solidFill>
                      <a:prstDash val="sysDash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zh-CN" altLang="en-US" sz="1000" b="0" spc="13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舒服舒服是的冯绍峰</a:t>
                      </a:r>
                      <a:endParaRPr lang="zh-CN" altLang="en-US" sz="1000" b="0" spc="130" dirty="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3175">
                      <a:solidFill>
                        <a:srgbClr val="E34D4D"/>
                      </a:solidFill>
                      <a:prstDash val="sysDash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1. </a:t>
                      </a:r>
                      <a:r>
                        <a:rPr lang="zh-CN" altLang="en-US" sz="100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是否水电费水电费水电费</a:t>
                      </a:r>
                      <a:endParaRPr lang="zh-CN" altLang="en-US" sz="100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  <a:sym typeface="+mn-ea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3175">
                      <a:solidFill>
                        <a:srgbClr val="E34D4D"/>
                      </a:solidFill>
                      <a:prstDash val="sysDashDot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123123123123123</a:t>
                      </a:r>
                      <a:endParaRPr lang="en-US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19050">
                      <a:solidFill>
                        <a:srgbClr val="E34D4D"/>
                      </a:solidFill>
                      <a:prstDash val="sysDash"/>
                    </a:lnR>
                    <a:lnT w="19050">
                      <a:solidFill>
                        <a:srgbClr val="E34D4D"/>
                      </a:solidFill>
                      <a:prstDash val="sysDash"/>
                    </a:lnT>
                    <a:lnB w="3175">
                      <a:solidFill>
                        <a:srgbClr val="E34D4D"/>
                      </a:solidFill>
                      <a:prstDash val="sysDashDot"/>
                    </a:lnB>
                    <a:solidFill>
                      <a:srgbClr val="F2F2F2"/>
                    </a:solidFill>
                  </a:tcPr>
                </a:tc>
              </a:tr>
              <a:tr h="995045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2018.04</a:t>
                      </a:r>
                      <a:endParaRPr lang="en-US" altLang="zh-CN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-</a:t>
                      </a:r>
                      <a:endParaRPr lang="en-US" altLang="zh-CN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2019.10</a:t>
                      </a:r>
                      <a:endParaRPr lang="en-US" altLang="zh-CN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19050">
                      <a:solidFill>
                        <a:srgbClr val="E34D4D"/>
                      </a:solidFill>
                      <a:prstDash val="sysDash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3175">
                      <a:solidFill>
                        <a:srgbClr val="E34D4D"/>
                      </a:solidFill>
                      <a:prstDash val="sysDashDot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胜多负少焚烧发电</a:t>
                      </a:r>
                      <a:endParaRPr lang="zh-CN" altLang="en-US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3175">
                      <a:solidFill>
                        <a:srgbClr val="E34D4D"/>
                      </a:solidFill>
                      <a:prstDash val="sysDashDot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zh-CN" altLang="en-US" sz="1000" b="0" spc="13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是否水电费水电费水电费</a:t>
                      </a:r>
                      <a:endParaRPr lang="zh-CN" altLang="en-US" sz="1000" b="0" spc="13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3175">
                      <a:solidFill>
                        <a:srgbClr val="E34D4D"/>
                      </a:solidFill>
                      <a:prstDash val="sysDashDot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1000" b="0" spc="13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1.</a:t>
                      </a:r>
                      <a:r>
                        <a:rPr lang="zh-CN" altLang="en-US" sz="1000" b="0" spc="13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阿斯顿发生放松放松</a:t>
                      </a:r>
                      <a:endParaRPr lang="zh-CN" altLang="en-US" sz="1000" b="0" spc="130" dirty="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3175">
                      <a:solidFill>
                        <a:srgbClr val="E34D4D"/>
                      </a:solidFill>
                      <a:prstDash val="sysDashDot"/>
                    </a:lnR>
                    <a:lnT w="3175">
                      <a:solidFill>
                        <a:srgbClr val="E34D4D"/>
                      </a:solidFill>
                      <a:prstDash val="sysDashDot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altLang="zh-CN" sz="1000" b="0" spc="13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1.</a:t>
                      </a:r>
                      <a:r>
                        <a:rPr lang="zh-CN" altLang="en-US" sz="1000" b="0" spc="13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水电费水电费是的冯绍峰</a:t>
                      </a:r>
                      <a:endParaRPr lang="zh-CN" altLang="en-US" sz="1000" b="0" spc="130" dirty="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215900" marR="215900" marT="133350" marB="133350" anchor="ctr">
                    <a:lnL w="3175">
                      <a:solidFill>
                        <a:srgbClr val="E34D4D"/>
                      </a:solidFill>
                      <a:prstDash val="sysDashDot"/>
                    </a:lnL>
                    <a:lnR w="19050">
                      <a:solidFill>
                        <a:srgbClr val="E34D4D"/>
                      </a:solidFill>
                      <a:prstDash val="sysDash"/>
                    </a:lnR>
                    <a:lnT w="3175">
                      <a:solidFill>
                        <a:srgbClr val="E34D4D"/>
                      </a:solidFill>
                      <a:prstDash val="sysDashDot"/>
                    </a:lnT>
                    <a:lnB w="19050">
                      <a:solidFill>
                        <a:srgbClr val="E34D4D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8320" y="994410"/>
          <a:ext cx="8242935" cy="580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755"/>
                <a:gridCol w="1117600"/>
                <a:gridCol w="1106805"/>
                <a:gridCol w="1398270"/>
                <a:gridCol w="1440815"/>
                <a:gridCol w="1329690"/>
              </a:tblGrid>
              <a:tr h="2978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900" b="1" spc="12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入职时间</a:t>
                      </a:r>
                      <a:endParaRPr lang="zh-CN" altLang="en-US" sz="900" b="1" spc="12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19050" cap="rnd">
                      <a:solidFill>
                        <a:srgbClr val="848587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848587"/>
                      </a:solidFill>
                      <a:prstDash val="solid"/>
                    </a:lnT>
                    <a:lnB w="19050">
                      <a:solidFill>
                        <a:srgbClr val="848587"/>
                      </a:solidFill>
                      <a:prstDash val="solid"/>
                    </a:lnB>
                    <a:solidFill>
                      <a:srgbClr val="84858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spc="12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序列</a:t>
                      </a:r>
                      <a:endParaRPr lang="zh-CN" altLang="en-US" sz="900" b="1" spc="12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848587"/>
                      </a:solidFill>
                      <a:prstDash val="solid"/>
                    </a:lnT>
                    <a:lnB w="19050">
                      <a:solidFill>
                        <a:srgbClr val="848587"/>
                      </a:solidFill>
                      <a:prstDash val="solid"/>
                    </a:lnB>
                    <a:solidFill>
                      <a:srgbClr val="84858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spc="12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通道</a:t>
                      </a:r>
                      <a:endParaRPr lang="zh-CN" altLang="en-US" sz="900" b="1" spc="12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848587"/>
                      </a:solidFill>
                      <a:prstDash val="solid"/>
                    </a:lnT>
                    <a:lnB w="19050">
                      <a:solidFill>
                        <a:srgbClr val="848587"/>
                      </a:solidFill>
                      <a:prstDash val="solid"/>
                    </a:lnB>
                    <a:solidFill>
                      <a:srgbClr val="84858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spc="12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岗位</a:t>
                      </a:r>
                      <a:endParaRPr lang="zh-CN" altLang="en-US" sz="900" b="1" spc="12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848587"/>
                      </a:solidFill>
                      <a:prstDash val="solid"/>
                    </a:lnT>
                    <a:lnB w="19050">
                      <a:solidFill>
                        <a:srgbClr val="848587"/>
                      </a:solidFill>
                      <a:prstDash val="solid"/>
                    </a:lnB>
                    <a:solidFill>
                      <a:srgbClr val="84858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spc="12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当前职级</a:t>
                      </a:r>
                      <a:endParaRPr lang="zh-CN" altLang="en-US" sz="900" b="1" spc="12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848587"/>
                      </a:solidFill>
                      <a:prstDash val="solid"/>
                    </a:lnT>
                    <a:lnB w="19050">
                      <a:solidFill>
                        <a:srgbClr val="848587"/>
                      </a:solidFill>
                      <a:prstDash val="solid"/>
                    </a:lnB>
                    <a:solidFill>
                      <a:srgbClr val="84858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900" b="1" spc="120" dirty="0">
                          <a:solidFill>
                            <a:srgbClr val="FFFFFF"/>
                          </a:solidFill>
                          <a:latin typeface="楷体" charset="0"/>
                          <a:ea typeface="楷体" charset="0"/>
                        </a:rPr>
                        <a:t>拟晋升职级</a:t>
                      </a:r>
                      <a:endParaRPr lang="zh-CN" altLang="en-US" sz="900" b="1" spc="120" dirty="0">
                        <a:solidFill>
                          <a:srgbClr val="FFFFFF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848587"/>
                      </a:solidFill>
                      <a:prstDash val="solid"/>
                    </a:lnT>
                    <a:lnB w="19050">
                      <a:solidFill>
                        <a:srgbClr val="848587"/>
                      </a:solidFill>
                      <a:prstDash val="solid"/>
                    </a:lnB>
                    <a:solidFill>
                      <a:srgbClr val="848587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800" b="0" spc="12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2019.11.21</a:t>
                      </a:r>
                      <a:endParaRPr lang="en-US" altLang="zh-CN" sz="800" b="0" spc="120" dirty="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19050" cap="rnd">
                      <a:solidFill>
                        <a:srgbClr val="848587"/>
                      </a:solidFill>
                      <a:prstDash val="solid"/>
                    </a:lnL>
                    <a:lnR w="3175">
                      <a:solidFill>
                        <a:srgbClr val="848587"/>
                      </a:solidFill>
                      <a:prstDash val="dot"/>
                    </a:lnR>
                    <a:lnT w="19050">
                      <a:solidFill>
                        <a:srgbClr val="848587"/>
                      </a:solidFill>
                      <a:prstDash val="solid"/>
                    </a:lnT>
                    <a:lnB w="19050" cap="rnd">
                      <a:solidFill>
                        <a:srgbClr val="84858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spc="12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技术</a:t>
                      </a:r>
                      <a:endParaRPr lang="zh-CN" altLang="en-US" sz="800" b="0" spc="120" dirty="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848587"/>
                      </a:solidFill>
                      <a:prstDash val="dot"/>
                    </a:lnL>
                    <a:lnR w="3175">
                      <a:solidFill>
                        <a:srgbClr val="848587"/>
                      </a:solidFill>
                      <a:prstDash val="dot"/>
                    </a:lnR>
                    <a:lnT w="19050">
                      <a:solidFill>
                        <a:srgbClr val="848587"/>
                      </a:solidFill>
                      <a:prstDash val="solid"/>
                    </a:lnT>
                    <a:lnB w="19050" cap="rnd">
                      <a:solidFill>
                        <a:srgbClr val="84858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spc="120" dirty="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软件开发</a:t>
                      </a:r>
                      <a:endParaRPr lang="zh-CN" altLang="en-US" sz="800" b="0" spc="120" dirty="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848587"/>
                      </a:solidFill>
                      <a:prstDash val="dot"/>
                    </a:lnL>
                    <a:lnR w="3175">
                      <a:solidFill>
                        <a:srgbClr val="848587"/>
                      </a:solidFill>
                      <a:prstDash val="dot"/>
                    </a:lnR>
                    <a:lnT w="19050">
                      <a:solidFill>
                        <a:srgbClr val="848587"/>
                      </a:solidFill>
                      <a:prstDash val="solid"/>
                    </a:lnT>
                    <a:lnB w="19050" cap="rnd">
                      <a:solidFill>
                        <a:srgbClr val="84858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spc="12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Web前端开发岗</a:t>
                      </a:r>
                      <a:endParaRPr lang="zh-CN" altLang="en-US" sz="800" b="0" spc="12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848587"/>
                      </a:solidFill>
                      <a:prstDash val="dot"/>
                    </a:lnL>
                    <a:lnR w="3175">
                      <a:solidFill>
                        <a:srgbClr val="848587"/>
                      </a:solidFill>
                      <a:prstDash val="dot"/>
                    </a:lnR>
                    <a:lnT w="19050">
                      <a:solidFill>
                        <a:srgbClr val="848587"/>
                      </a:solidFill>
                      <a:prstDash val="solid"/>
                    </a:lnT>
                    <a:lnB w="19050" cap="rnd">
                      <a:solidFill>
                        <a:srgbClr val="84858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spc="12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T7</a:t>
                      </a:r>
                      <a:endParaRPr lang="en-US" altLang="zh-CN" sz="800" b="0" spc="12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848587"/>
                      </a:solidFill>
                      <a:prstDash val="dot"/>
                    </a:lnL>
                    <a:lnR w="3175">
                      <a:solidFill>
                        <a:srgbClr val="848587"/>
                      </a:solidFill>
                      <a:prstDash val="dot"/>
                    </a:lnR>
                    <a:lnT w="19050">
                      <a:solidFill>
                        <a:srgbClr val="848587"/>
                      </a:solidFill>
                      <a:prstDash val="solid"/>
                    </a:lnT>
                    <a:lnB w="19050" cap="rnd">
                      <a:solidFill>
                        <a:srgbClr val="84858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800" b="0" spc="120">
                          <a:solidFill>
                            <a:srgbClr val="404040"/>
                          </a:solidFill>
                          <a:latin typeface="楷体" charset="0"/>
                          <a:ea typeface="楷体" charset="0"/>
                        </a:rPr>
                        <a:t>T</a:t>
                      </a:r>
                      <a:endParaRPr lang="en-US" altLang="zh-CN" sz="800" b="0" spc="120">
                        <a:solidFill>
                          <a:srgbClr val="404040"/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marL="177800" marR="177800" marT="6350" marB="6350" anchor="ctr">
                    <a:lnL w="3175">
                      <a:solidFill>
                        <a:srgbClr val="848587"/>
                      </a:solidFill>
                      <a:prstDash val="dot"/>
                    </a:lnL>
                    <a:lnR w="3175">
                      <a:solidFill>
                        <a:srgbClr val="848587"/>
                      </a:solidFill>
                      <a:prstDash val="dot"/>
                    </a:lnR>
                    <a:lnT w="19050">
                      <a:solidFill>
                        <a:srgbClr val="848587"/>
                      </a:solidFill>
                      <a:prstDash val="solid"/>
                    </a:lnT>
                    <a:lnB w="19050" cap="rnd">
                      <a:solidFill>
                        <a:srgbClr val="848587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41655" y="687705"/>
            <a:ext cx="1027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 i="1">
                <a:solidFill>
                  <a:srgbClr val="C00000"/>
                </a:solidFill>
                <a:latin typeface="楷体" charset="0"/>
                <a:ea typeface="楷体" charset="0"/>
              </a:rPr>
              <a:t>个人信息：</a:t>
            </a:r>
            <a:endParaRPr lang="zh-CN" altLang="en-US" sz="1400" b="1" i="1">
              <a:solidFill>
                <a:srgbClr val="C00000"/>
              </a:solidFill>
              <a:latin typeface="楷体" charset="0"/>
              <a:ea typeface="楷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655" y="1704975"/>
            <a:ext cx="1100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zh-CN" altLang="en-US" sz="1400" b="1" i="1">
                <a:solidFill>
                  <a:srgbClr val="C00000"/>
                </a:solidFill>
                <a:latin typeface="楷体" charset="0"/>
                <a:ea typeface="楷体" charset="0"/>
                <a:sym typeface="+mn-ea"/>
              </a:rPr>
              <a:t>工作简历：</a:t>
            </a:r>
            <a:endParaRPr lang="zh-CN" altLang="en-US" sz="1400" b="1" i="1">
              <a:solidFill>
                <a:srgbClr val="C00000"/>
              </a:solidFill>
              <a:latin typeface="楷体" charset="0"/>
              <a:ea typeface="楷体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80060" y="842645"/>
          <a:ext cx="8184515" cy="410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145"/>
                <a:gridCol w="3534410"/>
                <a:gridCol w="2727960"/>
              </a:tblGrid>
              <a:tr h="542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charset="0"/>
                          <a:ea typeface="楷体" charset="0"/>
                        </a:rPr>
                        <a:t>事项</a:t>
                      </a:r>
                      <a:endParaRPr lang="zh-CN" altLang="en-US">
                        <a:latin typeface="楷体" charset="0"/>
                        <a:ea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charset="0"/>
                          <a:ea typeface="楷体" charset="0"/>
                        </a:rPr>
                        <a:t>内容</a:t>
                      </a:r>
                      <a:endParaRPr lang="zh-CN" altLang="en-US">
                        <a:latin typeface="楷体" charset="0"/>
                        <a:ea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latin typeface="楷体" charset="0"/>
                          <a:ea typeface="楷体" charset="0"/>
                        </a:rPr>
                        <a:t>总结</a:t>
                      </a:r>
                      <a:endParaRPr lang="zh-CN" altLang="en-US">
                        <a:latin typeface="楷体" charset="0"/>
                        <a:ea typeface="楷体" charset="0"/>
                      </a:endParaRPr>
                    </a:p>
                  </a:txBody>
                  <a:tcPr anchor="ctr" anchorCtr="0"/>
                </a:tc>
              </a:tr>
              <a:tr h="631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谁水电费水电费</a:t>
                      </a: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功能</a:t>
                      </a:r>
                      <a:endParaRPr lang="zh-CN" alt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制定消息格式、封装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TIM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、颗粒化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UI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，搭建实时聊天工具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从零到一，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提供平台工具，完善公司业务生态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;</a:t>
                      </a:r>
                      <a:endParaRPr lang="en-US" altLang="zh-CN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</a:tr>
              <a:tr h="586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水电费水电费的功能</a:t>
                      </a:r>
                      <a:endParaRPr lang="zh-CN" alt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从零到一，进一步完善电商生态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;</a:t>
                      </a:r>
                      <a:endParaRPr lang="en-US" altLang="zh-CN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5937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</a:rPr>
                        <a:t>是的冯绍峰水电费水电费是</a:t>
                      </a:r>
                      <a:endParaRPr lang="zh-CN" alt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模块化设计，支持业务拓展；也完善了平台生态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;</a:t>
                      </a:r>
                      <a:endParaRPr lang="en-US" altLang="zh-CN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</a:tr>
              <a:tr h="5372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endParaRPr lang="zh-CN" alt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v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级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提高开发者效率，推动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UI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组件化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</a:tr>
              <a:tr h="6032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endParaRPr lang="zh-CN" alt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完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I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规范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</a:rPr>
                        <a:t>有利于效率提升，代码质量提升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</a:endParaRPr>
                    </a:p>
                  </a:txBody>
                  <a:tcPr anchor="ctr" anchorCtr="0"/>
                </a:tc>
              </a:tr>
              <a:tr h="6127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</a:rPr>
                        <a:t>c</a:t>
                      </a:r>
                      <a:r>
                        <a:rPr lang="zh-CN" altLang="en-US" sz="14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endParaRPr lang="zh-CN" altLang="en-US" sz="14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楷体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微软雅黑" charset="0"/>
                        </a:rPr>
                        <a:t>包</a:t>
                      </a: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楷体" charset="0"/>
                          <a:sym typeface="+mn-ea"/>
                        </a:rPr>
                        <a:t>水电费水电费的功能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楷体" charset="0"/>
                          <a:ea typeface="楷体" charset="0"/>
                          <a:cs typeface="微软雅黑" charset="0"/>
                        </a:rPr>
                        <a:t>负责系统基础搭建，权限管理、多页签功能实现</a:t>
                      </a:r>
                      <a:endParaRPr lang="zh-CN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楷体" charset="0"/>
                        <a:ea typeface="楷体" charset="0"/>
                        <a:cs typeface="微软雅黑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AutoShape 3"/>
          <p:cNvSpPr/>
          <p:nvPr/>
        </p:nvSpPr>
        <p:spPr bwMode="auto">
          <a:xfrm>
            <a:off x="480060" y="226695"/>
            <a:ext cx="3311525" cy="36449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4289" tIns="34289" rIns="34289" bIns="34289">
            <a:noAutofit/>
          </a:bodyPr>
          <a:p>
            <a:pPr lvl="0" algn="l">
              <a:defRPr/>
            </a:pPr>
            <a:r>
              <a:rPr lang="zh-CN" altLang="en-US" sz="2000" b="1" dirty="0" smtClean="0">
                <a:latin typeface="楷体" charset="0"/>
                <a:ea typeface="楷体" charset="0"/>
                <a:sym typeface="+mn-ea"/>
              </a:rPr>
              <a:t>主要工作成果</a:t>
            </a:r>
            <a:endParaRPr lang="zh-CN" altLang="en-US" sz="2000" b="1" dirty="0" smtClean="0">
              <a:latin typeface="楷体" charset="0"/>
              <a:ea typeface="楷体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>
        <p14:flip dir="r"/>
      </p:transition>
    </mc:Choice>
    <mc:Fallback>
      <p:transition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b766341f-984f-4c05-a01e-b1c3c07a3aa3}"/>
  <p:tag name="TABLE_RECT" val="207.5*263.513*305*93.8"/>
  <p:tag name="TABLE_EMPHASIZE_COLOR" val="14896461"/>
  <p:tag name="TABLE_ONEKEY_SKIN_IDX" val="0"/>
  <p:tag name="TABLE_SKINIDX" val="0"/>
  <p:tag name="TABLE_COLORIDX" val="c"/>
  <p:tag name="TABLE_COLOR_RGB" val="0x000000*0xFFFFFF*0x212121*0xFFFFFF*0xE34D4D*0xE67A4A*0xECAF40*0x8DC32D*0x38B8A3*0x3B93BF"/>
  <p:tag name="TABLE_ENDDRAG_ORIGIN_RECT" val="648*212"/>
  <p:tag name="TABLE_ENDDRAG_RECT" val="42*158*648*197"/>
</p:tagLst>
</file>

<file path=ppt/tags/tag2.xml><?xml version="1.0" encoding="utf-8"?>
<p:tagLst xmlns:p="http://schemas.openxmlformats.org/presentationml/2006/main">
  <p:tag name="KSO_WM_UNIT_TABLE_BEAUTIFY" val="smartTable{f41f9704-d662-4daa-80a7-9c383c9c5a10}"/>
  <p:tag name="TABLE_RECT" val="72.8*51.7225*574.4*68.15"/>
  <p:tag name="TABLE_EMPHASIZE_COLOR" val="8684935"/>
  <p:tag name="TABLE_ONEKEY_SKIN_IDX" val="0"/>
  <p:tag name="TABLE_SKINIDX" val="0"/>
  <p:tag name="TABLE_COLORIDX" val="l"/>
  <p:tag name="TABLE_COLOR_RGB" val="0x000000*0xFFFFFF*0x44546A*0xE6E5E5*0x848587*0x738499*0x817CA0*0x9B819F*0xA7878C*0xAB968B"/>
  <p:tag name="TABLE_ENDDRAG_ORIGIN_RECT" val="630*43"/>
  <p:tag name="TABLE_ENDDRAG_RECT" val="60*85*630*45"/>
</p:tagLst>
</file>

<file path=ppt/tags/tag3.xml><?xml version="1.0" encoding="utf-8"?>
<p:tagLst xmlns:p="http://schemas.openxmlformats.org/presentationml/2006/main">
  <p:tag name="KSO_WM_UNIT_TABLE_BEAUTIFY" val="smartTable{6560ad30-a0a0-4867-abac-9eda290b55b5}"/>
  <p:tag name="TABLE_ENDDRAG_ORIGIN_RECT" val="645*320"/>
  <p:tag name="TABLE_ENDDRAG_RECT" val="39*62*644*323"/>
</p:tagLst>
</file>

<file path=ppt/theme/theme1.xml><?xml version="1.0" encoding="utf-8"?>
<a:theme xmlns:a="http://schemas.openxmlformats.org/drawingml/2006/main" name="1_Office Theme">
  <a:themeElements>
    <a:clrScheme name="自定义 2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DA0000"/>
      </a:accent2>
      <a:accent3>
        <a:srgbClr val="900000"/>
      </a:accent3>
      <a:accent4>
        <a:srgbClr val="A30000"/>
      </a:accent4>
      <a:accent5>
        <a:srgbClr val="FE8A8A"/>
      </a:accent5>
      <a:accent6>
        <a:srgbClr val="FFBFB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WPS 演示</Application>
  <PresentationFormat>全屏显示(16:9)</PresentationFormat>
  <Paragraphs>110</Paragraphs>
  <Slides>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32" baseType="lpstr">
      <vt:lpstr>Arial</vt:lpstr>
      <vt:lpstr>宋体</vt:lpstr>
      <vt:lpstr>Wingdings</vt:lpstr>
      <vt:lpstr>Roboto Condensed</vt:lpstr>
      <vt:lpstr>Helvetica Neue</vt:lpstr>
      <vt:lpstr>Arial Black</vt:lpstr>
      <vt:lpstr>微软雅黑</vt:lpstr>
      <vt:lpstr>汉仪旗黑</vt:lpstr>
      <vt:lpstr>华文中宋</vt:lpstr>
      <vt:lpstr>汉仪书宋二KW</vt:lpstr>
      <vt:lpstr>楷体</vt:lpstr>
      <vt:lpstr>汉仪楷体KW</vt:lpstr>
      <vt:lpstr>Arial</vt:lpstr>
      <vt:lpstr>Helvetica</vt:lpstr>
      <vt:lpstr>思源黑体 CN Bold</vt:lpstr>
      <vt:lpstr>汉仪中黑KW</vt:lpstr>
      <vt:lpstr>微软雅黑</vt:lpstr>
      <vt:lpstr>宋体</vt:lpstr>
      <vt:lpstr>Arial Unicode MS</vt:lpstr>
      <vt:lpstr>黑体</vt:lpstr>
      <vt:lpstr>等线</vt:lpstr>
      <vt:lpstr>汉仪中等线KW</vt:lpstr>
      <vt:lpstr>苹方-简</vt:lpstr>
      <vt:lpstr>Calibri</vt:lpstr>
      <vt:lpstr>Helvetica Neue</vt:lpstr>
      <vt:lpstr>Calibri Light</vt:lpstr>
      <vt:lpstr>等线 Light</vt:lpstr>
      <vt:lpstr>Wingdings</vt:lpstr>
      <vt:lpstr>1_Office Theme</vt:lpstr>
      <vt:lpstr>2_Office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吴楚君</dc:creator>
  <cp:lastModifiedBy>白日梦想家丶</cp:lastModifiedBy>
  <cp:revision>1288</cp:revision>
  <dcterms:created xsi:type="dcterms:W3CDTF">2026-03-10T05:02:02Z</dcterms:created>
  <dcterms:modified xsi:type="dcterms:W3CDTF">2026-03-10T05:02:02Z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2052-7.4.0.8981</vt:lpwstr>
  </property>
  <property fmtid="{D5CDD505-2E9C-101B-9397-08002B2CF9AE}" pid="3" name="ICV">
    <vt:lpwstr>D8EFBAF919294A49A79DBD16DFCDBD82</vt:lpwstr>
  </property>
</Properties>
</file>