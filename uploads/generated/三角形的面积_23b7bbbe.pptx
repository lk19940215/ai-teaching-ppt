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三角形的面积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1. 三角形的面积</a:t>
            </a:r>
          </a:p>
          <a:p>
            <a:pPr>
              <a:defRPr sz="2400"/>
            </a:pPr>
            <a:r>
              <a:t>3. 认识三角形</a:t>
            </a:r>
          </a:p>
          <a:p>
            <a:pPr>
              <a:defRPr sz="2400"/>
            </a:pPr>
            <a:r>
              <a:t>4. 常见错误</a:t>
            </a:r>
          </a:p>
          <a:p>
            <a:pPr>
              <a:defRPr sz="2400"/>
            </a:pPr>
            <a:r>
              <a:t>5. 变式练习</a:t>
            </a:r>
          </a:p>
          <a:p>
            <a:pPr>
              <a:defRPr sz="2400"/>
            </a:pPr>
            <a:r>
              <a:t>6. 校园绿化设计师</a:t>
            </a:r>
          </a:p>
          <a:p>
            <a:pPr>
              <a:defRPr sz="2400"/>
            </a:pPr>
            <a:r>
              <a:t>7. 面积公式的由来（一）</a:t>
            </a:r>
          </a:p>
          <a:p>
            <a:pPr>
              <a:defRPr sz="2400"/>
            </a:pPr>
            <a:r>
              <a:t>8. 巩固练习</a:t>
            </a:r>
          </a:p>
          <a:p>
            <a:pPr>
              <a:defRPr sz="2400"/>
            </a:pPr>
            <a:r>
              <a:t>9. 面积公式的由来（二）</a:t>
            </a:r>
          </a:p>
          <a:p>
            <a:pPr>
              <a:defRPr sz="2400"/>
            </a:pPr>
            <a:r>
              <a:t>10. 拓展应用</a:t>
            </a:r>
          </a:p>
          <a:p>
            <a:pPr>
              <a:defRPr sz="2400"/>
            </a:pPr>
            <a:r>
              <a:t>11. 例题精讲</a:t>
            </a:r>
          </a:p>
          <a:p>
            <a:pPr>
              <a:defRPr sz="2400"/>
            </a:pPr>
            <a:r>
              <a:t>12. 课堂小结</a:t>
            </a:r>
          </a:p>
          <a:p>
            <a:pPr>
              <a:defRPr sz="2400"/>
            </a:pPr>
            <a:r>
              <a:t>13. 课后思考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认识三角形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三角形是由三条线段围成的封闭图形</a:t>
            </a:r>
          </a:p>
          <a:p>
            <a:pPr>
              <a:defRPr sz="2400"/>
            </a:pPr>
            <a:r>
              <a:t>每个三角形都有底边和高</a:t>
            </a:r>
          </a:p>
          <a:p>
            <a:pPr>
              <a:defRPr sz="2400"/>
            </a:pPr>
            <a:r>
              <a:t>高是从顶点到底边的垂直线段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常见错误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计算三角形面积时，用底边乘以斜边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错误地将斜边当作高，没有理解高是垂直线段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必须使用从顶点到底边的垂直线段作为高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画图标注底和高，确保垂直关系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校园绿化设计师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💡 建筑设计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学校要美化校园，计划在花坛里种植一块三角形的草坪。园艺师傅需要知道草坪的面积来购买草皮。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如何计算这块三角形草坪的面积呢？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视觉建议：展示校园花坛的平面图，其中包含一个三角形区域，标注底边和高。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面积公式的由来（一）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回顾：长方形的面积 = 长 × 宽</a:t>
            </a:r>
          </a:p>
          <a:p>
            <a:pPr>
              <a:defRPr sz="2400"/>
            </a:pPr>
            <a:r>
              <a:t>思考：如何将三角形转化为长方形？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巩固练习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【★】三角形的面积公式是什么？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答案：底 × 高 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【★】一个三角形底9厘米，高7厘米，面积是多少平方厘米？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答案：31.5平方厘米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【★★】解释为什么三角形面积要除以2。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答案：因为两个完全相同的三角形可以拼成一个平行四边形，一个三角形面积是平行四边形面积的一半。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【★★】一个三角形面积是20平方厘米，高是5厘米，底是多少厘米？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答案：8厘米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5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【★★★】比较长方形和三角形面积公式的异同。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40079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答案：相同点：都涉及底和高；不同点：长方形面积是底乘高，三角形面积是底乘高除以2。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0" presetID="8" presetClass="entr" presetSubtype="0" fill="hold" nodeType="mainSeq">
          <p:dur val="400"/>
          <p:stM val="4500"/>
          <p:childTnLst>
            <ns2:parTimeNode id="109" fill="hold">
              <ns2:dur val="400"/>
              <ns2:stM val="0"/>
              <p:childTnLst>
                <ns2:setTimeNode id="209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1" presetID="8" presetClass="entr" presetSubtype="0" fill="hold" nodeType="mainSeq">
          <p:dur val="400"/>
          <p:stM val="5000"/>
          <p:childTnLst>
            <ns2:parTimeNode id="110" fill="hold">
              <ns2:dur val="400"/>
              <ns2:stM val="0"/>
              <p:childTnLst>
                <ns2:setTimeNode id="21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2" presetID="8" presetClass="entr" presetSubtype="0" fill="hold" nodeType="mainSeq">
          <p:dur val="400"/>
          <p:stM val="5500"/>
          <p:childTnLst>
            <ns2:parTimeNode id="111" fill="hold">
              <ns2:dur val="400"/>
              <ns2:stM val="0"/>
              <p:childTnLst>
                <ns2:setTimeNode id="21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3" presetID="8" presetClass="entr" presetSubtype="0" fill="hold" nodeType="mainSeq">
          <p:dur val="400"/>
          <p:stM val="6000"/>
          <p:childTnLst>
            <ns2:parTimeNode id="112" fill="hold">
              <ns2:dur val="400"/>
              <ns2:stM val="0"/>
              <p:childTnLst>
                <ns2:setTimeNode id="21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面积公式的由来（二）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推导：一个三角形的面积是多少？</a:t>
            </a:r>
          </a:p>
          <a:p>
            <a:pPr>
              <a:defRPr sz="2400"/>
            </a:pPr>
            <a:r>
              <a:t>结论：三角形面积公式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拓展应用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【★★★】一个等腰三角形，底边长10厘米，腰长13厘米，求面积。（提示：先求高）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答案：60平方厘米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【★★★】设计一个三角形花坛，面积不超过20平方米，画出草图并标注底和高。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答案：答案多样，如底8米、高5米，面积20平方米。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例题精讲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已知：底边长6厘米，高4厘米</a:t>
            </a:r>
          </a:p>
          <a:p>
            <a:pPr>
              <a:defRPr sz="2400"/>
            </a:pPr>
            <a:r>
              <a:t>求：三角形的面积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/>
            </a:pPr>
            <a:r>
              <a:t>本节课学习了三角形面积公式，通过拼图推导出公式“底×高÷2”，并应用公式解决实际问题，培养了数形结合和转化思想。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理解三角形面积公式的推导过程</a:t>
            </a:r>
          </a:p>
          <a:p>
            <a:pPr>
              <a:defRPr sz="2400"/>
            </a:pPr>
            <a:r>
              <a:t>• 掌握公式“底×高÷2”的应用</a:t>
            </a:r>
          </a:p>
          <a:p>
            <a:pPr>
              <a:defRPr sz="2400"/>
            </a:pPr>
            <a:r>
              <a:t>• 注意底和高的对应关系及单位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/>
            </a:pPr>
            <a:r>
              <a:t>本节课学习了三角形面积公式，通过拼图推导出公式“底×高÷2”，并应用公式解决实际问题，培养了数形结合和转化思想。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理解三角形面积公式的推导过程</a:t>
            </a:r>
          </a:p>
          <a:p>
            <a:pPr>
              <a:defRPr sz="2400"/>
            </a:pPr>
            <a:r>
              <a:t>• 掌握公式“底×高÷2”的应用</a:t>
            </a:r>
          </a:p>
          <a:p>
            <a:pPr>
              <a:defRPr sz="2400"/>
            </a:pPr>
            <a:r>
              <a:t>• 注意底和高的对应关系及单位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