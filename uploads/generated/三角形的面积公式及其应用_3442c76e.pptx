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三角形的面积公式及其应用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三角形面积公式图示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校园绿化设计师</a:t>
            </a:r>
          </a:p>
          <a:p>
            <a:pPr>
              <a:defRPr sz="2400"/>
            </a:pPr>
            <a:r>
              <a:t>8. 面积公式推导（一）</a:t>
            </a:r>
          </a:p>
          <a:p>
            <a:pPr>
              <a:defRPr sz="2400"/>
            </a:pPr>
            <a:r>
              <a:t>9. 不同类型三角形面积计算示例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面积公式推导（二）</a:t>
            </a:r>
          </a:p>
          <a:p>
            <a:pPr>
              <a:defRPr sz="2400"/>
            </a:pPr>
            <a:r>
              <a:t>12. 更多练习</a:t>
            </a:r>
          </a:p>
          <a:p>
            <a:pPr>
              <a:defRPr sz="2400"/>
            </a:pPr>
            <a:r>
              <a:t>13. 例题：计算花坛面积</a:t>
            </a:r>
          </a:p>
          <a:p>
            <a:pPr>
              <a:defRPr sz="2400"/>
            </a:pPr>
            <a:r>
              <a:t>14. 课堂小结</a:t>
            </a:r>
          </a:p>
          <a:p>
            <a:pPr>
              <a:defRPr sz="2400"/>
            </a:pPr>
            <a:r>
              <a:t>15.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三角形是由三条线段围成的封闭图形</a:t>
            </a:r>
          </a:p>
          <a:p>
            <a:pPr>
              <a:defRPr sz="2400"/>
            </a:pPr>
            <a:r>
              <a:t>每个三角形都有三个顶点、三条边和三个角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计算三角形面积时，忘记除以2，得到面积 = 底 × 高。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对公式记忆不牢，或混淆了与平行四边形面积公式。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面积 = 底 × 高 ÷ 2，计算后务必检查是否除以2。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背诵公式时强调“÷2”，做题后回顾公式。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三角形面积公式图示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基础变式：改变数字，巩固公式应用</a:t>
            </a:r>
          </a:p>
          <a:p>
            <a:pPr>
              <a:defRPr sz="2400"/>
            </a:pPr>
            <a:r>
              <a:t>情境变式：更换问题背景，灵活运用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学校计划在操场边建造一个三角形花坛，需要计算面积来购买土壤和花草。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这个三角形花坛的面积是多少平方米？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视觉建议：展示校园平面图，突出三角形花坛区域，标注底和高。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回顾：平行四边形的面积 = 底 × 高</a:t>
            </a:r>
          </a:p>
          <a:p>
            <a:pPr>
              <a:defRPr sz="2400"/>
            </a:pPr>
            <a:r>
              <a:t>思考：如何将三角形转化为平行四边形？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不同类型三角形面积计算示例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基础题：直接应用公式</a:t>
            </a:r>
          </a:p>
          <a:p>
            <a:pPr>
              <a:defRPr sz="2400"/>
            </a:pPr>
            <a:r>
              <a:t>提高题：简单变式应用</a:t>
            </a:r>
          </a:p>
          <a:p>
            <a:pPr>
              <a:defRPr sz="2400"/>
            </a:pPr>
            <a:r>
              <a:t>拓展题：逆向思考或综合应用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【★】一个三角形底是12米，高是7米，面积是多少平方米？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答案：面积 = 12 × 7 ÷ 2 = 42（平方米）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【★★】判断：两个面积相等的三角形，底和高一定相同。（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【★★★】一个三角形面积是30平方厘米，高是5厘米，求底的长度。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= 30 × 2 ÷ 5 = 12（厘米）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拼成的平行四边形面积 = 底 × 高</a:t>
            </a:r>
          </a:p>
          <a:p>
            <a:pPr>
              <a:defRPr sz="2400"/>
            </a:pPr>
            <a:r>
              <a:t>每个三角形的面积是平行四边形面积的一半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更多练习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巩固三角形面积计算</a:t>
            </a:r>
          </a:p>
          <a:p>
            <a:pPr>
              <a:defRPr sz="2400"/>
            </a:pPr>
            <a:r>
              <a:t>提升问题解决能力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【★】填空：三角形的面积公式是（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 × 高 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【★★】一个直角三角形两条直角边分别是3厘米和4厘米，面积是多少？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答案：面积 = 3 × 4 ÷ 2 = 6（平方厘米）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【★★★】设计一个三角形区域，面积是20平方米，列出可能的底和高组合（至少两种）。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答案：例如：底10米高4米，底8米高5米等。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例题：计算花坛面积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已知：三角形花坛底长8米，高5米</a:t>
            </a:r>
          </a:p>
          <a:p>
            <a:pPr>
              <a:defRPr sz="2400"/>
            </a:pPr>
            <a:r>
              <a:t>求：花坛的面积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本节课学习了三角形面积公式的推导和应用，通过生活情境引入，利用数形结合和转化思想，从具体到抽象掌握公式，并能解决实际问题，培养了数学思维和解决问题的能力。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a × h ÷ 2 的应用</a:t>
            </a:r>
          </a:p>
          <a:p>
            <a:pPr>
              <a:defRPr sz="2400"/>
            </a:pPr>
            <a:r>
              <a:t>• 能正确识别三角形的底和对应的高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本节课学习了三角形面积公式的推导和应用，通过生活情境引入，利用数形结合和转化思想，从具体到抽象掌握公式，并能解决实际问题，培养了数学思维和解决问题的能力。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a × h ÷ 2 的应用</a:t>
            </a:r>
          </a:p>
          <a:p>
            <a:pPr>
              <a:defRPr sz="2400"/>
            </a:pPr>
            <a:r>
              <a:t>• 能正确识别三角形的底和对应的高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