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1">
                <a:solidFill>
                  <a:srgbClr val="2196F3"/>
                </a:solidFill>
              </a:defRPr>
            </a:pPr>
            <a:r>
              <a:t>智能合并课件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96F3"/>
                </a:solidFill>
              </a:defRPr>
            </a:pPr>
            <a:r>
              <a:t>保留A的标题'第一页内容',正文内容合并,取两者精华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第一页内容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这是第一点</a:t>
            </a:r>
          </a:p>
          <a:p>
            <a:pPr>
              <a:defRPr sz="1400"/>
            </a:pPr>
            <a:r>
              <a:t>这是第二点</a:t>
            </a:r>
          </a:p>
          <a:p>
            <a:pPr>
              <a:defRPr sz="1400"/>
            </a:pPr>
            <a:r>
              <a:t>这是第三点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第一页内容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这是第一点</a:t>
            </a:r>
          </a:p>
          <a:p>
            <a:pPr>
              <a:defRPr sz="1400"/>
            </a:pPr>
            <a:r>
              <a:t>这是第二点</a:t>
            </a:r>
          </a:p>
          <a:p>
            <a:pPr>
              <a:defRPr sz="1400"/>
            </a:pPr>
            <a:r>
              <a:t>这是第三点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196F3"/>
                </a:solidFill>
              </a:defRPr>
            </a:pPr>
            <a:r>
              <a:t>保留A的标题'第二页内容',正文内容合并,取两者精华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8229600" cy="1828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第二页内容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更多内容在这里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第二页内容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852160"/>
            <a:ext cx="7772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更多内容在这里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