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将PPT B第3页“生字学习:思、床、疑、举”和第5页“生字学习:望、低、故、乡”合并为一页“《静夜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生字学习：思、床、疑、举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br/>
            <a:pPr>
              <a:defRPr sz="1400"/>
            </a:pPr>
            <a:r>
              <a:t>【思】</a:t>
            </a:r>
          </a:p>
          <a:p>
            <a:pPr>
              <a:defRPr sz="1400"/>
            </a:pPr>
            <a:r>
              <a:t>拼音：sī</a:t>
            </a:r>
          </a:p>
          <a:p>
            <a:pPr>
              <a:defRPr sz="1400"/>
            </a:pPr>
            <a:r>
              <a:t>部首：心  笔画：9</a:t>
            </a:r>
          </a:p>
          <a:p>
            <a:br/>
            <a:pPr>
              <a:defRPr sz="1400"/>
            </a:pPr>
            <a:r>
              <a:t>组词：思念, 思考, 思想</a:t>
            </a:r>
          </a:p>
          <a:p>
            <a:br/>
            <a:pPr>
              <a:defRPr sz="1400"/>
            </a:pPr>
            <a:r>
              <a:t>造句：</a:t>
            </a:r>
          </a:p>
          <a:p>
            <a:pPr>
              <a:defRPr sz="1400"/>
            </a:pPr>
            <a:r>
              <a:t>  • 我思念远方的亲人。</a:t>
            </a:r>
          </a:p>
          <a:p>
            <a:pPr>
              <a:defRPr sz="1400"/>
            </a:pPr>
            <a:r>
              <a:t>  • 我们要学会独立思考。</a:t>
            </a:r>
          </a:p>
          <a:p>
            <a:br/>
            <a:pPr>
              <a:defRPr sz="1400"/>
            </a:pPr>
            <a:r>
              <a:t>近义词：想, 念</a:t>
            </a:r>
          </a:p>
          <a:p>
            <a:pPr>
              <a:defRPr sz="1400"/>
            </a:pPr>
            <a:r>
              <a:t>反义词：忘, 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生字学习：望、低、故、乡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7406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457200" y="89611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</a:p>
          <a:p>
            <a:br/>
            <a:pPr>
              <a:defRPr sz="1400"/>
            </a:pPr>
            <a:r>
              <a:t>【望】</a:t>
            </a:r>
          </a:p>
          <a:p>
            <a:pPr>
              <a:defRPr sz="1400"/>
            </a:pPr>
            <a:r>
              <a:t>拼音：wàng</a:t>
            </a:r>
          </a:p>
          <a:p>
            <a:pPr>
              <a:defRPr sz="1400"/>
            </a:pPr>
            <a:r>
              <a:t>部首：月  笔画：11</a:t>
            </a:r>
          </a:p>
          <a:p>
            <a:br/>
            <a:pPr>
              <a:defRPr sz="1400"/>
            </a:pPr>
            <a:r>
              <a:t>组词：希望, 仰望, 望远镜</a:t>
            </a:r>
          </a:p>
          <a:p>
            <a:br/>
            <a:pPr>
              <a:defRPr sz="1400"/>
            </a:pPr>
            <a:r>
              <a:t>造句：</a:t>
            </a:r>
          </a:p>
          <a:p>
            <a:pPr>
              <a:defRPr sz="1400"/>
            </a:pPr>
            <a:r>
              <a:t>  • 我仰望星空，充满希望。</a:t>
            </a:r>
          </a:p>
          <a:p>
            <a:pPr>
              <a:defRPr sz="1400"/>
            </a:pPr>
            <a:r>
              <a:t>  • 他望着远方，若有所思。</a:t>
            </a:r>
          </a:p>
          <a:p>
            <a:br/>
            <a:pPr>
              <a:defRPr sz="1400"/>
            </a:pPr>
            <a:r>
              <a:t>近义词：看, 眺</a:t>
            </a:r>
          </a:p>
          <a:p>
            <a:pPr>
              <a:defRPr sz="1400"/>
            </a:pPr>
            <a:r>
              <a:t>反义词：闭, 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