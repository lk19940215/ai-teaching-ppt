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 PPT B 第7页（分披萨的数学）、第8页（同分母分数加法法则）、第9页（分数加法法则对比）、第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分披萨的数学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🛒 购物消费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小明和小红一起分享一个披萨。小明吃了披萨的1/4，小红吃了披萨的2/4。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❓ 他们一共吃了这个披萨的几分之几？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🎨 视觉建议：展示一个圆形披萨被分成4等份，其中1份和2份分别涂色表示小明和小红吃的部分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9611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同分母分数加法法则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136245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分数加法法则对比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1790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异分母分数加法法则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733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 PPT A 第7页（课堂练习）、第8页（例题）与 PPT B 第10页（课堂练习）、第13页（例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课堂练习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基础题：直接应用公式</a:t>
            </a:r>
          </a:p>
          <a:p>
            <a:pPr>
              <a:defRPr sz="1400"/>
            </a:pPr>
            <a:r>
              <a:t>提高题：变式应用</a:t>
            </a:r>
          </a:p>
          <a:p>
            <a:pPr>
              <a:defRPr sz="1400"/>
            </a:pPr>
            <a:r>
              <a:t>拓展题：综合问题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【★】一个三角形底7米，高4米，面积是多少？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答案：14平方米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9611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【★★】判断：两个三角形底和高都相等，面积一定相等。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答案：正确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【★★★】一个三角形面积30平方厘米，高6厘米，求底。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6245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答案：10厘米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1790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例题：计算三角形面积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733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已知：三角形底8厘米，高5厘米</a:t>
            </a:r>
          </a:p>
          <a:p>
            <a:pPr>
              <a:defRPr sz="1400"/>
            </a:pPr>
            <a:r>
              <a:t>目标：求面积</a:t>
            </a:r>
          </a:p>
          <a:p>
            <a:pPr>
              <a:defRPr sz="1400"/>
            </a:pPr>
            <a:r>
              <a:t>分析：直接应用公式</a:t>
            </a:r>
          </a:p>
          <a:p>
            <a:pPr>
              <a:defRPr sz="1400"/>
            </a:pPr>
            <a:r>
              <a:t>解题：S = 8 × 5 ÷ 2 = 20平方厘米</a:t>
            </a:r>
          </a:p>
          <a:p>
            <a:pPr>
              <a:defRPr sz="1400"/>
            </a:pPr>
            <a:r>
              <a:t>反思：检查单位，理解公式来源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8424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课堂练习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3969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57200" y="229514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2450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【★】填空：同分母分数相加，分母（ ），分子（ 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答案：不变，相加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6148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【★】计算：3/7 + 2/7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1693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答案：5/7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7238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【★】判断：1/5 + 2/5 = 3/10。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2783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答案：错误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832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【★★】计算：1/4 + 1/6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3872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答案：5/12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9417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【★★】小明吃了蛋糕的1/3，妹妹吃了1/6，他们一共吃了蛋糕的几分之几？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962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答案：1/2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050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【★★★】分析：为什么异分母分数不能直接相加？请举例说明。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605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答案：因为分数单位不同。例如1/2和1/3，1/2表示半个，1/3表示三分之一，单位不同不能直接合并。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159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例题1：同分母分数加法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714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46268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57200" y="478231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例题2：异分母分数加法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509320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 PPT A 第9页（总结回顾）与 PPT B 第12页（总结回顾）合并为一页“总结与回顾”。分两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总结回顾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本节课学习了三角形面积的概念，通过拼图推导出公式 S = 底 × 高 ÷ 2，并应用公式解决实际问题，培养了转化和数形结合的数学思想。</a:t>
            </a:r>
          </a:p>
          <a:p>
            <a:br/>
            <a:pPr>
              <a:defRPr sz="1400"/>
            </a:pPr>
            <a:r>
              <a:t>重点：</a:t>
            </a:r>
          </a:p>
          <a:p>
            <a:pPr>
              <a:defRPr sz="1400"/>
            </a:pPr>
            <a:r>
              <a:t>• 理解三角形面积的概念</a:t>
            </a:r>
          </a:p>
          <a:p>
            <a:pPr>
              <a:defRPr sz="1400"/>
            </a:pPr>
            <a:r>
              <a:t>• 掌握三角形面积公式 S = 底 × 高 ÷ 2</a:t>
            </a:r>
          </a:p>
          <a:p>
            <a:pPr>
              <a:defRPr sz="1400"/>
            </a:pPr>
            <a:r>
              <a:t>• 能正确计算三角形面积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总结回顾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89611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本节课学习了分数的加法，包括同分母和异分母两种情况。通过生活情境引入，结合图形推导公式，例题讲解巩固方法，变式练习提升能力。重点掌握通分和加法法则，体会数形结合和转化数学思想。</a:t>
            </a:r>
          </a:p>
          <a:p>
            <a:br/>
            <a:pPr>
              <a:defRPr sz="1400"/>
            </a:pPr>
            <a:r>
              <a:t>重点：</a:t>
            </a:r>
          </a:p>
          <a:p>
            <a:pPr>
              <a:defRPr sz="1400"/>
            </a:pPr>
            <a:r>
              <a:t>• 理解分数加法的意义：合并分数单位</a:t>
            </a:r>
          </a:p>
          <a:p>
            <a:pPr>
              <a:defRPr sz="1400"/>
            </a:pPr>
            <a:r>
              <a:t>• 掌握同分母和异分母分数加法的计算法则</a:t>
            </a:r>
          </a:p>
          <a:p>
            <a:pPr>
              <a:defRPr sz="1400"/>
            </a:pPr>
            <a:r>
              <a:t>• 熟练通分，特别是找最小公倍数</a:t>
            </a:r>
          </a:p>
          <a:p>
            <a:pPr>
              <a:defRPr sz="1400"/>
            </a:pPr>
            <a:r>
              <a:t>• 养成化简结果的习惯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