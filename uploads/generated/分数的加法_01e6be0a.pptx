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分数的加法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分数的加法</a:t>
            </a:r>
          </a:p>
          <a:p>
            <a:pPr>
              <a:defRPr sz="2400"/>
            </a:pPr>
            <a:r>
              <a:t>3. 什么是分数的加法？</a:t>
            </a:r>
          </a:p>
          <a:p>
            <a:pPr>
              <a:defRPr sz="2400"/>
            </a:pPr>
            <a:r>
              <a:t>4. 常见错误分析</a:t>
            </a:r>
          </a:p>
          <a:p>
            <a:pPr>
              <a:defRPr sz="2400"/>
            </a:pPr>
            <a:r>
              <a:t>5. 分数加法图示</a:t>
            </a:r>
          </a:p>
          <a:p>
            <a:pPr>
              <a:defRPr sz="2400"/>
            </a:pPr>
            <a:r>
              <a:t>6. 变式练习</a:t>
            </a:r>
          </a:p>
          <a:p>
            <a:pPr>
              <a:defRPr sz="2400"/>
            </a:pPr>
            <a:r>
              <a:t>7. 分披萨的数学</a:t>
            </a:r>
          </a:p>
          <a:p>
            <a:pPr>
              <a:defRPr sz="2400"/>
            </a:pPr>
            <a:r>
              <a:t>8. 同分母分数加法法则</a:t>
            </a:r>
          </a:p>
          <a:p>
            <a:pPr>
              <a:defRPr sz="2400"/>
            </a:pPr>
            <a:r>
              <a:t>9. 分数加法法则对比</a:t>
            </a:r>
          </a:p>
          <a:p>
            <a:pPr>
              <a:defRPr sz="2400"/>
            </a:pPr>
            <a:r>
              <a:t>10. 课堂练习</a:t>
            </a:r>
          </a:p>
          <a:p>
            <a:pPr>
              <a:defRPr sz="2400"/>
            </a:pPr>
            <a:r>
              <a:t>11. 异分母分数加法法则</a:t>
            </a:r>
          </a:p>
          <a:p>
            <a:pPr>
              <a:defRPr sz="2400"/>
            </a:pPr>
            <a:r>
              <a:t>12. 课堂小结</a:t>
            </a:r>
          </a:p>
          <a:p>
            <a:pPr>
              <a:defRPr sz="2400"/>
            </a:pPr>
            <a:r>
              <a:t>13. 例题1：同分母分数加法</a:t>
            </a:r>
          </a:p>
          <a:p>
            <a:pPr>
              <a:defRPr sz="2400"/>
            </a:pPr>
            <a:r>
              <a:t>14. 例题2：异分母分数加法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什么是分数的加法？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计算1/2 + 1/3 = 2/5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错误地将分子和分母分别相加，没有理解分数单位必须相同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先通分：1/2 = 3/6，1/3 = 2/6，再相加得5/6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牢记：分母不同时先通分，再按同分母法则计算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3498DB"/>
                </a:solidFill>
              </a:defRPr>
            </a:pPr>
            <a:r>
              <a:t>分数加法图示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分披萨的数学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小明和小红一起分享一个披萨。小明吃了披萨的1/4，小红吃了披萨的2/4。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他们一共吃了这个披萨的几分之几？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视觉建议：展示一个圆形披萨被分成4等份，其中1份和2份分别涂色表示小明和小红吃的部分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同分母分数加法法则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448AFF"/>
                </a:solidFill>
              </a:defRPr>
            </a:pPr>
            <a:r>
              <a:t>分数加法法则对比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【★】填空：同分母分数相加，分母（ ），分子（ 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答案：不变，相加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【★】计算：3/7 + 2/7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答案：5/7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【★】判断：1/5 + 2/5 = 3/10。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【★★】计算：1/4 + 1/6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答案：5/12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【★★】小明吃了蛋糕的1/3，妹妹吃了1/6，他们一共吃了蛋糕的几分之几？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答案：1/2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85799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【★★★】分析：为什么异分母分数不能直接相加？请举例说明。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74066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答案：因为分数单位不同。例如1/2和1/3，1/2表示半个，1/3表示三分之一，单位不同不能直接合并。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4" presetID="8" presetClass="entr" presetSubtype="0" fill="hold" nodeType="mainSeq">
          <p:dur val="400"/>
          <p:stM val="6500"/>
          <p:childTnLst>
            <ns2:parTimeNode id="113" fill="hold">
              <ns2:dur val="400"/>
              <ns2:stM val="0"/>
              <p:childTnLst>
                <ns2:setTimeNode id="21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5" presetID="8" presetClass="entr" presetSubtype="0" fill="hold" nodeType="mainSeq">
          <p:dur val="400"/>
          <p:stM val="7000"/>
          <p:childTnLst>
            <ns2:parTimeNode id="114" fill="hold">
              <ns2:dur val="400"/>
              <ns2:stM val="0"/>
              <p:childTnLst>
                <ns2:setTimeNode id="21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异分母分数加法法则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本节课学习了分数的加法，包括同分母和异分母两种情况。通过生活情境引入，结合图形推导公式，例题讲解巩固方法，变式练习提升能力。重点掌握通分和加法法则，体会数形结合和转化数学思想。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理解分数加法的意义：合并分数单位</a:t>
            </a:r>
          </a:p>
          <a:p>
            <a:pPr>
              <a:defRPr sz="2400"/>
            </a:pPr>
            <a:r>
              <a:t>• 掌握同分母和异分母分数加法的计算法则</a:t>
            </a:r>
          </a:p>
          <a:p>
            <a:pPr>
              <a:defRPr sz="2400"/>
            </a:pPr>
            <a:r>
              <a:t>• 熟练通分，特别是找最小公倍数</a:t>
            </a:r>
          </a:p>
          <a:p>
            <a:pPr>
              <a:defRPr sz="2400"/>
            </a:pPr>
            <a:r>
              <a:t>• 养成化简结果的习惯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例题1：同分母分数加法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例题2：异分母分数加法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