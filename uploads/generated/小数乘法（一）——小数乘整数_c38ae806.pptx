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小数乘法（一）——小数乘整数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周末，小明和妈妈去超市购物，他们买了3瓶果汁，每瓶果汁的价格是2.5元。妈妈想知道一共需要付多少钱。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你能帮小明和妈妈计算一下，买3瓶果汁一共需要多少钱吗？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视觉建议：展示超市货架上的果汁图片，旁边标注单价2.5元，并配一个简单的购物清单图示。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