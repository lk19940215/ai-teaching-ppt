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合并两个版本的第一页内容,整合所有要点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