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9F43"/>
                </a:solidFill>
              </a:defRPr>
            </a:pPr>
            <a:r>
              <a:t>探索三角形的面积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66CDAA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探索三角形的面积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常见错误提醒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校园绿化设计师</a:t>
            </a:r>
          </a:p>
          <a:p>
            <a:pPr>
              <a:defRPr sz="2400"/>
            </a:pPr>
            <a:r>
              <a:t>7. 面积公式的推导（一）</a:t>
            </a:r>
          </a:p>
          <a:p>
            <a:pPr>
              <a:defRPr sz="2400"/>
            </a:pPr>
            <a:r>
              <a:t>8. 课堂练习</a:t>
            </a:r>
          </a:p>
          <a:p>
            <a:pPr>
              <a:defRPr sz="2400"/>
            </a:pPr>
            <a:r>
              <a:t>9. 面积公式的推导（二）</a:t>
            </a:r>
          </a:p>
          <a:p>
            <a:pPr>
              <a:defRPr sz="2400"/>
            </a:pPr>
            <a:r>
              <a:t>10. 例题：计算三角形花坛面积</a:t>
            </a:r>
          </a:p>
          <a:p>
            <a:pPr>
              <a:defRPr sz="2400"/>
            </a:pPr>
            <a:r>
              <a:t>11.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三角形是由三条线段围成的封闭图形</a:t>
            </a:r>
          </a:p>
          <a:p>
            <a:pPr>
              <a:defRPr sz="2400"/>
            </a:pPr>
            <a:r>
              <a:t>关键属性：三个顶点、三条边、三个角</a:t>
            </a:r>
          </a:p>
          <a:p>
            <a:pPr>
              <a:defRPr sz="2400"/>
            </a:pPr>
            <a:r>
              <a:t>直观模型：用图形展示不同类型的三角形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计算三角形面积时，忘记除以2，如：8×5=40平方米。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对公式记忆不牢，误用为平行四边形面积公式。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面积 = 8 × 5 ÷ 2 = 20平方米。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背诵口诀“底乘高除以二”，做题时先写公式再代入。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基础变式：改变数字，巩固公式</a:t>
            </a:r>
          </a:p>
          <a:p>
            <a:pPr>
              <a:defRPr sz="2400"/>
            </a:pPr>
            <a:r>
              <a:t>情境变式：更换背景，应用公式</a:t>
            </a:r>
          </a:p>
          <a:p>
            <a:pPr>
              <a:defRPr sz="2400"/>
            </a:pPr>
            <a:r>
              <a:t>综合变式：结合其他图形，提升思维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6CDAA"/>
                </a:solidFill>
              </a:defRPr>
            </a:pPr>
            <a:r>
              <a:t>💡 建筑设计情境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FF9F43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学校计划在操场边建造一个三角形花坛，需要计算所需土壤的面积。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66CDAA"/>
          </a:solidFill>
          <a:ln w="381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你能帮学校计算出这个三角形花坛的面积吗？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视觉建议：展示校园平面图，突出三角形花坛区域，标注底和高。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起点：已知平行四边形的面积公式</a:t>
            </a:r>
          </a:p>
          <a:p>
            <a:pPr>
              <a:defRPr sz="2400"/>
            </a:pPr>
            <a:r>
              <a:t>方法：将三角形转化为平行四边形</a:t>
            </a:r>
          </a:p>
          <a:p>
            <a:pPr>
              <a:defRPr sz="2400"/>
            </a:pPr>
            <a:r>
              <a:t>步骤：展示拼图过程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基础题：直接应用公式</a:t>
            </a:r>
          </a:p>
          <a:p>
            <a:pPr>
              <a:defRPr sz="2400"/>
            </a:pPr>
            <a:r>
              <a:t>提高题：理解原理，综合应用</a:t>
            </a:r>
          </a:p>
          <a:p>
            <a:pPr>
              <a:defRPr sz="2400"/>
            </a:pPr>
            <a:r>
              <a:t>拓展题：分析评价，创造迁移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【★】一个三角形的底是6米，高是3米，面积是______平方米。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【★★】判断：两个面积相等的三角形，底和高一定相同。（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【★★★】设计一个三角形花园，底是10米，面积是30平方米，高应该是多少米？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答案：高 = 面积 × 2 ÷ 底 = 30 × 2 ÷ 10 = 6米。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推导：从平行四边形面积推导三角形面积</a:t>
            </a:r>
          </a:p>
          <a:p>
            <a:pPr>
              <a:defRPr sz="2400"/>
            </a:pPr>
            <a:r>
              <a:t>结论：三角形面积 = 底 × 高 ÷ 2</a:t>
            </a:r>
          </a:p>
          <a:p>
            <a:pPr>
              <a:defRPr sz="2400"/>
            </a:pPr>
            <a:r>
              <a:t>记忆：口诀“底乘高除以二”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例题：计算三角形花坛面积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已知：底8米，高5米</a:t>
            </a:r>
          </a:p>
          <a:p>
            <a:pPr>
              <a:defRPr sz="2400"/>
            </a:pPr>
            <a:r>
              <a:t>目标：求面积</a:t>
            </a:r>
          </a:p>
          <a:p>
            <a:pPr>
              <a:defRPr sz="2400"/>
            </a:pPr>
            <a:r>
              <a:t>步骤：应用公式计算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9F43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本节课学习了三角形面积公式，通过生活情境引入，从具体到抽象推导出公式，并应用例题和变式练习巩固知识，强调数形结合和转化思想，提升解决问题的能力。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掌握公式的应用，能正确计算面积</a:t>
            </a:r>
          </a:p>
          <a:p>
            <a:pPr>
              <a:defRPr sz="2400"/>
            </a:pPr>
            <a:r>
              <a:t>• 注意底和高的对应关系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