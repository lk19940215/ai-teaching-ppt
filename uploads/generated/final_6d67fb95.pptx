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3F51B5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8435" y="867710"/>
            <a:ext cx="3231285" cy="456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添加标题内容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38435" y="994710"/>
            <a:ext cx="3231285" cy="4579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添加标题内容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1655" y="687705"/>
            <a:ext cx="10274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个人信息：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655" y="1704975"/>
            <a:ext cx="110045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工作简历：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1090" y="2053590"/>
            <a:ext cx="1481455" cy="7385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目录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