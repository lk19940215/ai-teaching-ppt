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三角形的面积公式及其应用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三角形的面积公式及其应用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校园花坛设计</a:t>
            </a:r>
          </a:p>
          <a:p>
            <a:pPr>
              <a:defRPr sz="2400"/>
            </a:pPr>
            <a:r>
              <a:t>7. 三角形面积公式推导（一）</a:t>
            </a:r>
          </a:p>
          <a:p>
            <a:pPr>
              <a:defRPr sz="2400"/>
            </a:pPr>
            <a:r>
              <a:t>8. 综合练习</a:t>
            </a:r>
          </a:p>
          <a:p>
            <a:pPr>
              <a:defRPr sz="2400"/>
            </a:pPr>
            <a:r>
              <a:t>9. 三角形面积公式推导（二）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例题：计算三角形花坛面积</a:t>
            </a:r>
          </a:p>
          <a:p>
            <a:pPr>
              <a:defRPr sz="2400"/>
            </a:pPr>
            <a:r>
              <a:t>12. 例题：直角三角形面积计算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三角形的底：任意一条边都可以作为底</a:t>
            </a:r>
          </a:p>
          <a:p>
            <a:pPr>
              <a:defRPr sz="2400"/>
            </a:pPr>
            <a:r>
              <a:t>三角形的高：从底的对角顶点向底边作的垂直线段</a:t>
            </a:r>
          </a:p>
          <a:p>
            <a:pPr>
              <a:defRPr sz="2400"/>
            </a:pPr>
            <a:r>
              <a:t>每个三角形有三组对应的底和高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S = 6 × 4 = 24（忘记除以2）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没有记住公式是“底乘高除以二”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6 × 4 ÷ 2 = 12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背诵公式时强调“除以二”，计算后检查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学校要美化校园，计划在操场边建造一个三角形的花坛。园艺师傅需要知道花坛的面积来购买土壤和花草。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视觉建议：展示一个三角形花坛的平面图，标注底和高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回顾：平行四边形的面积 = 底 × 高</a:t>
            </a:r>
          </a:p>
          <a:p>
            <a:pPr>
              <a:defRPr sz="2400"/>
            </a:pPr>
            <a:r>
              <a:t>思考：两个完全一样的三角形可以拼成一个平行四边形</a:t>
            </a:r>
          </a:p>
          <a:p>
            <a:pPr>
              <a:defRPr sz="2400"/>
            </a:pPr>
            <a:r>
              <a:t>观察：拼成的平行四边形面积是三角形面积的2倍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综合练习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推导：平行四边形的面积是三角形面积的2倍</a:t>
            </a:r>
          </a:p>
          <a:p>
            <a:pPr>
              <a:defRPr sz="2400"/>
            </a:pPr>
            <a:r>
              <a:t>结论：三角形面积 = 底 × 高 ÷ 2</a:t>
            </a:r>
          </a:p>
          <a:p>
            <a:pPr>
              <a:defRPr sz="2400"/>
            </a:pPr>
            <a:r>
              <a:t>符号表示：S = b × h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b × h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【★】一个三角形底是12米，高是5米，面积是多少平方米？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12 × 5 ÷ 2 = 30（平方米）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【★★】比较三角形和平行四边形的面积关系，当它们等底等高时。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答案：三角形面积是平行四边形面积的一半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【★★】一个三角形面积是18平方厘米，高是6厘米，求底边长。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答案：b = 2S ÷ h = 2×18÷6 = 6（厘米）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【★★★】设计一个三角形花坛，使它的面积是15平方米，你能想出几种不同的底和高组合？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答案：例如：底10米高3米，底5米高6米等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已知：三角形花坛底长8米，高5米</a:t>
            </a:r>
          </a:p>
          <a:p>
            <a:pPr>
              <a:defRPr sz="2400"/>
            </a:pPr>
            <a:r>
              <a:t>求：花坛的面积</a:t>
            </a:r>
          </a:p>
          <a:p>
            <a:pPr>
              <a:defRPr sz="2400"/>
            </a:pPr>
            <a:r>
              <a:t>应用公式：S = b × h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例题：直角三角形面积计算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已知：直角三角形两条直角边分别为6厘米和8厘米</a:t>
            </a:r>
          </a:p>
          <a:p>
            <a:pPr>
              <a:defRPr sz="2400"/>
            </a:pPr>
            <a:r>
              <a:t>求：三角形的面积</a:t>
            </a:r>
          </a:p>
          <a:p>
            <a:pPr>
              <a:defRPr sz="2400"/>
            </a:pPr>
            <a:r>
              <a:t>关键：直角边互为底和高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本节课学习了三角形的面积公式 S = b × h ÷ 2，通过拼合平行四边形推导得出，强调转化思想。学生应能应用公式解决实际问题，并注意常见错误如忘记除以2或单位错误。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掌握三角形面积公式的推导过程</a:t>
            </a:r>
          </a:p>
          <a:p>
            <a:pPr>
              <a:defRPr sz="2400"/>
            </a:pPr>
            <a:r>
              <a:t>• 会应用公式计算三角形面积</a:t>
            </a:r>
          </a:p>
          <a:p>
            <a:pPr>
              <a:defRPr sz="2400"/>
            </a:pPr>
            <a:r>
              <a:t>• 注意单位的使用和易错点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本节课学习了三角形的面积公式 S = b × h ÷ 2，通过拼合平行四边形推导得出，强调转化思想。学生应能应用公式解决实际问题，并注意常见错误如忘记除以2或单位错误。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掌握三角形面积公式的推导过程</a:t>
            </a:r>
          </a:p>
          <a:p>
            <a:pPr>
              <a:defRPr sz="2400"/>
            </a:pPr>
            <a:r>
              <a:t>• 会应用公式计算三角形面积</a:t>
            </a:r>
          </a:p>
          <a:p>
            <a:pPr>
              <a:defRPr sz="2400"/>
            </a:pPr>
            <a:r>
              <a:t>• 注意单位的使用和易错点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