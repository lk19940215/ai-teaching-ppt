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498DB"/>
                </a:solidFill>
              </a:defRPr>
            </a:pPr>
            <a:r>
              <a:t>分数的认识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808080"/>
                </a:solidFill>
              </a:defRPr>
            </a:pPr>
            <a:r>
              <a:t>AI 教学 PPT 生成器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448AFF"/>
                </a:solidFill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/>
            </a:pPr>
            <a:r>
              <a:t>1. 分数的认识</a:t>
            </a:r>
          </a:p>
          <a:p>
            <a:pPr>
              <a:defRPr sz="2200"/>
            </a:pPr>
            <a:r>
              <a:t>3. 什么是分数</a:t>
            </a:r>
          </a:p>
          <a:p>
            <a:pPr>
              <a:defRPr sz="2200"/>
            </a:pPr>
            <a:r>
              <a:t>4. 课堂提问</a:t>
            </a:r>
          </a:p>
          <a:p>
            <a:pPr>
              <a:defRPr sz="2200"/>
            </a:pPr>
            <a:r>
              <a:t>5. 练习题</a:t>
            </a:r>
          </a:p>
          <a:p>
            <a:pPr>
              <a:defRPr sz="2200"/>
            </a:pPr>
            <a:r>
              <a:t>6. 总结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3498DB"/>
                </a:solidFill>
              </a:defRPr>
            </a:pPr>
            <a:r>
              <a:t>什么是分数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/>
            </a:pPr>
            <a:r>
              <a:t>分数表示一个整体被平均分成若干份</a:t>
            </a:r>
          </a:p>
          <a:p>
            <a:pPr>
              <a:defRPr sz="2200"/>
            </a:pPr>
            <a:r>
              <a:t>分数由分子和分母组成</a:t>
            </a:r>
          </a:p>
          <a:p>
            <a:pPr>
              <a:defRPr sz="2200"/>
            </a:pPr>
            <a:r>
              <a:t>分子表示取的份数</a:t>
            </a:r>
          </a:p>
          <a:p>
            <a:pPr>
              <a:defRPr sz="2200"/>
            </a:pPr>
            <a:r>
              <a:t>分母表示总份数</a:t>
            </a:r>
          </a:p>
          <a:p>
            <a:br/>
            <a:pPr>
              <a:defRPr sz="2000">
                <a:solidFill>
                  <a:srgbClr val="008000"/>
                </a:solidFill>
              </a:defRPr>
            </a:pPr>
            <a:r>
              <a:t>💡 互动：请同学们想一想：生活中还有哪些可以用分数表示的事物？</a:t>
            </a:r>
          </a:p>
          <a:p>
            <a:br/>
            <a:pPr>
              <a:defRPr sz="2000">
                <a:solidFill>
                  <a:srgbClr val="800080"/>
                </a:solidFill>
              </a:defRPr>
            </a:pPr>
            <a:r>
              <a:t>📝 记忆口诀：分母在下，分子在上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448AFF"/>
                </a:solidFill>
              </a:defRPr>
            </a:pPr>
            <a:r>
              <a:t>课堂提问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/>
            </a:pPr>
            <a:r>
              <a:t>问题1：把一个蛋糕平均分成4份，每份是几分之几？</a:t>
            </a:r>
          </a:p>
          <a:p>
            <a:pPr>
              <a:defRPr sz="2200"/>
            </a:pPr>
            <a:r>
              <a:t>问题2：分数1/4中，4和1分别代表什么？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448AFF"/>
                </a:solidFill>
              </a:defRPr>
            </a:pPr>
            <a:r>
              <a:t>练习题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/>
            </a:pPr>
            <a:r>
              <a:t>练习1：把一个苹果平均分成3份，每份是几分之几？</a:t>
            </a:r>
          </a:p>
          <a:p>
            <a:pPr>
              <a:defRPr sz="2200"/>
            </a:pPr>
            <a:r>
              <a:t>练习2：在分数2/5中，分子和分母各是多少？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3498DB"/>
                </a:solidFill>
              </a:defRPr>
            </a:pPr>
            <a:r>
              <a:t>总结回顾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 b="1"/>
            </a:pPr>
            <a:r>
              <a:t>本节课我们学习了分数的定义、组成和基本性质</a:t>
            </a:r>
          </a:p>
          <a:p>
            <a:br/>
            <a:pPr>
              <a:defRPr sz="2200" b="1"/>
            </a:pPr>
            <a:r>
              <a:t>重点：</a:t>
            </a:r>
          </a:p>
          <a:p>
            <a:pPr>
              <a:defRPr sz="2200"/>
            </a:pPr>
            <a:r>
              <a:t>• 分数表示整体被平均分成若干份</a:t>
            </a:r>
          </a:p>
          <a:p>
            <a:pPr>
              <a:defRPr sz="2200"/>
            </a:pPr>
            <a:r>
              <a:t>• 分数由分子和分母组成</a:t>
            </a:r>
          </a:p>
          <a:p>
            <a:pPr>
              <a:defRPr sz="2200"/>
            </a:pPr>
            <a:r>
              <a:t>• 分数的基本性质是同时乘除相同数大小不变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