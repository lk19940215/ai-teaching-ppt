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变式练习一：基础应用</a:t>
            </a:r>
          </a:p>
          <a:p>
            <a:pPr>
              <a:defRPr sz="2400"/>
            </a:pPr>
            <a:r>
              <a:t>6. 校园绿化设计师</a:t>
            </a:r>
          </a:p>
          <a:p>
            <a:pPr>
              <a:defRPr sz="2400"/>
            </a:pPr>
            <a:r>
              <a:t>7. 三角形面积公式推导（一）</a:t>
            </a:r>
          </a:p>
          <a:p>
            <a:pPr>
              <a:defRPr sz="2400"/>
            </a:pPr>
            <a:r>
              <a:t>8. 变式练习二：情境应用</a:t>
            </a:r>
          </a:p>
          <a:p>
            <a:pPr>
              <a:defRPr sz="2400"/>
            </a:pPr>
            <a:r>
              <a:t>9. 三角形面积公式推导（二）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例题：计算三角形花坛面积</a:t>
            </a:r>
          </a:p>
          <a:p>
            <a:pPr>
              <a:defRPr sz="2400"/>
            </a:pPr>
            <a:r>
              <a:t>12. 课堂小结</a:t>
            </a:r>
          </a:p>
          <a:p>
            <a:pPr>
              <a:defRPr sz="2400"/>
            </a:pPr>
            <a:r>
              <a:t>13. 课后思考题</a:t>
            </a:r>
          </a:p>
          <a:p>
            <a:pPr>
              <a:defRPr sz="2400"/>
            </a:pPr>
            <a:r>
              <a:t>14. 再见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底：三角形任意一条边都可以作为底</a:t>
            </a:r>
          </a:p>
          <a:p>
            <a:pPr>
              <a:defRPr sz="2400"/>
            </a:pPr>
            <a:r>
              <a:t>高：从底的对角顶点向底边作的垂直线段</a:t>
            </a:r>
          </a:p>
          <a:p>
            <a:pPr>
              <a:defRPr sz="2400"/>
            </a:pPr>
            <a:r>
              <a:t>本质特征：底和高是相互垂直的</a:t>
            </a:r>
          </a:p>
          <a:p>
            <a:pPr>
              <a:defRPr sz="2400"/>
            </a:pPr>
            <a:r>
              <a:t>关键属性：每个三角形都有三组底和高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计算三角形面积时，只算底×高，忘记除以2，如：8×5=40（平方米）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对公式记忆不牢，混淆了三角形和平行四边形面积公式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三角形面积 = 底 × 高 ÷ 2，正确计算：8×5÷2=20（平方米）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背诵公式时强调“÷2”，做题后检查是否除以2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变式练习一：基础应用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改变数字，巩固公式应用</a:t>
            </a:r>
          </a:p>
          <a:p>
            <a:pPr>
              <a:defRPr sz="2400"/>
            </a:pPr>
            <a:r>
              <a:t>注意区分底和高的对应关系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学校计划在操场边建造一个三角形花坛，需要计算所需草皮的面积。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你能想办法计算出这个三角形花坛的面积吗？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视觉建议：展示校园平面图，突出三角形花坛区域，并标注底和高。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回顾：平行四边形的面积 = 底 × 高</a:t>
            </a:r>
          </a:p>
          <a:p>
            <a:pPr>
              <a:defRPr sz="2400"/>
            </a:pPr>
            <a:r>
              <a:t>思考：两个完全一样的三角形能拼成什么图形？</a:t>
            </a:r>
          </a:p>
          <a:p>
            <a:pPr>
              <a:defRPr sz="2400"/>
            </a:pPr>
            <a:r>
              <a:t>动手：用纸片剪出两个完全一样的三角形拼一拼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变式练习二：情境应用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将公式应用于不同生活情境</a:t>
            </a:r>
          </a:p>
          <a:p>
            <a:pPr>
              <a:defRPr sz="2400"/>
            </a:pPr>
            <a:r>
              <a:t>培养解决实际问题的能力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观察：拼成的平行四边形与三角形的关系</a:t>
            </a:r>
          </a:p>
          <a:p>
            <a:pPr>
              <a:defRPr sz="2400"/>
            </a:pPr>
            <a:r>
              <a:t>推理：平行四边形的面积是三角形面积的2倍</a:t>
            </a:r>
          </a:p>
          <a:p>
            <a:pPr>
              <a:defRPr sz="2400"/>
            </a:pPr>
            <a:r>
              <a:t>结论：推导出三角形面积公式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分层练习，巩固所学知识</a:t>
            </a:r>
          </a:p>
          <a:p>
            <a:pPr>
              <a:defRPr sz="2400"/>
            </a:pPr>
            <a:r>
              <a:t>标注难度和认知层级，循序渐进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答案：三角形面积 = 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【★】一个三角形底是12米，高是5米，面积是多少？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12 × 5 ÷ 2 = 30（平方米）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【★★】为什么三角形面积公式中要除以2？请用拼图法解释。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答案：因为两个完全一样的三角形可以拼成一个平行四边形，平行四边形面积是底×高，所以一个三角形面积是它的一半。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【★★】一个三角形面积是18平方厘米，高是6厘米，底是多少厘米？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答案：根据 S = a × h ÷ 2，得 a = 2S ÷ h = 2×18÷6=6（厘米）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【★★★】比较三角形和平行四边形面积公式的异同，并分析原因。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答案：相同点：都涉及底和高；不同点：三角形面积要除以2，因为两个三角形拼成一个平行四边形。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已知：三角形花坛底长8米，高5米</a:t>
            </a:r>
          </a:p>
          <a:p>
            <a:pPr>
              <a:defRPr sz="2400"/>
            </a:pPr>
            <a:r>
              <a:t>求：花坛的面积是多少平方米？</a:t>
            </a:r>
          </a:p>
          <a:p>
            <a:pPr>
              <a:defRPr sz="2400"/>
            </a:pPr>
            <a:r>
              <a:t>步骤：应用公式 S = a × h ÷ 2</a:t>
            </a:r>
          </a:p>
          <a:p>
            <a:pPr>
              <a:defRPr sz="2400"/>
            </a:pPr>
            <a:r>
              <a:t>反思：检查单位和计算过程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本节课从校园绿化情境引入，通过拼图活动推导出三角形面积公式 S = a × h ÷ 2，并讲解了例题和变式练习。重点在于理解公式来源、正确应用公式，并注意常见错误。数学思想包括数形结合和转化思想。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理解三角形的底和高的定义及对应关系</a:t>
            </a:r>
          </a:p>
          <a:p>
            <a:pPr>
              <a:defRPr sz="2400"/>
            </a:pPr>
            <a:r>
              <a:t>• 掌握三角形面积公式的推导过程</a:t>
            </a:r>
          </a:p>
          <a:p>
            <a:pPr>
              <a:defRPr sz="2400"/>
            </a:pPr>
            <a:r>
              <a:t>• 能正确应用公式计算三角形面积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课后思考题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拓展思维，联系实际</a:t>
            </a:r>
          </a:p>
          <a:p>
            <a:pPr>
              <a:defRPr sz="2400"/>
            </a:pPr>
            <a:r>
              <a:t>鼓励探究和创新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【★★★】如果只知道三角形三条边的长度，你能想办法估算它的面积吗？试试看！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答案：可以用海伦公式或分割成直角三角形估算，但小学阶段鼓励尝试画图、测量。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【★★】在生活中找一找三角形的例子，并估算它们的面积。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答案：例如：红领巾、屋顶面、三明治等，先测量底和高，再计算。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本节课从校园绿化情境引入，通过拼图活动推导出三角形面积公式 S = a × h ÷ 2，并讲解了例题和变式练习。重点在于理解公式来源、正确应用公式，并注意常见错误。数学思想包括数形结合和转化思想。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理解三角形的底和高的定义及对应关系</a:t>
            </a:r>
          </a:p>
          <a:p>
            <a:pPr>
              <a:defRPr sz="2400"/>
            </a:pPr>
            <a:r>
              <a:t>• 掌握三角形面积公式的推导过程</a:t>
            </a:r>
          </a:p>
          <a:p>
            <a:pPr>
              <a:defRPr sz="2400"/>
            </a:pPr>
            <a:r>
              <a:t>• 能正确应用公式计算三角形面积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