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探索长方体与正方体的表面积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探索长方体与正方体的表面积</a:t>
            </a:r>
          </a:p>
          <a:p>
            <a:pPr>
              <a:defRPr sz="2400"/>
            </a:pPr>
            <a:r>
              <a:t>3. 什么是表面积？</a:t>
            </a:r>
          </a:p>
          <a:p>
            <a:pPr>
              <a:defRPr sz="2400"/>
            </a:pPr>
            <a:r>
              <a:t>4. 避开这些“坑”</a:t>
            </a:r>
          </a:p>
          <a:p>
            <a:pPr>
              <a:defRPr sz="2400"/>
            </a:pPr>
            <a:r>
              <a:t>5. 变式挑战</a:t>
            </a:r>
          </a:p>
          <a:p>
            <a:pPr>
              <a:defRPr sz="2400"/>
            </a:pPr>
            <a:r>
              <a:t>6. 包装盒的秘密</a:t>
            </a:r>
          </a:p>
          <a:p>
            <a:pPr>
              <a:defRPr sz="2400"/>
            </a:pPr>
            <a:r>
              <a:t>7. 长方体表面积公式推导（上）</a:t>
            </a:r>
          </a:p>
          <a:p>
            <a:pPr>
              <a:defRPr sz="2400"/>
            </a:pPr>
            <a:r>
              <a:t>8. 练一练，我更棒</a:t>
            </a:r>
          </a:p>
          <a:p>
            <a:pPr>
              <a:defRPr sz="2400"/>
            </a:pPr>
            <a:r>
              <a:t>9. 长方体表面积公式推导（下）</a:t>
            </a:r>
          </a:p>
          <a:p>
            <a:pPr>
              <a:defRPr sz="2400"/>
            </a:pPr>
            <a:r>
              <a:t>10. 学以致用：包装一个长方体盒</a:t>
            </a:r>
          </a:p>
          <a:p>
            <a:pPr>
              <a:defRPr sz="2400"/>
            </a:pPr>
            <a:r>
              <a:t>11. 收获与思考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什么是表面积？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从具体物体抽象出数学概念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避开这些“坑”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计算一个长3cm、宽2cm、高1cm的长方体表面积时，写成：3×2×1×6 = 36(cm²)。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错误地将计算体积的公式（长×宽×高）用于表面积，并且错误地乘以6（但乘以6也不是体积公式）。根本原因是对表面积和体积的概念区分不清。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表面积是面积之和，应用公式 S = (ab + ah + bh) × 2。正确计算：(3×2 + 3×1 + 2×1)×2 = (6+3+2)×2 = 11×2 = 22(cm²)。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做题前先想清楚：问题是求“面”的大小（面积），还是求“空间”的大小（体积）？牢记各自的公式和单位。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难度递进，巩固提升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包装盒的秘密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学校艺术节，同学们制作了许多精美的工艺品，需要为它们制作包装盒。小明想为他做的正方体小木盒贴上漂亮的包装纸。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至少需要多大面积的包装纸，才能把这个小木盒的六个面都贴满呢？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视觉建议：展示一个正方体小木盒的图片，旁边放着一张包装纸。可以动画演示将包装纸展开并包裹盒子的过程。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长方体表面积公式推导（上）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第一步：观察与发现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练一练，我更棒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分层练习，巩固新知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【★】一个长方体的长是10厘米，宽是6厘米，高是4厘米。这个长方体的表面积是（ ）平方厘米。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答案：248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【★★】判断：棱长为6厘米的正方体，它的表面积和体积相等。（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【★★★】把一个棱长4分米的正方体木块切成两个完全一样的长方体。表面积增加了多少平方分米？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答案：32平方分米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长方体表面积公式推导（下）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第二步：计算与归纳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学以致用：包装一个长方体盒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四步法精讲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本节课我们从包装盒的生活情境出发，认识了长方体（正方体）的表面积。通过观察、发现、推导，得出了长方体表面积公式 S=(ab+ah+bh)×2 和正方体表面积公式 S=6a²。我们学会了用这些公式解决实际问题，并注意区分表面积与体积，以及根据实际情况灵活计算。数学源于生活，又服务于生活。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理解表面积的意义：长方体或正方体6个面的总面积。</a:t>
            </a:r>
          </a:p>
          <a:p>
            <a:pPr>
              <a:defRPr sz="2400"/>
            </a:pPr>
            <a:r>
              <a:t>• 掌握长方体表面积的计算公式及其推导过程。</a:t>
            </a:r>
          </a:p>
          <a:p>
            <a:pPr>
              <a:defRPr sz="2400"/>
            </a:pPr>
            <a:r>
              <a:t>• 掌握正方体表面积的计算公式（长方体公式的特例）。</a:t>
            </a:r>
          </a:p>
          <a:p>
            <a:pPr>
              <a:defRPr sz="2400"/>
            </a:pPr>
            <a:r>
              <a:t>• 能灵活运用公式解决实际问题，如计算粉刷面积、包装用纸等，并注意根据实际情况判断需要计算几个面。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