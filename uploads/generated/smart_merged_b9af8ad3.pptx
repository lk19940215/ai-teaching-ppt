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nchor="ctr">
            <a:spAutoFit/>
          </a:bodyPr>
          <a:lstStyle/>
          <a:p>
            <a:pPr algn="ctr">
              <a:defRPr sz="4000" b="1">
                <a:solidFill>
                  <a:srgbClr val="2196F3"/>
                </a:solidFill>
              </a:defRPr>
            </a:pPr>
            <a:r>
              <a:t>智能合并课件</a:t>
            </a:r>
          </a:p>
        </p:txBody>
      </p:sp>
      <p:sp>
        <p:nvSpPr>
          <p:cNvPr id="3" name="TextBox 2"/>
          <p:cNvSpPr txBox="1"/>
          <p:nvPr/>
        </p:nvSpPr>
        <p:spPr>
          <a:xfrm>
            <a:off x="1828800" y="3657600"/>
            <a:ext cx="5486400" cy="914400"/>
          </a:xfrm>
          <a:prstGeom prst="rect">
            <a:avLst/>
          </a:prstGeom>
          <a:noFill/>
        </p:spPr>
        <p:txBody>
          <a:bodyPr wrap="square" anchor="ctr">
            <a:spAutoFit/>
          </a:bodyPr>
          <a:lstStyle/>
          <a:p>
            <a:pPr algn="ctr">
              <a:defRPr sz="3000">
                <a:solidFill>
                  <a:srgbClr val="808080"/>
                </a:solidFill>
              </a:defRPr>
            </a:pPr>
            <a:r>
              <a:t>AI 教学 PPT 生成器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合并两个封面页。使用 PPT A 的封面（2022 October）作为主封面,因为它时间更近。将 </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r>
              <a:t>2022 October.</a:t>
            </a: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p>
        </p:txBody>
      </p:sp>
      <p:sp>
        <p:nvSpPr>
          <p:cNvPr id="8" name="TextBox 7"/>
          <p:cNvSpPr txBox="1"/>
          <p:nvPr/>
        </p:nvSpPr>
        <p:spPr>
          <a:xfrm>
            <a:off x="457200" y="7406640"/>
            <a:ext cx="7772400" cy="1371600"/>
          </a:xfrm>
          <a:prstGeom prst="rect">
            <a:avLst/>
          </a:prstGeom>
          <a:noFill/>
        </p:spPr>
        <p:txBody>
          <a:bodyPr wrap="none">
            <a:spAutoFit/>
          </a:bodyPr>
          <a:lstStyle/>
          <a:p>
            <a:pPr>
              <a:defRPr sz="1400"/>
            </a:pPr>
            <a:r>
              <a:t>AKULAKU</a:t>
            </a:r>
            <a:br/>
            <a:br/>
            <a:r>
              <a:t>专业职级评定答辩报告</a:t>
            </a:r>
          </a:p>
        </p:txBody>
      </p:sp>
      <p:sp>
        <p:nvSpPr>
          <p:cNvPr id="9" name="TextBox 8"/>
          <p:cNvSpPr txBox="1"/>
          <p:nvPr/>
        </p:nvSpPr>
        <p:spPr>
          <a:xfrm>
            <a:off x="457200" y="8961120"/>
            <a:ext cx="7772400" cy="1371600"/>
          </a:xfrm>
          <a:prstGeom prst="rect">
            <a:avLst/>
          </a:prstGeom>
          <a:noFill/>
        </p:spPr>
        <p:txBody>
          <a:bodyPr wrap="none">
            <a:spAutoFit/>
          </a:bodyPr>
          <a:lstStyle/>
          <a:p>
            <a:pPr>
              <a:defRPr sz="1400"/>
            </a:pPr>
            <a:r>
              <a:t>一级部门：111</a:t>
            </a:r>
          </a:p>
          <a:p>
            <a:pPr>
              <a:defRPr sz="1400"/>
            </a:pPr>
            <a:r>
              <a:t>答辩人：111</a:t>
            </a:r>
          </a:p>
        </p:txBody>
      </p:sp>
      <p:sp>
        <p:nvSpPr>
          <p:cNvPr id="10" name="TextBox 9"/>
          <p:cNvSpPr txBox="1"/>
          <p:nvPr/>
        </p:nvSpPr>
        <p:spPr>
          <a:xfrm>
            <a:off x="457200" y="10515600"/>
            <a:ext cx="7772400" cy="1371600"/>
          </a:xfrm>
          <a:prstGeom prst="rect">
            <a:avLst/>
          </a:prstGeom>
          <a:noFill/>
        </p:spPr>
        <p:txBody>
          <a:bodyPr wrap="none">
            <a:spAutoFit/>
          </a:bodyPr>
          <a:lstStyle/>
          <a:p>
            <a:pPr>
              <a:defRPr sz="1400"/>
            </a:pPr>
          </a:p>
        </p:txBody>
      </p:sp>
      <p:sp>
        <p:nvSpPr>
          <p:cNvPr id="11" name="TextBox 10"/>
          <p:cNvSpPr txBox="1"/>
          <p:nvPr/>
        </p:nvSpPr>
        <p:spPr>
          <a:xfrm>
            <a:off x="457200" y="12070080"/>
            <a:ext cx="7772400" cy="1371600"/>
          </a:xfrm>
          <a:prstGeom prst="rect">
            <a:avLst/>
          </a:prstGeom>
          <a:noFill/>
        </p:spPr>
        <p:txBody>
          <a:bodyPr wrap="none">
            <a:spAutoFit/>
          </a:bodyPr>
          <a:lstStyle/>
          <a:p>
            <a:pPr>
              <a:defRPr sz="1400"/>
            </a:pPr>
          </a:p>
        </p:txBody>
      </p:sp>
      <p:sp>
        <p:nvSpPr>
          <p:cNvPr id="12" name="TextBox 11"/>
          <p:cNvSpPr txBox="1"/>
          <p:nvPr/>
        </p:nvSpPr>
        <p:spPr>
          <a:xfrm>
            <a:off x="457200" y="13624560"/>
            <a:ext cx="7772400" cy="1371600"/>
          </a:xfrm>
          <a:prstGeom prst="rect">
            <a:avLst/>
          </a:prstGeom>
          <a:noFill/>
        </p:spPr>
        <p:txBody>
          <a:bodyPr wrap="none">
            <a:spAutoFit/>
          </a:bodyPr>
          <a:lstStyle/>
          <a:p>
            <a:pPr>
              <a:defRPr sz="1400"/>
            </a:pPr>
            <a:r>
              <a:t>2022 March.</a:t>
            </a:r>
          </a:p>
        </p:txBody>
      </p:sp>
      <p:sp>
        <p:nvSpPr>
          <p:cNvPr id="13" name="TextBox 12"/>
          <p:cNvSpPr txBox="1"/>
          <p:nvPr/>
        </p:nvSpPr>
        <p:spPr>
          <a:xfrm>
            <a:off x="457200" y="15179040"/>
            <a:ext cx="7772400" cy="1371600"/>
          </a:xfrm>
          <a:prstGeom prst="rect">
            <a:avLst/>
          </a:prstGeom>
          <a:noFill/>
        </p:spPr>
        <p:txBody>
          <a:bodyPr wrap="none">
            <a:spAutoFit/>
          </a:bodyPr>
          <a:lstStyle/>
          <a:p>
            <a:pPr>
              <a:defRPr sz="1400"/>
            </a:pPr>
          </a:p>
        </p:txBody>
      </p:sp>
      <p:sp>
        <p:nvSpPr>
          <p:cNvPr id="14" name="TextBox 13"/>
          <p:cNvSpPr txBox="1"/>
          <p:nvPr/>
        </p:nvSpPr>
        <p:spPr>
          <a:xfrm>
            <a:off x="457200" y="16733520"/>
            <a:ext cx="7772400" cy="1371600"/>
          </a:xfrm>
          <a:prstGeom prst="rect">
            <a:avLst/>
          </a:prstGeom>
          <a:noFill/>
        </p:spPr>
        <p:txBody>
          <a:bodyPr wrap="none">
            <a:spAutoFit/>
          </a:bodyPr>
          <a:lstStyle/>
          <a:p>
            <a:pPr>
              <a:defRPr sz="1400"/>
            </a:pPr>
            <a:r>
              <a:t>AKULAKU</a:t>
            </a:r>
            <a:br/>
            <a:br/>
            <a:r>
              <a:t>专业职级评定答辩报告</a:t>
            </a:r>
          </a:p>
        </p:txBody>
      </p:sp>
      <p:sp>
        <p:nvSpPr>
          <p:cNvPr id="15" name="TextBox 14"/>
          <p:cNvSpPr txBox="1"/>
          <p:nvPr/>
        </p:nvSpPr>
        <p:spPr>
          <a:xfrm>
            <a:off x="457200" y="18288000"/>
            <a:ext cx="7772400" cy="1371600"/>
          </a:xfrm>
          <a:prstGeom prst="rect">
            <a:avLst/>
          </a:prstGeom>
          <a:noFill/>
        </p:spPr>
        <p:txBody>
          <a:bodyPr wrap="none">
            <a:spAutoFit/>
          </a:bodyPr>
          <a:lstStyle/>
          <a:p>
            <a:pPr>
              <a:defRPr sz="1400"/>
            </a:pPr>
          </a:p>
          <a:p>
            <a:pPr>
              <a:defRPr sz="1400"/>
            </a:pPr>
            <a:r>
              <a:t>一级部门：XXX</a:t>
            </a:r>
          </a:p>
          <a:p>
            <a:pPr>
              <a:defRPr sz="1400"/>
            </a:pPr>
            <a:r>
              <a:t>答辩人：XXX（花名）</a:t>
            </a:r>
          </a:p>
          <a:p>
            <a:pPr>
              <a:defRPr sz="1400"/>
            </a:pPr>
          </a:p>
          <a:p>
            <a:pPr>
              <a:defRPr sz="1400"/>
            </a:pPr>
          </a:p>
          <a:p>
            <a:pPr>
              <a:defRPr sz="1400"/>
            </a:pPr>
          </a:p>
        </p:txBody>
      </p:sp>
      <p:sp>
        <p:nvSpPr>
          <p:cNvPr id="16" name="TextBox 15"/>
          <p:cNvSpPr txBox="1"/>
          <p:nvPr/>
        </p:nvSpPr>
        <p:spPr>
          <a:xfrm>
            <a:off x="457200" y="19842480"/>
            <a:ext cx="7772400" cy="1371600"/>
          </a:xfrm>
          <a:prstGeom prst="rect">
            <a:avLst/>
          </a:prstGeom>
          <a:noFill/>
        </p:spPr>
        <p:txBody>
          <a:bodyPr wrap="none">
            <a:spAutoFit/>
          </a:bodyPr>
          <a:lstStyle/>
          <a:p>
            <a:pPr>
              <a:defRPr sz="1400"/>
            </a:pPr>
            <a:r>
              <a:t>此模板仅供参考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合并个人经历概述。以 PPT B 第3页的详细 Note 内容（包含介绍要点和分析总结要求）为框架,</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r>
              <a:t>个人经历概述</a:t>
            </a: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r>
              <a:t>个人经历概述</a:t>
            </a: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r>
              <a:t>Note：</a:t>
            </a:r>
          </a:p>
          <a:p>
            <a:pPr>
              <a:defRPr sz="1400"/>
            </a:pPr>
            <a:r>
              <a:t>1、请简要介绍个人信息（目前所在部门及小组、岗位、工作职责概要）和工作简历，包括非aku工作经历。</a:t>
            </a:r>
          </a:p>
          <a:p>
            <a:pPr>
              <a:defRPr sz="1400"/>
            </a:pPr>
            <a:r>
              <a:t>2、分析与总结：选择各项成果中最具有成就的一个事件或一个项目进行剖析及总结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合并主要工作成果。以 PPT B 第5页的 Note 内容（包含成果介绍要点和重点项目的剖析框架）为</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r>
              <a:t>主要工作成果</a:t>
            </a: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r>
              <a:t>主要工作成果</a:t>
            </a: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r>
              <a:t>主要工作成果</a:t>
            </a:r>
          </a:p>
        </p:txBody>
      </p:sp>
      <p:sp>
        <p:nvSpPr>
          <p:cNvPr id="8" name="TextBox 7"/>
          <p:cNvSpPr txBox="1"/>
          <p:nvPr/>
        </p:nvSpPr>
        <p:spPr>
          <a:xfrm>
            <a:off x="457200" y="7406640"/>
            <a:ext cx="7772400" cy="1371600"/>
          </a:xfrm>
          <a:prstGeom prst="rect">
            <a:avLst/>
          </a:prstGeom>
          <a:noFill/>
        </p:spPr>
        <p:txBody>
          <a:bodyPr wrap="none">
            <a:spAutoFit/>
          </a:bodyPr>
          <a:lstStyle/>
          <a:p>
            <a:pPr>
              <a:defRPr sz="1400"/>
            </a:pPr>
            <a:r>
              <a:t>Note：</a:t>
            </a:r>
          </a:p>
          <a:p>
            <a:pPr>
              <a:defRPr sz="1400"/>
            </a:pPr>
            <a:r>
              <a:t>1、请简要介绍过往1-2年在AL负责的主要项目及工作成果</a:t>
            </a:r>
          </a:p>
          <a:p>
            <a:pPr>
              <a:defRPr sz="1400"/>
            </a:pPr>
            <a:r>
              <a:t>2、重点谈一个你认为最成功或最能体现个人专业能力的项目或成果是什么、承担的角色是什么：   </a:t>
            </a:r>
          </a:p>
          <a:p>
            <a:pPr>
              <a:defRPr sz="1400"/>
            </a:pPr>
            <a:r>
              <a:t>对部门/公司有什么价值，如：业务突破、技术进步、管理提升等</a:t>
            </a:r>
          </a:p>
          <a:p>
            <a:pPr>
              <a:defRPr sz="1400"/>
            </a:pPr>
            <a:r>
              <a:t>过程中的挑战和难度在哪里，你如何克服的</a:t>
            </a:r>
          </a:p>
          <a:p>
            <a:pPr>
              <a:defRPr sz="1400"/>
            </a:pPr>
            <a:r>
              <a:t>过程中你做过哪些重要的决策或抉择</a:t>
            </a:r>
          </a:p>
          <a:p>
            <a:pPr>
              <a:defRPr sz="1400"/>
            </a:pPr>
            <a:r>
              <a:t>有哪些方法论/工具的应用或突破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合并专业影响和贡献。以 PPT B 第6页的 Note 内容（包含方法论、课程、流程优化、人才培养等</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r>
              <a:t>专业影响和贡献</a:t>
            </a:r>
          </a:p>
          <a:p>
            <a:pPr>
              <a:defRPr sz="1400"/>
            </a:pPr>
          </a:p>
          <a:p>
            <a:pPr>
              <a:defRPr sz="1400"/>
            </a:pP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r>
              <a:t>专业影响和贡献</a:t>
            </a:r>
          </a:p>
          <a:p>
            <a:pPr>
              <a:defRPr sz="1400"/>
            </a:pPr>
          </a:p>
          <a:p>
            <a:pPr>
              <a:defRPr sz="1400"/>
            </a:pP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r>
              <a:t>Note：</a:t>
            </a:r>
          </a:p>
          <a:p>
            <a:pPr>
              <a:defRPr sz="1400"/>
            </a:pPr>
            <a:r>
              <a:t>在公司级或部门内专业能力方面的影响和贡献，可包括：方法论积累和传承、专业课程开发或讲授、流程/方法/工具的优化、人才培养（如：导师带新人）等</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合并专业领域特长和不足。以 PPT B 第7页的 Note 内容（包含专长应用和不足对照标准）为框架</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r>
              <a:t>专业领域特长和不足</a:t>
            </a:r>
          </a:p>
          <a:p>
            <a:pPr>
              <a:defRPr sz="1400"/>
            </a:pP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r>
              <a:t>专业领域特长和不足</a:t>
            </a:r>
          </a:p>
          <a:p>
            <a:pPr>
              <a:defRPr sz="1400"/>
            </a:pP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r>
              <a:t>Note：</a:t>
            </a:r>
          </a:p>
          <a:p>
            <a:pPr>
              <a:defRPr sz="1400"/>
            </a:pPr>
            <a:r>
              <a:t>对照相应岗位任职资格标准：</a:t>
            </a:r>
          </a:p>
          <a:p>
            <a:pPr>
              <a:defRPr sz="1400"/>
            </a:pPr>
            <a:r>
              <a:t>1、介绍个人在技术/业务领域的最突出的几项专长，及过往在工作中应用和发挥</a:t>
            </a:r>
          </a:p>
          <a:p>
            <a:pPr>
              <a:defRPr sz="1400"/>
            </a:pPr>
            <a:r>
              <a:t>2、距离目标职级的能力标准还有哪些方面不足</a:t>
            </a:r>
          </a:p>
          <a:p>
            <a:pPr>
              <a:defRPr sz="1400"/>
            </a:pPr>
          </a:p>
          <a:p>
            <a:pPr>
              <a:defRPr sz="1400"/>
            </a:pPr>
            <a:r>
              <a:t>（具体能力标准，请登录OA系统-人力制度-各通道岗位任职资格标准）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合并答辩环节/Q&amp;A session 页。保留 PPT A 第21页的样式和“05...”等标识,整</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r>
              <a:t>答辩环节</a:t>
            </a:r>
          </a:p>
          <a:p>
            <a:pPr>
              <a:defRPr sz="1400"/>
            </a:pPr>
          </a:p>
          <a:p>
            <a:pPr>
              <a:defRPr sz="1400"/>
            </a:pPr>
            <a:r>
              <a:t>Q&amp;A session</a:t>
            </a:r>
          </a:p>
          <a:p>
            <a:pPr>
              <a:defRPr sz="1400"/>
            </a:pP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r>
              <a:t>05</a:t>
            </a:r>
          </a:p>
        </p:txBody>
      </p:sp>
      <p:sp>
        <p:nvSpPr>
          <p:cNvPr id="8" name="TextBox 7"/>
          <p:cNvSpPr txBox="1"/>
          <p:nvPr/>
        </p:nvSpPr>
        <p:spPr>
          <a:xfrm>
            <a:off x="457200" y="7406640"/>
            <a:ext cx="7772400" cy="1371600"/>
          </a:xfrm>
          <a:prstGeom prst="rect">
            <a:avLst/>
          </a:prstGeom>
          <a:noFill/>
        </p:spPr>
        <p:txBody>
          <a:bodyPr wrap="none">
            <a:spAutoFit/>
          </a:bodyPr>
          <a:lstStyle/>
          <a:p>
            <a:pPr>
              <a:defRPr sz="1400"/>
            </a:pPr>
          </a:p>
        </p:txBody>
      </p:sp>
      <p:sp>
        <p:nvSpPr>
          <p:cNvPr id="9" name="TextBox 8"/>
          <p:cNvSpPr txBox="1"/>
          <p:nvPr/>
        </p:nvSpPr>
        <p:spPr>
          <a:xfrm>
            <a:off x="457200" y="8961120"/>
            <a:ext cx="7772400" cy="1371600"/>
          </a:xfrm>
          <a:prstGeom prst="rect">
            <a:avLst/>
          </a:prstGeom>
          <a:noFill/>
        </p:spPr>
        <p:txBody>
          <a:bodyPr wrap="none">
            <a:spAutoFit/>
          </a:bodyPr>
          <a:lstStyle/>
          <a:p>
            <a:pPr>
              <a:defRPr sz="1400"/>
            </a:pPr>
            <a:r>
              <a:t>答辩环节</a:t>
            </a:r>
          </a:p>
          <a:p>
            <a:pPr>
              <a:defRPr sz="1400"/>
            </a:pPr>
          </a:p>
          <a:p>
            <a:pPr>
              <a:defRPr sz="1400"/>
            </a:pPr>
            <a:r>
              <a:t>Q&amp;A session</a:t>
            </a:r>
          </a:p>
          <a:p>
            <a:pPr>
              <a:defRPr sz="1400"/>
            </a:pPr>
          </a:p>
        </p:txBody>
      </p:sp>
      <p:sp>
        <p:nvSpPr>
          <p:cNvPr id="10" name="TextBox 9"/>
          <p:cNvSpPr txBox="1"/>
          <p:nvPr/>
        </p:nvSpPr>
        <p:spPr>
          <a:xfrm>
            <a:off x="457200" y="10515600"/>
            <a:ext cx="7772400" cy="1371600"/>
          </a:xfrm>
          <a:prstGeom prst="rect">
            <a:avLst/>
          </a:prstGeom>
          <a:noFill/>
        </p:spPr>
        <p:txBody>
          <a:bodyPr wrap="none">
            <a:spAutoFit/>
          </a:bodyPr>
          <a:lstStyle/>
          <a:p>
            <a:pPr>
              <a:defRPr sz="1400"/>
            </a:pPr>
          </a:p>
        </p:txBody>
      </p:sp>
      <p:sp>
        <p:nvSpPr>
          <p:cNvPr id="11" name="TextBox 10"/>
          <p:cNvSpPr txBox="1"/>
          <p:nvPr/>
        </p:nvSpPr>
        <p:spPr>
          <a:xfrm>
            <a:off x="457200" y="12070080"/>
            <a:ext cx="7772400" cy="1371600"/>
          </a:xfrm>
          <a:prstGeom prst="rect">
            <a:avLst/>
          </a:prstGeom>
          <a:noFill/>
        </p:spPr>
        <p:txBody>
          <a:bodyPr wrap="none">
            <a:spAutoFit/>
          </a:bodyPr>
          <a:lstStyle/>
          <a:p>
            <a:pPr>
              <a:defRPr sz="1400"/>
            </a:pPr>
          </a:p>
        </p:txBody>
      </p:sp>
      <p:sp>
        <p:nvSpPr>
          <p:cNvPr id="12" name="TextBox 11"/>
          <p:cNvSpPr txBox="1"/>
          <p:nvPr/>
        </p:nvSpPr>
        <p:spPr>
          <a:xfrm>
            <a:off x="457200" y="13624560"/>
            <a:ext cx="7772400" cy="1371600"/>
          </a:xfrm>
          <a:prstGeom prst="rect">
            <a:avLst/>
          </a:prstGeom>
          <a:noFill/>
        </p:spPr>
        <p:txBody>
          <a:bodyPr wrap="none">
            <a:spAutoFit/>
          </a:bodyPr>
          <a:lstStyle/>
          <a:p>
            <a:pPr>
              <a:defRPr sz="1400"/>
            </a:pPr>
            <a:r>
              <a:t>05</a:t>
            </a:r>
          </a:p>
        </p:txBody>
      </p:sp>
      <p:sp>
        <p:nvSpPr>
          <p:cNvPr id="13" name="TextBox 12"/>
          <p:cNvSpPr txBox="1"/>
          <p:nvPr/>
        </p:nvSpPr>
        <p:spPr>
          <a:xfrm>
            <a:off x="457200" y="15179040"/>
            <a:ext cx="7772400" cy="1371600"/>
          </a:xfrm>
          <a:prstGeom prst="rect">
            <a:avLst/>
          </a:prstGeom>
          <a:noFill/>
        </p:spPr>
        <p:txBody>
          <a:bodyPr wrap="none">
            <a:spAutoFit/>
          </a:bodyPr>
          <a:lstStyle/>
          <a:p>
            <a:pPr>
              <a:defRPr sz="1400"/>
            </a:pPr>
            <a:r>
              <a:t>Note：</a:t>
            </a:r>
          </a:p>
          <a:p>
            <a:pPr>
              <a:defRPr sz="1400"/>
            </a:pPr>
            <a:r>
              <a:t>由评委团针对答辩人的报告内容进行提问</a:t>
            </a:r>
          </a:p>
          <a:p>
            <a:pPr>
              <a:defRPr sz="1400"/>
            </a:pPr>
            <a:r>
              <a:t>时长不超过15分钟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800" b="1">
                <a:solidFill>
                  <a:srgbClr val="2196F3"/>
                </a:solidFill>
              </a:defRPr>
            </a:pPr>
            <a:r>
              <a:t>合并致谢页。选择 PPT A 第22页“THANK YOU ~”的样式,整合两个页面的内容,作为结束</a:t>
            </a:r>
          </a:p>
        </p:txBody>
      </p:sp>
      <p:sp>
        <p:nvSpPr>
          <p:cNvPr id="3" name="Rectangle 2"/>
          <p:cNvSpPr/>
          <p:nvPr/>
        </p:nvSpPr>
        <p:spPr>
          <a:xfrm>
            <a:off x="457200" y="1005840"/>
            <a:ext cx="8229600" cy="18288"/>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7772400" cy="1371600"/>
          </a:xfrm>
          <a:prstGeom prst="rect">
            <a:avLst/>
          </a:prstGeom>
          <a:noFill/>
        </p:spPr>
        <p:txBody>
          <a:bodyPr wrap="none">
            <a:spAutoFit/>
          </a:bodyPr>
          <a:lstStyle/>
          <a:p>
            <a:pPr>
              <a:defRPr sz="1400"/>
            </a:pPr>
          </a:p>
        </p:txBody>
      </p:sp>
      <p:sp>
        <p:nvSpPr>
          <p:cNvPr id="5" name="TextBox 4"/>
          <p:cNvSpPr txBox="1"/>
          <p:nvPr/>
        </p:nvSpPr>
        <p:spPr>
          <a:xfrm>
            <a:off x="457200" y="2743200"/>
            <a:ext cx="7772400" cy="1371600"/>
          </a:xfrm>
          <a:prstGeom prst="rect">
            <a:avLst/>
          </a:prstGeom>
          <a:noFill/>
        </p:spPr>
        <p:txBody>
          <a:bodyPr wrap="none">
            <a:spAutoFit/>
          </a:bodyPr>
          <a:lstStyle/>
          <a:p>
            <a:pPr>
              <a:defRPr sz="1400"/>
            </a:pPr>
            <a:r>
              <a:t>THANK YOU ~</a:t>
            </a:r>
          </a:p>
        </p:txBody>
      </p:sp>
      <p:sp>
        <p:nvSpPr>
          <p:cNvPr id="6" name="TextBox 5"/>
          <p:cNvSpPr txBox="1"/>
          <p:nvPr/>
        </p:nvSpPr>
        <p:spPr>
          <a:xfrm>
            <a:off x="457200" y="4297680"/>
            <a:ext cx="7772400" cy="1371600"/>
          </a:xfrm>
          <a:prstGeom prst="rect">
            <a:avLst/>
          </a:prstGeom>
          <a:noFill/>
        </p:spPr>
        <p:txBody>
          <a:bodyPr wrap="none">
            <a:spAutoFit/>
          </a:bodyPr>
          <a:lstStyle/>
          <a:p>
            <a:pPr>
              <a:defRPr sz="1400"/>
            </a:pPr>
          </a:p>
        </p:txBody>
      </p:sp>
      <p:sp>
        <p:nvSpPr>
          <p:cNvPr id="7" name="TextBox 6"/>
          <p:cNvSpPr txBox="1"/>
          <p:nvPr/>
        </p:nvSpPr>
        <p:spPr>
          <a:xfrm>
            <a:off x="457200" y="5852160"/>
            <a:ext cx="7772400" cy="1371600"/>
          </a:xfrm>
          <a:prstGeom prst="rect">
            <a:avLst/>
          </a:prstGeom>
          <a:noFill/>
        </p:spPr>
        <p:txBody>
          <a:bodyPr wrap="none">
            <a:spAutoFit/>
          </a:bodyPr>
          <a:lstStyle/>
          <a:p>
            <a:pPr>
              <a:defRPr sz="1400"/>
            </a:pPr>
          </a:p>
        </p:txBody>
      </p:sp>
      <p:sp>
        <p:nvSpPr>
          <p:cNvPr id="8" name="TextBox 7"/>
          <p:cNvSpPr txBox="1"/>
          <p:nvPr/>
        </p:nvSpPr>
        <p:spPr>
          <a:xfrm>
            <a:off x="457200" y="7406640"/>
            <a:ext cx="7772400" cy="1371600"/>
          </a:xfrm>
          <a:prstGeom prst="rect">
            <a:avLst/>
          </a:prstGeom>
          <a:noFill/>
        </p:spPr>
        <p:txBody>
          <a:bodyPr wrap="none">
            <a:spAutoFit/>
          </a:bodyPr>
          <a:lstStyle/>
          <a:p>
            <a:pPr>
              <a:defRPr sz="1400"/>
            </a:pPr>
            <a: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