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认识三角形的底和高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变式练习（一）</a:t>
            </a:r>
          </a:p>
          <a:p>
            <a:pPr>
              <a:defRPr sz="2400"/>
            </a:pPr>
            <a:r>
              <a:t>6. 校园里的三角形</a:t>
            </a:r>
          </a:p>
          <a:p>
            <a:pPr>
              <a:defRPr sz="2400"/>
            </a:pPr>
            <a:r>
              <a:t>7. 三角形面积公式的推导（一）</a:t>
            </a:r>
          </a:p>
          <a:p>
            <a:pPr>
              <a:defRPr sz="2400"/>
            </a:pPr>
            <a:r>
              <a:t>8. 变式练习（二）</a:t>
            </a:r>
          </a:p>
          <a:p>
            <a:pPr>
              <a:defRPr sz="2400"/>
            </a:pPr>
            <a:r>
              <a:t>9. 三角形面积公式的推导（二）</a:t>
            </a:r>
          </a:p>
          <a:p>
            <a:pPr>
              <a:defRPr sz="2400"/>
            </a:pPr>
            <a:r>
              <a:t>10. 变式练习（三）</a:t>
            </a:r>
          </a:p>
          <a:p>
            <a:pPr>
              <a:defRPr sz="2400"/>
            </a:pPr>
            <a:r>
              <a:t>11. 例题精讲</a:t>
            </a:r>
          </a:p>
          <a:p>
            <a:pPr>
              <a:defRPr sz="2400"/>
            </a:pPr>
            <a:r>
              <a:t>12. 课堂练习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三角形的底：任意一条边都可以作为底</a:t>
            </a:r>
          </a:p>
          <a:p>
            <a:pPr>
              <a:defRPr sz="2400"/>
            </a:pPr>
            <a:r>
              <a:t>三角形的高：从底边所对的顶点向底边作的垂直线段</a:t>
            </a:r>
          </a:p>
          <a:p>
            <a:pPr>
              <a:defRPr sz="2400"/>
            </a:pPr>
            <a:r>
              <a:t>底和高必须是对应的关系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计算三角形面积时，用斜边作为高。例如：底 6cm，斜边 5cm，错误计算：6×5÷2=15cm²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没有理解“高”必须是垂直于底的线段，误将斜边当作高。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必须找到底边上对应的高。如果已知斜边，需要利用其他条件（如勾股定理，五年级可能未学，可提示高小于斜边）先求出高，或题目应直接给出高。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做题时先明确标出底和对应的高，确认高是垂直线段。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基础变式：改变数字，巩固公式应用</a:t>
            </a:r>
          </a:p>
          <a:p>
            <a:pPr>
              <a:defRPr sz="2400"/>
            </a:pPr>
            <a:r>
              <a:t>情境变式：联系实际生活场景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学校要重新装饰一面墙，墙上有一块三角形的装饰板需要涂油漆。工人叔叔想知道需要多少油漆，就需要先算出这块三角形的面积。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如何计算这块三角形装饰板的面积呢？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视觉建议：展示一面墙的图片，墙上有一个明显的三角形装饰板，并标出底边和高。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思考：我们学过长方形的面积公式</a:t>
            </a:r>
          </a:p>
          <a:p>
            <a:pPr>
              <a:defRPr sz="2400"/>
            </a:pPr>
            <a:r>
              <a:t>两个完全一样的三角形可以拼成一个平行四边形</a:t>
            </a:r>
          </a:p>
          <a:p>
            <a:pPr>
              <a:defRPr sz="2400"/>
            </a:pPr>
            <a:r>
              <a:t>平行四边形的面积 = 底 × 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逆向变式：已知面积和底（或高），求高（或底）</a:t>
            </a:r>
          </a:p>
          <a:p>
            <a:pPr>
              <a:defRPr sz="2400"/>
            </a:pPr>
            <a:r>
              <a:t>综合变式：图形组合，需要先识别底和高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平行四边形的面积 = 底 × 高</a:t>
            </a:r>
          </a:p>
          <a:p>
            <a:pPr>
              <a:defRPr sz="2400"/>
            </a:pPr>
            <a:r>
              <a:t>这个平行四边形由两个三角形组成</a:t>
            </a:r>
          </a:p>
          <a:p>
            <a:pPr>
              <a:defRPr sz="2400"/>
            </a:pPr>
            <a:r>
              <a:t>所以一个三角形的面积是平行四边形面积的一半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变式练习（三）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拓展练习：解决稍复杂的实际问题</a:t>
            </a:r>
          </a:p>
          <a:p>
            <a:pPr>
              <a:defRPr sz="2400"/>
            </a:pPr>
            <a:r>
              <a:t>培养分析问题和创造性思维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一个三角形的底是 8 厘米，高是 5 厘米</a:t>
            </a:r>
          </a:p>
          <a:p>
            <a:pPr>
              <a:defRPr sz="2400"/>
            </a:pPr>
            <a:r>
              <a:t>求这个三角形的面积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请同学们独立完成以下练习</a:t>
            </a:r>
          </a:p>
          <a:p>
            <a:pPr>
              <a:defRPr sz="2400"/>
            </a:pPr>
            <a:r>
              <a:t>包含不同难度和认知层级的题目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 × h ÷ 2 或 底×高÷2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 7 厘米，高是 4 厘米，它的面积是 ______ 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【★★】判断：两个面积相等的三角形，一定能拼成一个平行四边形。（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【★★】一块三角形指示牌，面积是 18 平方分米，高是 4 分米，它的底边长是多少分米？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a = 2S ÷ h = 2×18 ÷ 4 = 9 (分米)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【★★★】小明说：“我用两个完全一样的直角三角形拼成了一个长方形，所以直角三角形的面积是长方形面积的一半。”他说得对吗？请画出草图并解释。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答案：对。草图：两个相同的直角三角形可以拼成一个长方形（以直角边为长和宽）。长方形的面积 = 长×宽，每个直角三角形的面积 = (长×宽)÷2。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本节课我们学习了三角形的面积。通过将两个完全一样的三角形拼成一个平行四边形，推导出三角形面积公式 S = a × h ÷ 2。我们理解了公式的含义，并通过例题和练习掌握了如何应用公式进行计算。关键是要找准对应的底和高，计算时别忘了除以2。数学中重要的转化思想帮助我们解决了新问题。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理解并记忆三角形面积公式 S = a × h ÷ 2</a:t>
            </a:r>
          </a:p>
          <a:p>
            <a:pPr>
              <a:defRPr sz="2400"/>
            </a:pPr>
            <a:r>
              <a:t>• 掌握公式的推导过程（拼图法）</a:t>
            </a:r>
          </a:p>
          <a:p>
            <a:pPr>
              <a:defRPr sz="2400"/>
            </a:pPr>
            <a:r>
              <a:t>• 能正确找出三角形的底和对应的高</a:t>
            </a:r>
          </a:p>
          <a:p>
            <a:pPr>
              <a:defRPr sz="2400"/>
            </a:pPr>
            <a:r>
              <a:t>• 熟练应用公式进行计算，并注意单位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本节课我们学习了三角形的面积。通过将两个完全一样的三角形拼成一个平行四边形，推导出三角形面积公式 S = a × h ÷ 2。我们理解了公式的含义，并通过例题和练习掌握了如何应用公式进行计算。关键是要找准对应的底和高，计算时别忘了除以2。数学中重要的转化思想帮助我们解决了新问题。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理解并记忆三角形面积公式 S = a × h ÷ 2</a:t>
            </a:r>
          </a:p>
          <a:p>
            <a:pPr>
              <a:defRPr sz="2400"/>
            </a:pPr>
            <a:r>
              <a:t>• 掌握公式的推导过程（拼图法）</a:t>
            </a:r>
          </a:p>
          <a:p>
            <a:pPr>
              <a:defRPr sz="2400"/>
            </a:pPr>
            <a:r>
              <a:t>• 能正确找出三角形的底和对应的高</a:t>
            </a:r>
          </a:p>
          <a:p>
            <a:pPr>
              <a:defRPr sz="2400"/>
            </a:pPr>
            <a:r>
              <a:t>• 熟练应用公式进行计算，并注意单位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