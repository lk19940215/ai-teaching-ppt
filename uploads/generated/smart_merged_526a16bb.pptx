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合并标题页。保留 PPT A 的标题“智能合并课件”,将 PPT A 和 PPT B 的“AI 教学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智能合并课件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AI 教学 PPT 生成器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智能合并课件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PPT B 的第3至8页标题和内容摘要均为空,根据规则3（未被用户明确标记的页面,根据内容质量和全局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