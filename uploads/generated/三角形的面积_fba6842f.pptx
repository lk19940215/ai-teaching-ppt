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9F43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66CDAA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认识三角形的“底”和“高”</a:t>
            </a:r>
          </a:p>
          <a:p>
            <a:pPr>
              <a:defRPr sz="2400"/>
            </a:pPr>
            <a:r>
              <a:t>4. 火眼金睛辨对错</a:t>
            </a:r>
          </a:p>
          <a:p>
            <a:pPr>
              <a:defRPr sz="2400"/>
            </a:pPr>
            <a:r>
              <a:t>5. 小试牛刀</a:t>
            </a:r>
          </a:p>
          <a:p>
            <a:pPr>
              <a:defRPr sz="2400"/>
            </a:pPr>
            <a:r>
              <a:t>6. 校园里的“红领巾”</a:t>
            </a:r>
          </a:p>
          <a:p>
            <a:pPr>
              <a:defRPr sz="2400"/>
            </a:pPr>
            <a:r>
              <a:t>7. 面积公式的由来（一）</a:t>
            </a:r>
          </a:p>
          <a:p>
            <a:pPr>
              <a:defRPr sz="2400"/>
            </a:pPr>
            <a:r>
              <a:t>8. 巩固练习（基础篇）</a:t>
            </a:r>
          </a:p>
          <a:p>
            <a:pPr>
              <a:defRPr sz="2400"/>
            </a:pPr>
            <a:r>
              <a:t>9. 面积公式的由来（二）</a:t>
            </a:r>
          </a:p>
          <a:p>
            <a:pPr>
              <a:defRPr sz="2400"/>
            </a:pPr>
            <a:r>
              <a:t>10. 巩固练习（提高篇）</a:t>
            </a:r>
          </a:p>
          <a:p>
            <a:pPr>
              <a:defRPr sz="2400"/>
            </a:pPr>
            <a:r>
              <a:t>11. 例题精讲</a:t>
            </a:r>
          </a:p>
          <a:p>
            <a:pPr>
              <a:defRPr sz="2400"/>
            </a:pPr>
            <a:r>
              <a:t>12. 巩固练习（拓展篇）</a:t>
            </a:r>
          </a:p>
          <a:p>
            <a:pPr>
              <a:defRPr sz="2400"/>
            </a:pPr>
            <a:r>
              <a:t>13. 课堂小结</a:t>
            </a:r>
          </a:p>
          <a:p>
            <a:pPr>
              <a:defRPr sz="2400"/>
            </a:pPr>
            <a:r>
              <a:t>14. 课后思考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9F43"/>
                </a:solidFill>
              </a:defRPr>
            </a:pPr>
            <a:r>
              <a:t>认识三角形的“底”和“高”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火眼金睛辨对错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计算一个底为6cm，斜边为5cm的直角三角形面积时，用6×5÷2。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错误地将斜边当成了高。在直角三角形中，两条直角边才互为底和高。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应先确认两条直角边的长度。如果6cm是底，那么对应的高应该是另一条直角边（需要根据勾股定理或其他条件求出），而不是斜边5cm。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牢记：计算面积时，所用的高必须是**对应底边上的高**。画图标注是很好的检查方法。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6CDAA"/>
                </a:solidFill>
              </a:defRPr>
            </a:pPr>
            <a:r>
              <a:t>小试牛刀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9F43"/>
                </a:solidFill>
              </a:defRPr>
            </a:pPr>
            <a:r>
              <a:t>校园里的“红领巾”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66CDAA"/>
                </a:solidFill>
              </a:defRPr>
            </a:pPr>
            <a:r>
              <a:t>💡 校园生活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FF9F43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学校要为一年级新入队的少先队员们制作红领巾。红领巾是等腰三角形，老师想知道制作一条红领巾需要多少布料。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66CDAA"/>
          </a:solidFill>
          <a:ln w="38100">
            <a:solidFill>
              <a:srgbClr val="66CD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如何计算这块三角形布料（红领巾）的面积呢？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视觉建议：展示红领巾的实物图片和三角形示意图，标注“底边”和“从顶点到底边的垂直线段”。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9F43"/>
                </a:solidFill>
              </a:defRPr>
            </a:pPr>
            <a:r>
              <a:t>面积公式的由来（一）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6CDAA"/>
                </a:solidFill>
              </a:defRPr>
            </a:pPr>
            <a:r>
              <a:t>巩固练习（基础篇）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【★】填空：三角形的面积 = ( ) × ( ) ÷ ( )。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答案：底， 高，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【★】判断：任意两个三角形都能拼成一个平行四边形。 (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【★】一个直角三角形的两条直角边分别是3厘米和4厘米，它的面积是多少？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答案：3 × 4 ÷ 2 = 6 (平方厘米)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9F43"/>
                </a:solidFill>
              </a:defRPr>
            </a:pPr>
            <a:r>
              <a:t>面积公式的由来（二）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6CDAA"/>
                </a:solidFill>
              </a:defRPr>
            </a:pPr>
            <a:r>
              <a:t>巩固练习（提高篇）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【★★】一块三角形交通标志牌，底是9分米，高是7.8分米。这块标志牌的面积大约是多少平方分米？（得数保留整数）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答案：9 × 7.8 ÷ 2 = 35.1 ≈ 35 (平方分米)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【★★】下图中平行四边形的面积是48平方厘米，阴影部分的面积是多少平方厘米？</a:t>
            </a:r>
            <a:br/>
            <a:r>
              <a:t>（图示：一个平行四边形被对角线分成两个三角形，其中一个涂上阴影。）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答案：48 ÷ 2 = 24 (平方厘米)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【★★】一个三角形和一个平行四边形的面积相等，高也相等。如果平行四边形的底是16厘米，那么三角形的底是多少厘米？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答案：设三角形和平行四边形的高都为h。平行四边形面积=16h，三角形面积=底×h÷2。因为面积相等，所以底×h÷2=16h，解得底=32厘米。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FF9F43"/>
                </a:solidFill>
              </a:defRPr>
            </a:pPr>
            <a:r>
              <a:t>例题精讲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6CDAA"/>
                </a:solidFill>
              </a:defRPr>
            </a:pPr>
            <a:r>
              <a:t>巩固练习（拓展篇）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【★★★】你能用几种不同的方法推导出三角形的面积公式？请画出草图并简要说明。（提示：除了拼成平行四边形，还可以剪拼成长方形）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答案：方法一（拼组法）：两个完全一样的三角形拼成平行四边形。方法二（割补法）：沿三角形中位线剪开，拼成一个长方形（或平行四边形）。图示略。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【★★★】公园里有一块三角形的草坪（如图）。园林工人想从顶点A到对边BC修一条最短的小路，这条小路把草坪分成面积相等的两部分。请你在图上画出这条小路，并说明理由。</a:t>
            </a:r>
            <a:br/>
            <a:r>
              <a:t>（图示：一个锐角三角形ABC）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答案：小路应画为BC边上的中线AD。因为等底等高的三角形面积相等，△ABD和△ADC有公共的高（A到BC的距离），且底BD=DC，所以面积相等。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FF9F43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本节课我们通过生活情境引入，动手操作探究，推导出了三角形的面积公式 S = ah ÷ 2。理解公式的关键是找到对应的底和高。我们通过例题讲解、变式训练和易错辨析，巩固了公式的应用。学习中渗透了转化、等积变形等重要的数学思想方法。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理解三角形面积公式的推导过程。</a:t>
            </a:r>
          </a:p>
          <a:p>
            <a:pPr>
              <a:defRPr sz="2400"/>
            </a:pPr>
            <a:r>
              <a:t>• 掌握三角形面积的计算方法（S=ah÷2）。</a:t>
            </a:r>
          </a:p>
          <a:p>
            <a:pPr>
              <a:defRPr sz="2400"/>
            </a:pPr>
            <a:r>
              <a:t>• 能正确找出三角形对应的底和高。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FF9F43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/>
            </a:pPr>
            <a:r>
              <a:t>本节课我们通过生活情境引入，动手操作探究，推导出了三角形的面积公式 S = ah ÷ 2。理解公式的关键是找到对应的底和高。我们通过例题讲解、变式训练和易错辨析，巩固了公式的应用。学习中渗透了转化、等积变形等重要的数学思想方法。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理解三角形面积公式的推导过程。</a:t>
            </a:r>
          </a:p>
          <a:p>
            <a:pPr>
              <a:defRPr sz="2400"/>
            </a:pPr>
            <a:r>
              <a:t>• 掌握三角形面积的计算方法（S=ah÷2）。</a:t>
            </a:r>
          </a:p>
          <a:p>
            <a:pPr>
              <a:defRPr sz="2400"/>
            </a:pPr>
            <a:r>
              <a:t>• 能正确找出三角形对应的底和高。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