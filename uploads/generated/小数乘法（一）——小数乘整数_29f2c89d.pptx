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小数乘法（一）——小数乘整数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超市购物中的数学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🛒 购物消费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周末，小明和妈妈去超市购物，他们买了3袋苹果，每袋苹果重0.5千克。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你能帮小明算一算，这些苹果一共重多少千克吗？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视觉建议：展示超市购物场景图，包括苹果袋子和标有“0.5千克/袋”的标签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小数乘整数的意义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理解小数乘整数表示几个相同小数相加</a:t>
            </a:r>
          </a:p>
          <a:p>
            <a:pPr>
              <a:defRPr sz="2400"/>
            </a:pPr>
            <a:r>
              <a:t>掌握小数乘整数的计算方法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