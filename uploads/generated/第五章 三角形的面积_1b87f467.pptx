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第五章 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从拼图到发现</a:t>
            </a:r>
          </a:p>
          <a:p>
            <a:pPr>
              <a:defRPr sz="2400"/>
            </a:pPr>
            <a:r>
              <a:t>4. 避坑指南</a:t>
            </a:r>
          </a:p>
          <a:p>
            <a:pPr>
              <a:defRPr sz="2400"/>
            </a:pPr>
            <a:r>
              <a:t>5. 变式练习（难度分层）</a:t>
            </a:r>
          </a:p>
          <a:p>
            <a:pPr>
              <a:defRPr sz="2400"/>
            </a:pPr>
            <a:r>
              <a:t>6. 红领巾有多大？</a:t>
            </a:r>
          </a:p>
          <a:p>
            <a:pPr>
              <a:defRPr sz="2400"/>
            </a:pPr>
            <a:r>
              <a:t>7. 公式的推导（一）</a:t>
            </a:r>
          </a:p>
          <a:p>
            <a:pPr>
              <a:defRPr sz="2400"/>
            </a:pPr>
            <a:r>
              <a:t>8. 课堂巩固练习</a:t>
            </a:r>
          </a:p>
          <a:p>
            <a:pPr>
              <a:defRPr sz="2400"/>
            </a:pPr>
            <a:r>
              <a:t>9. 公式的推导（二）</a:t>
            </a:r>
          </a:p>
          <a:p>
            <a:pPr>
              <a:defRPr sz="2400"/>
            </a:pPr>
            <a:r>
              <a:t>10. 例题精讲</a:t>
            </a:r>
          </a:p>
          <a:p>
            <a:pPr>
              <a:defRPr sz="2400"/>
            </a:pPr>
            <a:r>
              <a:t>11. 课堂小结与思考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从拼图到发现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观察：两个完全一样的三角形可以拼成什么图形？</a:t>
            </a:r>
          </a:p>
          <a:p>
            <a:pPr>
              <a:defRPr sz="2400"/>
            </a:pPr>
            <a:r>
              <a:t>思考：拼成的图形与原三角形有什么关系？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避坑指南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计算三角形面积时，忘记“÷2”，直接算成底乘高。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对三角形面积公式推导过程不理解，与平行四边形面积公式混淆。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牢记三角形面积是“等底等高”平行四边形面积的一半，公式为 S=ah÷2。做题时先写公式再计算。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动手拼一拼，理解“一半”的含义。在公式旁做醒目标记提醒自己。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变式练习（难度分层）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请尝试解决以下不同难度的题目。</a:t>
            </a:r>
          </a:p>
          <a:p>
            <a:pPr>
              <a:defRPr sz="2400"/>
            </a:pPr>
            <a:r>
              <a:t>思考：它们和例题有什么相同和不同？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红领巾有多大？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校园生活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学校要为一年级新队员制作红领巾。红领巾是三角形的，我们需要知道制作一条红领巾需要多大面积的布料。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如何计算一个三角形的面积呢？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视觉建议：展示红领巾的图片，旁边标注“三角形”字样。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公式的推导（一）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已知：平行四边形的面积 = 底 × 高</a:t>
            </a:r>
          </a:p>
          <a:p>
            <a:pPr>
              <a:defRPr sz="2400"/>
            </a:pPr>
            <a:r>
              <a:t>观察：拼成的平行四边形与其中一个三角形的关系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课堂巩固练习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独立完成，检验学习成果。</a:t>
            </a:r>
          </a:p>
          <a:p>
            <a:pPr>
              <a:defRPr sz="2400"/>
            </a:pPr>
            <a:r>
              <a:t>（标注了难度和认知层级）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【★】1. 填空：三角形的面积 = ( ) × ( ) ÷ ( )。【记忆】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答案：底， 高，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【★】2. 判断：两个面积相等的三角形一定能拼成一个平行四边形。 ( )【理解】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【★★】3. 计算：一个三角形花坛的底是12米，高是底的一半。这个花坛的面积是多少平方米？【应用】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答案：高 h = 12 ÷ 2 = 6 (米)；面积 S = 12 × 6 ÷ 2 = 36 (平方米)。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【★★】4. 选择：下图中，哪个阴影三角形的面积与空白三角形的面积相等？（提供几个同底等高、等底不等高、不等底等高的三角形图示）【分析】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答案：（根据图示选择同底等高的三角形）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【★★★】5. 拓展：一个平行四边形和一个三角形等底等高。平行四边形的面积是30平方厘米，三角形的面积是多少？如果三角形的高增加一倍，底不变，现在三角形的面积是多少平方厘米？【分析/应用】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答案：（1）三角形面积：30÷2=15（平方厘米）。 （2）高增加一倍后，新面积 = 底 × (2×高) ÷ 2 = 底×高 = 30（平方厘米）。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公式的推导（二）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推理：一个三角形的面积与拼成的平行四边形面积有什么关系？</a:t>
            </a:r>
          </a:p>
          <a:p>
            <a:pPr>
              <a:defRPr sz="2400"/>
            </a:pPr>
            <a:r>
              <a:t>结论：三角形面积公式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例题精讲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例1：一个三角形的底是6cm，高是4cm，它的面积是多少平方厘米？</a:t>
            </a:r>
          </a:p>
          <a:p>
            <a:pPr>
              <a:defRPr sz="2400"/>
            </a:pPr>
            <a:r>
              <a:t>【审题】→【分析】→【解题】→【反思】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本节课我们通过“拼图”活动，发现了两个完全一样的三角形可以拼成一个平行四边形，从而推导出三角形的面积公式 S=ah÷2。我们不仅学会了用公式计算面积，还理解了公式背后的道理——三角形面积是与其等底等高的平行四边形面积的一半。在应用中，要注意找准对应的底和高，并牢记“÷2”。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理解三角形面积公式的推导过程（拼图法）。</a:t>
            </a:r>
          </a:p>
          <a:p>
            <a:pPr>
              <a:defRPr sz="2400"/>
            </a:pPr>
            <a:r>
              <a:t>• 掌握三角形面积计算公式 S=ah÷2。</a:t>
            </a:r>
          </a:p>
          <a:p>
            <a:pPr>
              <a:defRPr sz="2400"/>
            </a:pPr>
            <a:r>
              <a:t>• 能找出三角形中对应的底和高。</a:t>
            </a:r>
          </a:p>
          <a:p>
            <a:pPr>
              <a:defRPr sz="2400"/>
            </a:pPr>
            <a:r>
              <a:t>• 理解三角形面积是等底等高平行四边形面积的一半。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