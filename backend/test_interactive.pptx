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F51B5"/>
                </a:solidFill>
              </a:defRPr>
            </a:pPr>
            <a:r>
              <a:t>互动课堂测试 PPT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互动问答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下列哪个是 Python 的特点？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377440"/>
            <a:ext cx="3200400" cy="73152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A. 简洁易读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77440"/>
            <a:ext cx="3200400" cy="73152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B. 执行速度快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83280"/>
            <a:ext cx="3200400" cy="73152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C. 只能用于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383280"/>
            <a:ext cx="3200400" cy="731520"/>
          </a:xfrm>
          <a:prstGeom prst="roundRect">
            <a:avLst/>
          </a:prstGeom>
          <a:solidFill>
            <a:srgbClr val="6A5A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D. 不支持面向对象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4CAF50"/>
                </a:solidFill>
              </a:defRPr>
            </a:pPr>
            <a:r>
              <a:t>正确答案：A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点击显示答案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/>
            </a:pPr>
            <a:r>
              <a:t>什么是 AI？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3200400"/>
            <a:ext cx="3657600" cy="9144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点击查看答案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7315200" cy="1828800"/>
          </a:xfrm>
          <a:prstGeom prst="rect">
            <a:avLst/>
          </a:prstGeom>
          <a:solidFill>
            <a:srgbClr val="F5F5F5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/>
            </a:pPr>
            <a:r>
              <a:t>人工智能（Artificial Intelligence）是计算机科学的一个分支。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单词匹配游戏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3F51B5"/>
                </a:solidFill>
              </a:defRPr>
            </a:pPr>
            <a:r>
              <a:t>英语单词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188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A5ACD"/>
                </a:solidFill>
              </a:defRPr>
            </a:pPr>
            <a:r>
              <a:t>中文释义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Apple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828800"/>
            <a:ext cx="3200400" cy="6400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12121"/>
                </a:solidFill>
              </a:defRPr>
            </a:pPr>
            <a:r>
              <a:t>苹果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32004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Banana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651760"/>
            <a:ext cx="3200400" cy="6400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12121"/>
                </a:solidFill>
              </a:defRPr>
            </a:pPr>
            <a:r>
              <a:t>香蕉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474720"/>
            <a:ext cx="32004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Orange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3474720"/>
            <a:ext cx="3200400" cy="64008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212121"/>
                </a:solidFill>
              </a:defRPr>
            </a:pPr>
            <a:r>
              <a:t>橙子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随堂测验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请选择正确答案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1. 1 + 1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A.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201168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B.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C.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74320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D.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t>2. Python 是哪种类型的语言？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57200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A. 编译型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457200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B. 解释型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30352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C. 汇编语言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5303520"/>
            <a:ext cx="3657600" cy="640080"/>
          </a:xfrm>
          <a:prstGeom prst="round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D. 机器语言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8" presetID="8" presetClass="entr" presetSubtype="0" fill="hold" nodeType="mainSeq">
          <p:dur val="400"/>
          <p:stM val="3500"/>
          <p:childTnLst>
            <ns2:parTimeNode id="107" fill="hold">
              <ns2:dur val="400"/>
              <ns2:stM val="0"/>
              <p:childTnLst>
                <ns2:setTimeNode id="207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9" presetID="8" presetClass="entr" presetSubtype="0" fill="hold" nodeType="mainSeq">
          <p:dur val="400"/>
          <p:stM val="4000"/>
          <p:childTnLst>
            <ns2:parTimeNode id="108" fill="hold">
              <ns2:dur val="400"/>
              <ns2:stM val="0"/>
              <p:childTnLst>
                <ns2:setTimeNode id="208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0" presetID="8" presetClass="entr" presetSubtype="0" fill="hold" nodeType="mainSeq">
          <p:dur val="400"/>
          <p:stM val="4500"/>
          <p:childTnLst>
            <ns2:parTimeNode id="109" fill="hold">
              <ns2:dur val="400"/>
              <ns2:stM val="0"/>
              <p:childTnLst>
                <ns2:setTimeNode id="209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1" presetID="8" presetClass="entr" presetSubtype="0" fill="hold" nodeType="mainSeq">
          <p:dur val="400"/>
          <p:stM val="5000"/>
          <p:childTnLst>
            <ns2:parTimeNode id="110" fill="hold">
              <ns2:dur val="400"/>
              <ns2:stM val="0"/>
              <p:childTnLst>
                <ns2:setTimeNode id="21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12" presetID="8" presetClass="entr" presetSubtype="0" fill="hold" nodeType="mainSeq">
          <p:dur val="400"/>
          <p:stM val="5500"/>
          <p:childTnLst>
            <ns2:parTimeNode id="111" fill="hold">
              <ns2:dur val="400"/>
              <ns2:stM val="0"/>
              <p:childTnLst>
                <ns2:setTimeNode id="21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F51B5"/>
                </a:solidFill>
              </a:defRPr>
            </a:pPr>
            <a:r>
              <a:t>填空题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Python 的创始人为___。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1GB = ___MB。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486400"/>
            <a:ext cx="73152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6A5A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6A5ACD"/>
                </a:solidFill>
              </a:defRPr>
            </a:pPr>
            <a:r>
              <a:t>答案：吉多·范罗苏姆 | 1024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