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数学教学课件 - 第一章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欢迎学习数学课程</a:t>
            </a:r>
          </a:p>
          <a:p>
            <a:r>
              <a:t>课程简介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了解基本概念</a:t>
            </a:r>
          </a:p>
          <a:p>
            <a:r>
              <a:t>掌握解题方法</a:t>
            </a:r>
          </a:p>
          <a:p>
            <a:r>
              <a:t>完成练习题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第一章：基础概念</a:t>
            </a:r>
          </a:p>
          <a:p>
            <a:r>
              <a:t>第二章：函数</a:t>
            </a:r>
          </a:p>
          <a:p>
            <a:r>
              <a:t>第三章：几何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- 重点内容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概念一：变量</a:t>
            </a:r>
          </a:p>
          <a:p>
            <a:r>
              <a:t>概念二：方程</a:t>
            </a:r>
          </a:p>
          <a:p>
            <a:r>
              <a:t>概念三：函数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复习要点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复习概念</a:t>
            </a:r>
          </a:p>
          <a:p>
            <a:r>
              <a:t>做练习题</a:t>
            </a:r>
          </a:p>
          <a:p>
            <a:r>
              <a:t>总结笔记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