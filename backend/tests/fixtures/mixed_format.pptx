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混合格式测试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包含文本、表格、图片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文本内容测试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第一段：这是主要教学内容</a:t>
            </a:r>
          </a:p>
          <a:p>
            <a:r>
              <a:t>第二段：这是补充说明文字</a:t>
            </a:r>
          </a:p>
          <a:p>
            <a:r>
              <a:t>第三段：这是示例讲解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表格内容测试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科目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年级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课时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五年级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 1 课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五年级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第 2 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图形元素测试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C8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此处为教学图示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混合格式测试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左侧为说明文字，右侧为数据表格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内容 C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