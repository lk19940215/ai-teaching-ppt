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简单测试课件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简单内容</a:t>
            </a:r>
          </a:p>
          <a:p>
            <a:r>
              <a:t>仅用于测试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测试段落 1</a:t>
            </a:r>
          </a:p>
          <a:p>
            <a:r>
              <a:t>测试段落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