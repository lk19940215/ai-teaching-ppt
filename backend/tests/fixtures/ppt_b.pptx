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物理教学课件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自然科学入门</a:t>
            </a:r>
          </a:p>
          <a:p>
            <a:r>
              <a:t>物理学科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物理定律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牛顿第一定律</a:t>
            </a:r>
          </a:p>
          <a:p>
            <a:r>
              <a:t>牛顿第二定律</a:t>
            </a:r>
          </a:p>
          <a:p>
            <a:r>
              <a:t>牛顿第三定律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重要公式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 = ma</a:t>
            </a:r>
          </a:p>
          <a:p>
            <a:r>
              <a:t>E = mc2</a:t>
            </a:r>
          </a:p>
          <a:p>
            <a:r>
              <a:t>W = Fd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准备实验器材</a:t>
            </a:r>
          </a:p>
          <a:p>
            <a:r>
              <a:t>进行实验操作</a:t>
            </a:r>
          </a:p>
          <a:p>
            <a:r>
              <a:t>记录实验数据</a:t>
            </a:r>
          </a:p>
          <a:p>
            <a:r>
              <a:t>分析实验结果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 1：为什么...</a:t>
            </a:r>
          </a:p>
          <a:p>
            <a:r>
              <a:t>问题 2：如何...</a:t>
            </a:r>
          </a:p>
          <a:p>
            <a:r>
              <a:t>问题 3：思考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