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页 - 纯文本测试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1 页的内容</a:t>
            </a:r>
          </a:p>
          <a:p>
            <a:r>
              <a:t>段落 1：文本内容</a:t>
            </a:r>
          </a:p>
          <a:p>
            <a:r>
              <a:t>段落 2：更多内容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页 - 纯文本测试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2 页的内容</a:t>
            </a:r>
          </a:p>
          <a:p>
            <a:r>
              <a:t>段落 1：文本内容</a:t>
            </a:r>
          </a:p>
          <a:p>
            <a:r>
              <a:t>段落 2：更多内容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页 - 纯文本测试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3 页的内容</a:t>
            </a:r>
          </a:p>
          <a:p>
            <a:r>
              <a:t>段落 1：文本内容</a:t>
            </a:r>
          </a:p>
          <a:p>
            <a:r>
              <a:t>段落 2：更多内容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页 - 纯文本测试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4 页的内容</a:t>
            </a:r>
          </a:p>
          <a:p>
            <a:r>
              <a:t>段落 1：文本内容</a:t>
            </a:r>
          </a:p>
          <a:p>
            <a:r>
              <a:t>段落 2：更多内容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页 - 纯文本测试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 5 页的内容</a:t>
            </a:r>
          </a:p>
          <a:p>
            <a:r>
              <a:t>段落 1：文本内容</a:t>
            </a:r>
          </a:p>
          <a:p>
            <a:r>
              <a:t>段落 2：更多内容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