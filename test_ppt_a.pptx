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三角形的面积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小学数学六年级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三角形面积公式</a:t>
            </a:r>
          </a:p>
          <a:p>
            <a:r>
              <a:t>2. 例题讲解</a:t>
            </a:r>
          </a:p>
          <a:p>
            <a:r>
              <a:t>3. 课堂练习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三角形面积公式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面积 = 底 × 高 ÷ 2</a:t>
            </a:r>
          </a:p>
          <a:p>
            <a:r>
              <a:t>S = a × h ÷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例题讲解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例1：底为6cm，高为4cm的三角形面积是多少？</a:t>
            </a:r>
          </a:p>
          <a:p>
            <a:r>
              <a:t>解：S = 6 × 4 ÷ 2 = 12 cm²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