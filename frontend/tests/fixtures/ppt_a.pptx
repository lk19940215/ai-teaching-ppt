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测试 PPT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基础课件内容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理解基础概念</a:t>
            </a:r>
          </a:p>
          <a:p>
            <a:r>
              <a:t>2. 掌握核心方法</a:t>
            </a:r>
          </a:p>
          <a:p>
            <a:r>
              <a:t>3. 应用所学知识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知识点讲解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定义与概念</a:t>
            </a:r>
          </a:p>
          <a:p>
            <a:r>
              <a:t>• 原理分析</a:t>
            </a:r>
          </a:p>
          <a:p>
            <a:r>
              <a:t>• 实例说明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例题解析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例 1：基础题目</a:t>
            </a:r>
          </a:p>
          <a:p>
            <a:r>
              <a:t>解：详细步骤...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课程总结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本节课重点回顾</a:t>
            </a:r>
          </a:p>
          <a:p>
            <a:r>
              <a:t>作业布置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