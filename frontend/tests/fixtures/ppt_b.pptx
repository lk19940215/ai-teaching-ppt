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测试 PPT B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补充拓展内容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知识扩展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相关背景</a:t>
            </a:r>
          </a:p>
          <a:p>
            <a:r>
              <a:t>• 应用领域</a:t>
            </a:r>
          </a:p>
          <a:p>
            <a:r>
              <a:t>• 发展趋势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案例分析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实际案例 1</a:t>
            </a:r>
          </a:p>
          <a:p>
            <a:r>
              <a:t>实际案例 2</a:t>
            </a:r>
          </a:p>
          <a:p>
            <a:r>
              <a:t>经验总结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巩固练习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练习 1</a:t>
            </a:r>
          </a:p>
          <a:p>
            <a:r>
              <a:t>练习 2</a:t>
            </a:r>
          </a:p>
          <a:p>
            <a:r>
              <a:t>练习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参考资料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推荐书籍</a:t>
            </a:r>
          </a:p>
          <a:p>
            <a:r>
              <a:t>网络资源</a:t>
            </a:r>
          </a:p>
          <a:p>
            <a:r>
              <a:t>学习网站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